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1" r:id="rId26"/>
    <p:sldId id="280" r:id="rId27"/>
    <p:sldId id="282" r:id="rId28"/>
    <p:sldId id="283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AA6121A-E9B4-4AAB-AFDB-3507960D5B16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1"/>
            <p14:sldId id="280"/>
            <p14:sldId id="282"/>
            <p14:sldId id="28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7:35:18.74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481 78 24575,'-457'0'0,"434"-4"0,23 4 0,0 0 0,0 0 0,0 0 0,0 0 0,0-1 0,0 1 0,0 0 0,0 0 0,0 0 0,0-1 0,0 1 0,0 0 0,0 0 0,0 0 0,0-1 0,0 1 0,0 0 0,0 0 0,0 0 0,0-1 0,0 1 0,0 0 0,0 0 0,0 0 0,0 0 0,0-1 0,0 1 0,1 0 0,-1 0 0,0 0 0,0 0 0,0-1 0,0 1 0,0 0 0,1 0 0,-1 0 0,0 0 0,0 0 0,0 0 0,1 0 0,-1 0 0,0 0 0,0-1 0,0 1 0,0 0 0,1 0 0,37-12 0,5 10 0,49 2 0,34-1 0,-57-12 0,-51 9 0,0 1 0,29-3 0,58-7 0,-17 1 0,-286 12 0,-52 2 0,234 0 0,0 1 0,0 1 0,1 1 0,-19 7 0,17-5 0,-1-1 0,-28 6 0,26-7-1365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7:35:22.90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191 0 24450,'-191'25'0,"573"-25"0,-573-25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7:35:29.32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7:35:30.56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265 1 24575,'-4'0'0,"-6"0"0,-6 4 0,-4 2 0,-3-1 0,-2-1 0,-1 0 0,4 2 0,1 1 0,0-1 0,0-2 0,2 4 0,1-1 0,-1-1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7:35:33.70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24575,'738'0'-1365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7:35:35.93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24575,'11'1'0,"0"1"0,0-1 0,-1 2 0,12 3 0,39 6 0,29-10 0,-57-3 0,-1 2 0,0 1 0,48 9 0,-46-5-29,1-2-1,-1-1 1,68-4-1,-39-1-1217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7:35:38.22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24575,'34'-1'0,"1"2"0,0 2 0,49 9 0,69 14 0,-126-21 0,1-2 0,41 1 0,-42-4 0,0 2 0,49 9 0,-55-7-1365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EB314B-7EAC-4F02-B2F7-56698ECFD4EE}" type="datetimeFigureOut">
              <a:rPr lang="en-GB" smtClean="0"/>
              <a:t>02/09/2025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26CE54-0F6A-46A6-8597-A6CCFBA9F5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16939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3F577-7B9C-892D-9964-9929FF5266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8EA8C3-2AA8-921F-2DEB-872AE59F0F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0FEC2A-AA40-72AE-0C2A-2D45907F5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A3ECC-5CAF-4F14-A242-B702E2784D37}" type="datetime1">
              <a:rPr lang="en-GB" smtClean="0"/>
              <a:t>02/09/2025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C73F04-680A-E525-59CE-1C9188886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E663BB-9188-96BC-E6BC-7E236F67D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7635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D363D-921B-1FE5-D959-28ED8C7F8CE5}"/>
              </a:ext>
            </a:extLst>
          </p:cNvPr>
          <p:cNvSpPr>
            <a:spLocks noGrp="1"/>
          </p:cNvSpPr>
          <p:nvPr>
            <p:ph type="title"/>
          </p:nvPr>
        </p:nvSpPr>
        <p:spPr>
          <a:custGeom>
            <a:avLst/>
            <a:gdLst>
              <a:gd name="connsiteX0" fmla="*/ 0 w 10515600"/>
              <a:gd name="connsiteY0" fmla="*/ 0 h 1325563"/>
              <a:gd name="connsiteX1" fmla="*/ 689356 w 10515600"/>
              <a:gd name="connsiteY1" fmla="*/ 0 h 1325563"/>
              <a:gd name="connsiteX2" fmla="*/ 1168400 w 10515600"/>
              <a:gd name="connsiteY2" fmla="*/ 0 h 1325563"/>
              <a:gd name="connsiteX3" fmla="*/ 1647444 w 10515600"/>
              <a:gd name="connsiteY3" fmla="*/ 0 h 1325563"/>
              <a:gd name="connsiteX4" fmla="*/ 2126488 w 10515600"/>
              <a:gd name="connsiteY4" fmla="*/ 0 h 1325563"/>
              <a:gd name="connsiteX5" fmla="*/ 2710688 w 10515600"/>
              <a:gd name="connsiteY5" fmla="*/ 0 h 1325563"/>
              <a:gd name="connsiteX6" fmla="*/ 3084576 w 10515600"/>
              <a:gd name="connsiteY6" fmla="*/ 0 h 1325563"/>
              <a:gd name="connsiteX7" fmla="*/ 3668776 w 10515600"/>
              <a:gd name="connsiteY7" fmla="*/ 0 h 1325563"/>
              <a:gd name="connsiteX8" fmla="*/ 4042664 w 10515600"/>
              <a:gd name="connsiteY8" fmla="*/ 0 h 1325563"/>
              <a:gd name="connsiteX9" fmla="*/ 4626864 w 10515600"/>
              <a:gd name="connsiteY9" fmla="*/ 0 h 1325563"/>
              <a:gd name="connsiteX10" fmla="*/ 5000752 w 10515600"/>
              <a:gd name="connsiteY10" fmla="*/ 0 h 1325563"/>
              <a:gd name="connsiteX11" fmla="*/ 5479796 w 10515600"/>
              <a:gd name="connsiteY11" fmla="*/ 0 h 1325563"/>
              <a:gd name="connsiteX12" fmla="*/ 6274308 w 10515600"/>
              <a:gd name="connsiteY12" fmla="*/ 0 h 1325563"/>
              <a:gd name="connsiteX13" fmla="*/ 6543040 w 10515600"/>
              <a:gd name="connsiteY13" fmla="*/ 0 h 1325563"/>
              <a:gd name="connsiteX14" fmla="*/ 7127240 w 10515600"/>
              <a:gd name="connsiteY14" fmla="*/ 0 h 1325563"/>
              <a:gd name="connsiteX15" fmla="*/ 7921752 w 10515600"/>
              <a:gd name="connsiteY15" fmla="*/ 0 h 1325563"/>
              <a:gd name="connsiteX16" fmla="*/ 8611108 w 10515600"/>
              <a:gd name="connsiteY16" fmla="*/ 0 h 1325563"/>
              <a:gd name="connsiteX17" fmla="*/ 9300464 w 10515600"/>
              <a:gd name="connsiteY17" fmla="*/ 0 h 1325563"/>
              <a:gd name="connsiteX18" fmla="*/ 9779508 w 10515600"/>
              <a:gd name="connsiteY18" fmla="*/ 0 h 1325563"/>
              <a:gd name="connsiteX19" fmla="*/ 10515600 w 10515600"/>
              <a:gd name="connsiteY19" fmla="*/ 0 h 1325563"/>
              <a:gd name="connsiteX20" fmla="*/ 10515600 w 10515600"/>
              <a:gd name="connsiteY20" fmla="*/ 455110 h 1325563"/>
              <a:gd name="connsiteX21" fmla="*/ 10515600 w 10515600"/>
              <a:gd name="connsiteY21" fmla="*/ 870453 h 1325563"/>
              <a:gd name="connsiteX22" fmla="*/ 10515600 w 10515600"/>
              <a:gd name="connsiteY22" fmla="*/ 1325563 h 1325563"/>
              <a:gd name="connsiteX23" fmla="*/ 10036556 w 10515600"/>
              <a:gd name="connsiteY23" fmla="*/ 1325563 h 1325563"/>
              <a:gd name="connsiteX24" fmla="*/ 9452356 w 10515600"/>
              <a:gd name="connsiteY24" fmla="*/ 1325563 h 1325563"/>
              <a:gd name="connsiteX25" fmla="*/ 8657844 w 10515600"/>
              <a:gd name="connsiteY25" fmla="*/ 1325563 h 1325563"/>
              <a:gd name="connsiteX26" fmla="*/ 8389112 w 10515600"/>
              <a:gd name="connsiteY26" fmla="*/ 1325563 h 1325563"/>
              <a:gd name="connsiteX27" fmla="*/ 8015224 w 10515600"/>
              <a:gd name="connsiteY27" fmla="*/ 1325563 h 1325563"/>
              <a:gd name="connsiteX28" fmla="*/ 7746492 w 10515600"/>
              <a:gd name="connsiteY28" fmla="*/ 1325563 h 1325563"/>
              <a:gd name="connsiteX29" fmla="*/ 7057136 w 10515600"/>
              <a:gd name="connsiteY29" fmla="*/ 1325563 h 1325563"/>
              <a:gd name="connsiteX30" fmla="*/ 6788404 w 10515600"/>
              <a:gd name="connsiteY30" fmla="*/ 1325563 h 1325563"/>
              <a:gd name="connsiteX31" fmla="*/ 6099048 w 10515600"/>
              <a:gd name="connsiteY31" fmla="*/ 1325563 h 1325563"/>
              <a:gd name="connsiteX32" fmla="*/ 5304536 w 10515600"/>
              <a:gd name="connsiteY32" fmla="*/ 1325563 h 1325563"/>
              <a:gd name="connsiteX33" fmla="*/ 5035804 w 10515600"/>
              <a:gd name="connsiteY33" fmla="*/ 1325563 h 1325563"/>
              <a:gd name="connsiteX34" fmla="*/ 4451604 w 10515600"/>
              <a:gd name="connsiteY34" fmla="*/ 1325563 h 1325563"/>
              <a:gd name="connsiteX35" fmla="*/ 3972560 w 10515600"/>
              <a:gd name="connsiteY35" fmla="*/ 1325563 h 1325563"/>
              <a:gd name="connsiteX36" fmla="*/ 3388360 w 10515600"/>
              <a:gd name="connsiteY36" fmla="*/ 1325563 h 1325563"/>
              <a:gd name="connsiteX37" fmla="*/ 2804160 w 10515600"/>
              <a:gd name="connsiteY37" fmla="*/ 1325563 h 1325563"/>
              <a:gd name="connsiteX38" fmla="*/ 2325116 w 10515600"/>
              <a:gd name="connsiteY38" fmla="*/ 1325563 h 1325563"/>
              <a:gd name="connsiteX39" fmla="*/ 1530604 w 10515600"/>
              <a:gd name="connsiteY39" fmla="*/ 1325563 h 1325563"/>
              <a:gd name="connsiteX40" fmla="*/ 1261872 w 10515600"/>
              <a:gd name="connsiteY40" fmla="*/ 1325563 h 1325563"/>
              <a:gd name="connsiteX41" fmla="*/ 572516 w 10515600"/>
              <a:gd name="connsiteY41" fmla="*/ 1325563 h 1325563"/>
              <a:gd name="connsiteX42" fmla="*/ 0 w 10515600"/>
              <a:gd name="connsiteY42" fmla="*/ 1325563 h 1325563"/>
              <a:gd name="connsiteX43" fmla="*/ 0 w 10515600"/>
              <a:gd name="connsiteY43" fmla="*/ 857197 h 1325563"/>
              <a:gd name="connsiteX44" fmla="*/ 0 w 10515600"/>
              <a:gd name="connsiteY44" fmla="*/ 441854 h 1325563"/>
              <a:gd name="connsiteX45" fmla="*/ 0 w 10515600"/>
              <a:gd name="connsiteY45" fmla="*/ 0 h 1325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10515600" h="1325563" fill="none" extrusionOk="0">
                <a:moveTo>
                  <a:pt x="0" y="0"/>
                </a:moveTo>
                <a:cubicBezTo>
                  <a:pt x="253838" y="-18819"/>
                  <a:pt x="351414" y="62000"/>
                  <a:pt x="689356" y="0"/>
                </a:cubicBezTo>
                <a:cubicBezTo>
                  <a:pt x="1027298" y="-62000"/>
                  <a:pt x="1020961" y="21931"/>
                  <a:pt x="1168400" y="0"/>
                </a:cubicBezTo>
                <a:cubicBezTo>
                  <a:pt x="1315839" y="-21931"/>
                  <a:pt x="1474707" y="29733"/>
                  <a:pt x="1647444" y="0"/>
                </a:cubicBezTo>
                <a:cubicBezTo>
                  <a:pt x="1820181" y="-29733"/>
                  <a:pt x="1905353" y="35773"/>
                  <a:pt x="2126488" y="0"/>
                </a:cubicBezTo>
                <a:cubicBezTo>
                  <a:pt x="2347623" y="-35773"/>
                  <a:pt x="2474840" y="26931"/>
                  <a:pt x="2710688" y="0"/>
                </a:cubicBezTo>
                <a:cubicBezTo>
                  <a:pt x="2946536" y="-26931"/>
                  <a:pt x="2901208" y="25700"/>
                  <a:pt x="3084576" y="0"/>
                </a:cubicBezTo>
                <a:cubicBezTo>
                  <a:pt x="3267944" y="-25700"/>
                  <a:pt x="3504545" y="40785"/>
                  <a:pt x="3668776" y="0"/>
                </a:cubicBezTo>
                <a:cubicBezTo>
                  <a:pt x="3833007" y="-40785"/>
                  <a:pt x="3895124" y="1762"/>
                  <a:pt x="4042664" y="0"/>
                </a:cubicBezTo>
                <a:cubicBezTo>
                  <a:pt x="4190204" y="-1762"/>
                  <a:pt x="4477573" y="6051"/>
                  <a:pt x="4626864" y="0"/>
                </a:cubicBezTo>
                <a:cubicBezTo>
                  <a:pt x="4776155" y="-6051"/>
                  <a:pt x="4876670" y="35233"/>
                  <a:pt x="5000752" y="0"/>
                </a:cubicBezTo>
                <a:cubicBezTo>
                  <a:pt x="5124834" y="-35233"/>
                  <a:pt x="5320007" y="6376"/>
                  <a:pt x="5479796" y="0"/>
                </a:cubicBezTo>
                <a:cubicBezTo>
                  <a:pt x="5639585" y="-6376"/>
                  <a:pt x="5987388" y="89120"/>
                  <a:pt x="6274308" y="0"/>
                </a:cubicBezTo>
                <a:cubicBezTo>
                  <a:pt x="6561228" y="-89120"/>
                  <a:pt x="6469549" y="14711"/>
                  <a:pt x="6543040" y="0"/>
                </a:cubicBezTo>
                <a:cubicBezTo>
                  <a:pt x="6616531" y="-14711"/>
                  <a:pt x="6880894" y="24867"/>
                  <a:pt x="7127240" y="0"/>
                </a:cubicBezTo>
                <a:cubicBezTo>
                  <a:pt x="7373586" y="-24867"/>
                  <a:pt x="7703353" y="29232"/>
                  <a:pt x="7921752" y="0"/>
                </a:cubicBezTo>
                <a:cubicBezTo>
                  <a:pt x="8140151" y="-29232"/>
                  <a:pt x="8436992" y="15020"/>
                  <a:pt x="8611108" y="0"/>
                </a:cubicBezTo>
                <a:cubicBezTo>
                  <a:pt x="8785224" y="-15020"/>
                  <a:pt x="9086613" y="81581"/>
                  <a:pt x="9300464" y="0"/>
                </a:cubicBezTo>
                <a:cubicBezTo>
                  <a:pt x="9514315" y="-81581"/>
                  <a:pt x="9623261" y="50401"/>
                  <a:pt x="9779508" y="0"/>
                </a:cubicBezTo>
                <a:cubicBezTo>
                  <a:pt x="9935755" y="-50401"/>
                  <a:pt x="10305332" y="31654"/>
                  <a:pt x="10515600" y="0"/>
                </a:cubicBezTo>
                <a:cubicBezTo>
                  <a:pt x="10546853" y="191382"/>
                  <a:pt x="10469454" y="308968"/>
                  <a:pt x="10515600" y="455110"/>
                </a:cubicBezTo>
                <a:cubicBezTo>
                  <a:pt x="10561746" y="601252"/>
                  <a:pt x="10509168" y="742830"/>
                  <a:pt x="10515600" y="870453"/>
                </a:cubicBezTo>
                <a:cubicBezTo>
                  <a:pt x="10522032" y="998076"/>
                  <a:pt x="10471646" y="1208229"/>
                  <a:pt x="10515600" y="1325563"/>
                </a:cubicBezTo>
                <a:cubicBezTo>
                  <a:pt x="10314459" y="1339219"/>
                  <a:pt x="10239166" y="1311799"/>
                  <a:pt x="10036556" y="1325563"/>
                </a:cubicBezTo>
                <a:cubicBezTo>
                  <a:pt x="9833946" y="1339327"/>
                  <a:pt x="9709123" y="1307965"/>
                  <a:pt x="9452356" y="1325563"/>
                </a:cubicBezTo>
                <a:cubicBezTo>
                  <a:pt x="9195589" y="1343161"/>
                  <a:pt x="8994962" y="1306787"/>
                  <a:pt x="8657844" y="1325563"/>
                </a:cubicBezTo>
                <a:cubicBezTo>
                  <a:pt x="8320726" y="1344339"/>
                  <a:pt x="8518055" y="1302532"/>
                  <a:pt x="8389112" y="1325563"/>
                </a:cubicBezTo>
                <a:cubicBezTo>
                  <a:pt x="8260169" y="1348594"/>
                  <a:pt x="8193007" y="1316196"/>
                  <a:pt x="8015224" y="1325563"/>
                </a:cubicBezTo>
                <a:cubicBezTo>
                  <a:pt x="7837441" y="1334930"/>
                  <a:pt x="7849788" y="1324348"/>
                  <a:pt x="7746492" y="1325563"/>
                </a:cubicBezTo>
                <a:cubicBezTo>
                  <a:pt x="7643196" y="1326778"/>
                  <a:pt x="7232373" y="1285719"/>
                  <a:pt x="7057136" y="1325563"/>
                </a:cubicBezTo>
                <a:cubicBezTo>
                  <a:pt x="6881899" y="1365407"/>
                  <a:pt x="6919216" y="1307755"/>
                  <a:pt x="6788404" y="1325563"/>
                </a:cubicBezTo>
                <a:cubicBezTo>
                  <a:pt x="6657592" y="1343371"/>
                  <a:pt x="6278085" y="1271576"/>
                  <a:pt x="6099048" y="1325563"/>
                </a:cubicBezTo>
                <a:cubicBezTo>
                  <a:pt x="5920011" y="1379550"/>
                  <a:pt x="5508657" y="1311185"/>
                  <a:pt x="5304536" y="1325563"/>
                </a:cubicBezTo>
                <a:cubicBezTo>
                  <a:pt x="5100415" y="1339941"/>
                  <a:pt x="5108664" y="1325272"/>
                  <a:pt x="5035804" y="1325563"/>
                </a:cubicBezTo>
                <a:cubicBezTo>
                  <a:pt x="4962944" y="1325854"/>
                  <a:pt x="4711907" y="1259348"/>
                  <a:pt x="4451604" y="1325563"/>
                </a:cubicBezTo>
                <a:cubicBezTo>
                  <a:pt x="4191301" y="1391778"/>
                  <a:pt x="4112922" y="1274610"/>
                  <a:pt x="3972560" y="1325563"/>
                </a:cubicBezTo>
                <a:cubicBezTo>
                  <a:pt x="3832198" y="1376516"/>
                  <a:pt x="3671072" y="1290382"/>
                  <a:pt x="3388360" y="1325563"/>
                </a:cubicBezTo>
                <a:cubicBezTo>
                  <a:pt x="3105648" y="1360744"/>
                  <a:pt x="2958255" y="1258146"/>
                  <a:pt x="2804160" y="1325563"/>
                </a:cubicBezTo>
                <a:cubicBezTo>
                  <a:pt x="2650065" y="1392980"/>
                  <a:pt x="2499275" y="1316491"/>
                  <a:pt x="2325116" y="1325563"/>
                </a:cubicBezTo>
                <a:cubicBezTo>
                  <a:pt x="2150957" y="1334635"/>
                  <a:pt x="1851726" y="1245043"/>
                  <a:pt x="1530604" y="1325563"/>
                </a:cubicBezTo>
                <a:cubicBezTo>
                  <a:pt x="1209482" y="1406083"/>
                  <a:pt x="1376466" y="1302836"/>
                  <a:pt x="1261872" y="1325563"/>
                </a:cubicBezTo>
                <a:cubicBezTo>
                  <a:pt x="1147278" y="1348290"/>
                  <a:pt x="909434" y="1251726"/>
                  <a:pt x="572516" y="1325563"/>
                </a:cubicBezTo>
                <a:cubicBezTo>
                  <a:pt x="235598" y="1399400"/>
                  <a:pt x="227600" y="1323263"/>
                  <a:pt x="0" y="1325563"/>
                </a:cubicBezTo>
                <a:cubicBezTo>
                  <a:pt x="-836" y="1164828"/>
                  <a:pt x="53582" y="1051078"/>
                  <a:pt x="0" y="857197"/>
                </a:cubicBezTo>
                <a:cubicBezTo>
                  <a:pt x="-53582" y="663316"/>
                  <a:pt x="48368" y="606188"/>
                  <a:pt x="0" y="441854"/>
                </a:cubicBezTo>
                <a:cubicBezTo>
                  <a:pt x="-48368" y="277520"/>
                  <a:pt x="14050" y="146763"/>
                  <a:pt x="0" y="0"/>
                </a:cubicBezTo>
                <a:close/>
              </a:path>
              <a:path w="10515600" h="1325563" stroke="0" extrusionOk="0">
                <a:moveTo>
                  <a:pt x="0" y="0"/>
                </a:moveTo>
                <a:cubicBezTo>
                  <a:pt x="92178" y="-21222"/>
                  <a:pt x="264011" y="11084"/>
                  <a:pt x="373888" y="0"/>
                </a:cubicBezTo>
                <a:cubicBezTo>
                  <a:pt x="483765" y="-11084"/>
                  <a:pt x="744959" y="34565"/>
                  <a:pt x="852932" y="0"/>
                </a:cubicBezTo>
                <a:cubicBezTo>
                  <a:pt x="960905" y="-34565"/>
                  <a:pt x="1117522" y="45939"/>
                  <a:pt x="1331976" y="0"/>
                </a:cubicBezTo>
                <a:cubicBezTo>
                  <a:pt x="1546430" y="-45939"/>
                  <a:pt x="1819161" y="31205"/>
                  <a:pt x="2021332" y="0"/>
                </a:cubicBezTo>
                <a:cubicBezTo>
                  <a:pt x="2223503" y="-31205"/>
                  <a:pt x="2374427" y="16088"/>
                  <a:pt x="2710688" y="0"/>
                </a:cubicBezTo>
                <a:cubicBezTo>
                  <a:pt x="3046949" y="-16088"/>
                  <a:pt x="3188751" y="11240"/>
                  <a:pt x="3400044" y="0"/>
                </a:cubicBezTo>
                <a:cubicBezTo>
                  <a:pt x="3611337" y="-11240"/>
                  <a:pt x="3729003" y="24882"/>
                  <a:pt x="3984244" y="0"/>
                </a:cubicBezTo>
                <a:cubicBezTo>
                  <a:pt x="4239485" y="-24882"/>
                  <a:pt x="4248661" y="16847"/>
                  <a:pt x="4358132" y="0"/>
                </a:cubicBezTo>
                <a:cubicBezTo>
                  <a:pt x="4467603" y="-16847"/>
                  <a:pt x="4704277" y="78533"/>
                  <a:pt x="5047488" y="0"/>
                </a:cubicBezTo>
                <a:cubicBezTo>
                  <a:pt x="5390699" y="-78533"/>
                  <a:pt x="5478617" y="32801"/>
                  <a:pt x="5631688" y="0"/>
                </a:cubicBezTo>
                <a:cubicBezTo>
                  <a:pt x="5784759" y="-32801"/>
                  <a:pt x="5981634" y="25702"/>
                  <a:pt x="6215888" y="0"/>
                </a:cubicBezTo>
                <a:cubicBezTo>
                  <a:pt x="6450142" y="-25702"/>
                  <a:pt x="6736604" y="19690"/>
                  <a:pt x="6905244" y="0"/>
                </a:cubicBezTo>
                <a:cubicBezTo>
                  <a:pt x="7073884" y="-19690"/>
                  <a:pt x="7286882" y="54355"/>
                  <a:pt x="7384288" y="0"/>
                </a:cubicBezTo>
                <a:cubicBezTo>
                  <a:pt x="7481694" y="-54355"/>
                  <a:pt x="7569919" y="19084"/>
                  <a:pt x="7653020" y="0"/>
                </a:cubicBezTo>
                <a:cubicBezTo>
                  <a:pt x="7736121" y="-19084"/>
                  <a:pt x="8028971" y="7172"/>
                  <a:pt x="8342376" y="0"/>
                </a:cubicBezTo>
                <a:cubicBezTo>
                  <a:pt x="8655781" y="-7172"/>
                  <a:pt x="8513400" y="26567"/>
                  <a:pt x="8611108" y="0"/>
                </a:cubicBezTo>
                <a:cubicBezTo>
                  <a:pt x="8708816" y="-26567"/>
                  <a:pt x="8765519" y="8311"/>
                  <a:pt x="8879840" y="0"/>
                </a:cubicBezTo>
                <a:cubicBezTo>
                  <a:pt x="8994161" y="-8311"/>
                  <a:pt x="9094252" y="11307"/>
                  <a:pt x="9253728" y="0"/>
                </a:cubicBezTo>
                <a:cubicBezTo>
                  <a:pt x="9413204" y="-11307"/>
                  <a:pt x="9611384" y="21739"/>
                  <a:pt x="9732772" y="0"/>
                </a:cubicBezTo>
                <a:cubicBezTo>
                  <a:pt x="9854160" y="-21739"/>
                  <a:pt x="10260773" y="2376"/>
                  <a:pt x="10515600" y="0"/>
                </a:cubicBezTo>
                <a:cubicBezTo>
                  <a:pt x="10547807" y="96027"/>
                  <a:pt x="10502213" y="250485"/>
                  <a:pt x="10515600" y="441854"/>
                </a:cubicBezTo>
                <a:cubicBezTo>
                  <a:pt x="10528987" y="633223"/>
                  <a:pt x="10500953" y="689669"/>
                  <a:pt x="10515600" y="843942"/>
                </a:cubicBezTo>
                <a:cubicBezTo>
                  <a:pt x="10530247" y="998215"/>
                  <a:pt x="10471267" y="1208650"/>
                  <a:pt x="10515600" y="1325563"/>
                </a:cubicBezTo>
                <a:cubicBezTo>
                  <a:pt x="10408911" y="1343606"/>
                  <a:pt x="10186565" y="1311187"/>
                  <a:pt x="10036556" y="1325563"/>
                </a:cubicBezTo>
                <a:cubicBezTo>
                  <a:pt x="9886547" y="1339939"/>
                  <a:pt x="9538345" y="1281053"/>
                  <a:pt x="9347200" y="1325563"/>
                </a:cubicBezTo>
                <a:cubicBezTo>
                  <a:pt x="9156055" y="1370073"/>
                  <a:pt x="9003166" y="1299112"/>
                  <a:pt x="8763000" y="1325563"/>
                </a:cubicBezTo>
                <a:cubicBezTo>
                  <a:pt x="8522834" y="1352014"/>
                  <a:pt x="8471849" y="1310553"/>
                  <a:pt x="8283956" y="1325563"/>
                </a:cubicBezTo>
                <a:cubicBezTo>
                  <a:pt x="8096063" y="1340573"/>
                  <a:pt x="8141020" y="1320966"/>
                  <a:pt x="8015224" y="1325563"/>
                </a:cubicBezTo>
                <a:cubicBezTo>
                  <a:pt x="7889428" y="1330160"/>
                  <a:pt x="7402689" y="1296549"/>
                  <a:pt x="7220712" y="1325563"/>
                </a:cubicBezTo>
                <a:cubicBezTo>
                  <a:pt x="7038735" y="1354577"/>
                  <a:pt x="6860564" y="1290552"/>
                  <a:pt x="6636512" y="1325563"/>
                </a:cubicBezTo>
                <a:cubicBezTo>
                  <a:pt x="6412460" y="1360574"/>
                  <a:pt x="6317643" y="1317756"/>
                  <a:pt x="6052312" y="1325563"/>
                </a:cubicBezTo>
                <a:cubicBezTo>
                  <a:pt x="5786981" y="1333370"/>
                  <a:pt x="5763881" y="1287197"/>
                  <a:pt x="5678424" y="1325563"/>
                </a:cubicBezTo>
                <a:cubicBezTo>
                  <a:pt x="5592967" y="1363929"/>
                  <a:pt x="5399248" y="1312349"/>
                  <a:pt x="5199380" y="1325563"/>
                </a:cubicBezTo>
                <a:cubicBezTo>
                  <a:pt x="4999512" y="1338777"/>
                  <a:pt x="4987883" y="1284423"/>
                  <a:pt x="4825492" y="1325563"/>
                </a:cubicBezTo>
                <a:cubicBezTo>
                  <a:pt x="4663101" y="1366703"/>
                  <a:pt x="4380555" y="1308688"/>
                  <a:pt x="4241292" y="1325563"/>
                </a:cubicBezTo>
                <a:cubicBezTo>
                  <a:pt x="4102029" y="1342438"/>
                  <a:pt x="3778341" y="1285171"/>
                  <a:pt x="3446780" y="1325563"/>
                </a:cubicBezTo>
                <a:cubicBezTo>
                  <a:pt x="3115219" y="1365955"/>
                  <a:pt x="3099173" y="1290652"/>
                  <a:pt x="2757424" y="1325563"/>
                </a:cubicBezTo>
                <a:cubicBezTo>
                  <a:pt x="2415675" y="1360474"/>
                  <a:pt x="2510972" y="1310466"/>
                  <a:pt x="2278380" y="1325563"/>
                </a:cubicBezTo>
                <a:cubicBezTo>
                  <a:pt x="2045788" y="1340660"/>
                  <a:pt x="1716210" y="1317992"/>
                  <a:pt x="1483868" y="1325563"/>
                </a:cubicBezTo>
                <a:cubicBezTo>
                  <a:pt x="1251526" y="1333134"/>
                  <a:pt x="972052" y="1254362"/>
                  <a:pt x="689356" y="1325563"/>
                </a:cubicBezTo>
                <a:cubicBezTo>
                  <a:pt x="406660" y="1396764"/>
                  <a:pt x="201106" y="1320070"/>
                  <a:pt x="0" y="1325563"/>
                </a:cubicBezTo>
                <a:cubicBezTo>
                  <a:pt x="-31617" y="1137567"/>
                  <a:pt x="37158" y="1000617"/>
                  <a:pt x="0" y="896964"/>
                </a:cubicBezTo>
                <a:cubicBezTo>
                  <a:pt x="-37158" y="793311"/>
                  <a:pt x="17420" y="591636"/>
                  <a:pt x="0" y="428599"/>
                </a:cubicBezTo>
                <a:cubicBezTo>
                  <a:pt x="-17420" y="265562"/>
                  <a:pt x="47044" y="122437"/>
                  <a:pt x="0" y="0"/>
                </a:cubicBezTo>
                <a:close/>
              </a:path>
            </a:pathLst>
          </a:custGeom>
          <a:ln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576319421">
                  <ask:type>
                    <ask:lineSketchScribble/>
                  </ask:type>
                </ask:lineSketchStyleProps>
              </a:ext>
            </a:extLst>
          </a:ln>
        </p:spPr>
        <p:txBody>
          <a:bodyPr/>
          <a:lstStyle>
            <a:lvl1pPr algn="ctr">
              <a:defRPr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499D4A-6B08-C144-AFE3-77A01A5AD3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8C066A-E572-A277-D369-78396D584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02/09/2025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EAEF30-4002-714D-0670-A49096DB8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A5FF20-6D76-29F2-418E-8864E01FE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0808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003FF-F52F-4E38-0A2E-9DA1C60DA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53E876-7455-9295-91BF-4F641EF553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47266-3916-28B3-A555-7FB1D3D8E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E68EB-F701-4E7C-8A1B-AAB143967A5F}" type="datetime1">
              <a:rPr lang="en-GB" smtClean="0"/>
              <a:t>02/09/2025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C7012B-55DA-34F4-808B-189EA4C3C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8D8DC9-36B0-31D0-B5F2-FC0C84BD9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0228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9EA8A-FF95-E0BD-7238-CF02B00FD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989762-D796-DC09-14A4-5AD190D825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6F5D70-A3AC-50F5-06B7-9CE9CF5074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DFC517-D127-635A-B264-F649FC869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1DE66-4F81-4974-88C3-7164F909D911}" type="datetime1">
              <a:rPr lang="en-GB" smtClean="0"/>
              <a:t>02/09/2025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BF902A-670D-5ED9-8D4D-F35167B04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D85025-5D85-AC22-6D8F-3E6EE503D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6600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7F54F-E990-F487-57E9-D0FAA742D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A5E450-926E-F984-8F71-955FA0FEC1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0BA968-AC90-BAC3-F9C8-6F8478B719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6AA182-DAAF-6A22-82E6-4D09269F14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AF3F09-93B2-51FA-9088-7D9BCEBC6D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0812B9-38A2-5B54-1BDB-7B50AFC36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1D5EC-0436-4D1A-B807-42CAECB52F3A}" type="datetime1">
              <a:rPr lang="en-GB" smtClean="0"/>
              <a:t>02/09/2025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2CC307-A30C-C6CE-E36C-F30561210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4CABA7-3B6D-774C-73DB-AC25CE1AD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1209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385C2-AC71-5CD4-56A8-CA28E1598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A798A5-3197-07D3-6CD1-2A6563AF5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A3ADE-44B1-4EF3-919C-3E8C2EF5A85F}" type="datetime1">
              <a:rPr lang="en-GB" smtClean="0"/>
              <a:t>02/09/2025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1AD66C-1B15-DB67-7702-F791D23B5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DD6D4E-F44E-AEA5-1EB9-E5D5B3B5F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7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117971-EA51-1E5E-FABA-79A350912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F570B-75EC-43EA-ABF4-4059CC25C5DE}" type="datetime1">
              <a:rPr lang="en-GB" smtClean="0"/>
              <a:t>02/09/2025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AD9B04-D7D8-9928-C4F7-04945D125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D0B3C4-33CC-72BA-889F-986C21D06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10852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2A411-0235-0168-189D-927979B3F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9C01DE-2ACF-2FCE-308A-BFFDD6898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8CC266-6F22-04FB-4D09-0BC53C1093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AF3AA6-3A77-7ABB-8CE0-53336682B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A2AE1-6EC0-47B6-9286-227F6CC4BE37}" type="datetime1">
              <a:rPr lang="en-GB" smtClean="0"/>
              <a:t>02/09/2025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BBDD05-C09C-3554-C58E-1FD10B16C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CACC2B-34F8-346A-1D83-2FA177A62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1826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FB5CA-54DD-FAF3-9B07-FA2AE2C13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044D3F-4214-F3D0-4E40-C3D7AC72D2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659081-4537-48AB-E691-80D9C313E9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4768B4-1148-4864-A694-4E4A62F90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18897-E1BD-4D4D-B0B7-CDDDCC6D391E}" type="datetime1">
              <a:rPr lang="en-GB" smtClean="0"/>
              <a:t>02/09/2025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6F3E4C-A1EA-4FA4-37E9-D4BDEC853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A227AC-5B9C-43D9-35DB-94115AA5D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0327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A51ED-3800-0D94-43C0-4DC9006B3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6EAF76-2B38-92CE-1645-607F15BB64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1DE2D-65A0-9797-96FC-951FC7CDF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5AAC1-57D9-4D00-AB02-0520E4D4A784}" type="datetime1">
              <a:rPr lang="en-GB" smtClean="0"/>
              <a:t>02/09/2025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9EEA3A-A9E6-9867-EFD1-11A0DDEFE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6EDA0E-F08D-D2E9-D34C-4BE6FAC46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3485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964FED-6CB9-AF94-F333-C88F49B078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ED8B65-A0C8-2F43-0A6D-1E466060B8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C972CA-C602-AC11-0A41-83CDB61E6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FE15E-9DEF-4BA1-88F2-D1C0C031F929}" type="datetime1">
              <a:rPr lang="en-GB" smtClean="0"/>
              <a:t>02/09/2025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3A94C6-4E92-45EE-14C2-7582DA461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3FE9AD-4D06-455A-43CC-97EF29F85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3353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7396CC-AE2A-8FCF-9294-1636AE519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DDC19C-91AE-C626-CCEE-59A834248E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9453CA-04EB-8130-D6AB-D4E0B71E0E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EA207B-7DFC-4FD1-8A21-6A6CCCD46F9E}" type="datetime1">
              <a:rPr lang="en-GB" smtClean="0"/>
              <a:t>02/09/2025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0AC1FF-20C6-4F46-C58B-266E55AA37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35F486-2A3E-BC10-5284-9B45A2F58D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B268CF-8001-41B5-ADCD-92A7738D3D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679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customXml" Target="../ink/ink6.xml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13.png"/><Relationship Id="rId2" Type="http://schemas.openxmlformats.org/officeDocument/2006/relationships/image" Target="../media/image8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10" Type="http://schemas.openxmlformats.org/officeDocument/2006/relationships/image" Target="../media/image12.png"/><Relationship Id="rId4" Type="http://schemas.openxmlformats.org/officeDocument/2006/relationships/image" Target="../media/image9.png"/><Relationship Id="rId9" Type="http://schemas.openxmlformats.org/officeDocument/2006/relationships/customXml" Target="../ink/ink4.xml"/><Relationship Id="rId1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78DFA-AB5E-A717-8846-2B007F75CA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Searching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6CBA92-8188-0147-A078-4FF601FBF7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Md Mehrab Hossain Opi</a:t>
            </a:r>
          </a:p>
          <a:p>
            <a:r>
              <a:rPr lang="en-GB" dirty="0"/>
              <a:t>CSE 4109: Artificial Intelligence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5296BA-E98B-0C90-A688-7E62AA8D0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F5BA6-E035-4879-AB7D-175221F8FC75}" type="datetime1">
              <a:rPr lang="en-GB" smtClean="0"/>
              <a:t>02/09/2025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897201-96C6-F5CA-638B-7D3FB18C9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83124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F06D1-D60F-EA78-76DA-90E1A818A562}"/>
              </a:ext>
            </a:extLst>
          </p:cNvPr>
          <p:cNvSpPr>
            <a:spLocks noGrp="1"/>
          </p:cNvSpPr>
          <p:nvPr>
            <p:ph type="title"/>
          </p:nvPr>
        </p:nvSpPr>
        <p:spPr>
          <a:custGeom>
            <a:avLst/>
            <a:gdLst>
              <a:gd name="connsiteX0" fmla="*/ 0 w 10515600"/>
              <a:gd name="connsiteY0" fmla="*/ 0 h 1325563"/>
              <a:gd name="connsiteX1" fmla="*/ 584200 w 10515600"/>
              <a:gd name="connsiteY1" fmla="*/ 0 h 1325563"/>
              <a:gd name="connsiteX2" fmla="*/ 1063244 w 10515600"/>
              <a:gd name="connsiteY2" fmla="*/ 0 h 1325563"/>
              <a:gd name="connsiteX3" fmla="*/ 1542288 w 10515600"/>
              <a:gd name="connsiteY3" fmla="*/ 0 h 1325563"/>
              <a:gd name="connsiteX4" fmla="*/ 2126488 w 10515600"/>
              <a:gd name="connsiteY4" fmla="*/ 0 h 1325563"/>
              <a:gd name="connsiteX5" fmla="*/ 2815844 w 10515600"/>
              <a:gd name="connsiteY5" fmla="*/ 0 h 1325563"/>
              <a:gd name="connsiteX6" fmla="*/ 3505200 w 10515600"/>
              <a:gd name="connsiteY6" fmla="*/ 0 h 1325563"/>
              <a:gd name="connsiteX7" fmla="*/ 4194556 w 10515600"/>
              <a:gd name="connsiteY7" fmla="*/ 0 h 1325563"/>
              <a:gd name="connsiteX8" fmla="*/ 4989068 w 10515600"/>
              <a:gd name="connsiteY8" fmla="*/ 0 h 1325563"/>
              <a:gd name="connsiteX9" fmla="*/ 5573268 w 10515600"/>
              <a:gd name="connsiteY9" fmla="*/ 0 h 1325563"/>
              <a:gd name="connsiteX10" fmla="*/ 6262624 w 10515600"/>
              <a:gd name="connsiteY10" fmla="*/ 0 h 1325563"/>
              <a:gd name="connsiteX11" fmla="*/ 6846824 w 10515600"/>
              <a:gd name="connsiteY11" fmla="*/ 0 h 1325563"/>
              <a:gd name="connsiteX12" fmla="*/ 7431024 w 10515600"/>
              <a:gd name="connsiteY12" fmla="*/ 0 h 1325563"/>
              <a:gd name="connsiteX13" fmla="*/ 8015224 w 10515600"/>
              <a:gd name="connsiteY13" fmla="*/ 0 h 1325563"/>
              <a:gd name="connsiteX14" fmla="*/ 8283956 w 10515600"/>
              <a:gd name="connsiteY14" fmla="*/ 0 h 1325563"/>
              <a:gd name="connsiteX15" fmla="*/ 8973312 w 10515600"/>
              <a:gd name="connsiteY15" fmla="*/ 0 h 1325563"/>
              <a:gd name="connsiteX16" fmla="*/ 9242044 w 10515600"/>
              <a:gd name="connsiteY16" fmla="*/ 0 h 1325563"/>
              <a:gd name="connsiteX17" fmla="*/ 9826244 w 10515600"/>
              <a:gd name="connsiteY17" fmla="*/ 0 h 1325563"/>
              <a:gd name="connsiteX18" fmla="*/ 10515600 w 10515600"/>
              <a:gd name="connsiteY18" fmla="*/ 0 h 1325563"/>
              <a:gd name="connsiteX19" fmla="*/ 10515600 w 10515600"/>
              <a:gd name="connsiteY19" fmla="*/ 468366 h 1325563"/>
              <a:gd name="connsiteX20" fmla="*/ 10515600 w 10515600"/>
              <a:gd name="connsiteY20" fmla="*/ 870453 h 1325563"/>
              <a:gd name="connsiteX21" fmla="*/ 10515600 w 10515600"/>
              <a:gd name="connsiteY21" fmla="*/ 1325563 h 1325563"/>
              <a:gd name="connsiteX22" fmla="*/ 10141712 w 10515600"/>
              <a:gd name="connsiteY22" fmla="*/ 1325563 h 1325563"/>
              <a:gd name="connsiteX23" fmla="*/ 9767824 w 10515600"/>
              <a:gd name="connsiteY23" fmla="*/ 1325563 h 1325563"/>
              <a:gd name="connsiteX24" fmla="*/ 8973312 w 10515600"/>
              <a:gd name="connsiteY24" fmla="*/ 1325563 h 1325563"/>
              <a:gd name="connsiteX25" fmla="*/ 8178800 w 10515600"/>
              <a:gd name="connsiteY25" fmla="*/ 1325563 h 1325563"/>
              <a:gd name="connsiteX26" fmla="*/ 7594600 w 10515600"/>
              <a:gd name="connsiteY26" fmla="*/ 1325563 h 1325563"/>
              <a:gd name="connsiteX27" fmla="*/ 6800088 w 10515600"/>
              <a:gd name="connsiteY27" fmla="*/ 1325563 h 1325563"/>
              <a:gd name="connsiteX28" fmla="*/ 6215888 w 10515600"/>
              <a:gd name="connsiteY28" fmla="*/ 1325563 h 1325563"/>
              <a:gd name="connsiteX29" fmla="*/ 5526532 w 10515600"/>
              <a:gd name="connsiteY29" fmla="*/ 1325563 h 1325563"/>
              <a:gd name="connsiteX30" fmla="*/ 5257800 w 10515600"/>
              <a:gd name="connsiteY30" fmla="*/ 1325563 h 1325563"/>
              <a:gd name="connsiteX31" fmla="*/ 4463288 w 10515600"/>
              <a:gd name="connsiteY31" fmla="*/ 1325563 h 1325563"/>
              <a:gd name="connsiteX32" fmla="*/ 3984244 w 10515600"/>
              <a:gd name="connsiteY32" fmla="*/ 1325563 h 1325563"/>
              <a:gd name="connsiteX33" fmla="*/ 3294888 w 10515600"/>
              <a:gd name="connsiteY33" fmla="*/ 1325563 h 1325563"/>
              <a:gd name="connsiteX34" fmla="*/ 3026156 w 10515600"/>
              <a:gd name="connsiteY34" fmla="*/ 1325563 h 1325563"/>
              <a:gd name="connsiteX35" fmla="*/ 2231644 w 10515600"/>
              <a:gd name="connsiteY35" fmla="*/ 1325563 h 1325563"/>
              <a:gd name="connsiteX36" fmla="*/ 1752600 w 10515600"/>
              <a:gd name="connsiteY36" fmla="*/ 1325563 h 1325563"/>
              <a:gd name="connsiteX37" fmla="*/ 1168400 w 10515600"/>
              <a:gd name="connsiteY37" fmla="*/ 1325563 h 1325563"/>
              <a:gd name="connsiteX38" fmla="*/ 794512 w 10515600"/>
              <a:gd name="connsiteY38" fmla="*/ 1325563 h 1325563"/>
              <a:gd name="connsiteX39" fmla="*/ 0 w 10515600"/>
              <a:gd name="connsiteY39" fmla="*/ 1325563 h 1325563"/>
              <a:gd name="connsiteX40" fmla="*/ 0 w 10515600"/>
              <a:gd name="connsiteY40" fmla="*/ 857197 h 1325563"/>
              <a:gd name="connsiteX41" fmla="*/ 0 w 10515600"/>
              <a:gd name="connsiteY41" fmla="*/ 415343 h 1325563"/>
              <a:gd name="connsiteX42" fmla="*/ 0 w 10515600"/>
              <a:gd name="connsiteY42" fmla="*/ 0 h 1325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0515600" h="1325563" fill="none" extrusionOk="0">
                <a:moveTo>
                  <a:pt x="0" y="0"/>
                </a:moveTo>
                <a:cubicBezTo>
                  <a:pt x="199634" y="-51373"/>
                  <a:pt x="446638" y="49318"/>
                  <a:pt x="584200" y="0"/>
                </a:cubicBezTo>
                <a:cubicBezTo>
                  <a:pt x="721762" y="-49318"/>
                  <a:pt x="930663" y="38378"/>
                  <a:pt x="1063244" y="0"/>
                </a:cubicBezTo>
                <a:cubicBezTo>
                  <a:pt x="1195825" y="-38378"/>
                  <a:pt x="1431271" y="30342"/>
                  <a:pt x="1542288" y="0"/>
                </a:cubicBezTo>
                <a:cubicBezTo>
                  <a:pt x="1653305" y="-30342"/>
                  <a:pt x="2002343" y="6432"/>
                  <a:pt x="2126488" y="0"/>
                </a:cubicBezTo>
                <a:cubicBezTo>
                  <a:pt x="2250633" y="-6432"/>
                  <a:pt x="2527769" y="42761"/>
                  <a:pt x="2815844" y="0"/>
                </a:cubicBezTo>
                <a:cubicBezTo>
                  <a:pt x="3103919" y="-42761"/>
                  <a:pt x="3245895" y="80955"/>
                  <a:pt x="3505200" y="0"/>
                </a:cubicBezTo>
                <a:cubicBezTo>
                  <a:pt x="3764505" y="-80955"/>
                  <a:pt x="3973551" y="60894"/>
                  <a:pt x="4194556" y="0"/>
                </a:cubicBezTo>
                <a:cubicBezTo>
                  <a:pt x="4415561" y="-60894"/>
                  <a:pt x="4634215" y="38307"/>
                  <a:pt x="4989068" y="0"/>
                </a:cubicBezTo>
                <a:cubicBezTo>
                  <a:pt x="5343921" y="-38307"/>
                  <a:pt x="5366694" y="14017"/>
                  <a:pt x="5573268" y="0"/>
                </a:cubicBezTo>
                <a:cubicBezTo>
                  <a:pt x="5779842" y="-14017"/>
                  <a:pt x="5981864" y="46115"/>
                  <a:pt x="6262624" y="0"/>
                </a:cubicBezTo>
                <a:cubicBezTo>
                  <a:pt x="6543384" y="-46115"/>
                  <a:pt x="6606752" y="68194"/>
                  <a:pt x="6846824" y="0"/>
                </a:cubicBezTo>
                <a:cubicBezTo>
                  <a:pt x="7086896" y="-68194"/>
                  <a:pt x="7217835" y="65291"/>
                  <a:pt x="7431024" y="0"/>
                </a:cubicBezTo>
                <a:cubicBezTo>
                  <a:pt x="7644213" y="-65291"/>
                  <a:pt x="7879463" y="31774"/>
                  <a:pt x="8015224" y="0"/>
                </a:cubicBezTo>
                <a:cubicBezTo>
                  <a:pt x="8150985" y="-31774"/>
                  <a:pt x="8212154" y="4755"/>
                  <a:pt x="8283956" y="0"/>
                </a:cubicBezTo>
                <a:cubicBezTo>
                  <a:pt x="8355758" y="-4755"/>
                  <a:pt x="8826519" y="17716"/>
                  <a:pt x="8973312" y="0"/>
                </a:cubicBezTo>
                <a:cubicBezTo>
                  <a:pt x="9120105" y="-17716"/>
                  <a:pt x="9173478" y="9199"/>
                  <a:pt x="9242044" y="0"/>
                </a:cubicBezTo>
                <a:cubicBezTo>
                  <a:pt x="9310610" y="-9199"/>
                  <a:pt x="9591506" y="8584"/>
                  <a:pt x="9826244" y="0"/>
                </a:cubicBezTo>
                <a:cubicBezTo>
                  <a:pt x="10060982" y="-8584"/>
                  <a:pt x="10201720" y="53859"/>
                  <a:pt x="10515600" y="0"/>
                </a:cubicBezTo>
                <a:cubicBezTo>
                  <a:pt x="10528818" y="97495"/>
                  <a:pt x="10505274" y="259415"/>
                  <a:pt x="10515600" y="468366"/>
                </a:cubicBezTo>
                <a:cubicBezTo>
                  <a:pt x="10525926" y="677317"/>
                  <a:pt x="10508682" y="677626"/>
                  <a:pt x="10515600" y="870453"/>
                </a:cubicBezTo>
                <a:cubicBezTo>
                  <a:pt x="10522518" y="1063280"/>
                  <a:pt x="10510955" y="1218240"/>
                  <a:pt x="10515600" y="1325563"/>
                </a:cubicBezTo>
                <a:cubicBezTo>
                  <a:pt x="10340140" y="1355842"/>
                  <a:pt x="10274695" y="1293885"/>
                  <a:pt x="10141712" y="1325563"/>
                </a:cubicBezTo>
                <a:cubicBezTo>
                  <a:pt x="10008729" y="1357241"/>
                  <a:pt x="9902744" y="1312872"/>
                  <a:pt x="9767824" y="1325563"/>
                </a:cubicBezTo>
                <a:cubicBezTo>
                  <a:pt x="9632904" y="1338254"/>
                  <a:pt x="9328068" y="1240126"/>
                  <a:pt x="8973312" y="1325563"/>
                </a:cubicBezTo>
                <a:cubicBezTo>
                  <a:pt x="8618556" y="1411000"/>
                  <a:pt x="8531308" y="1259411"/>
                  <a:pt x="8178800" y="1325563"/>
                </a:cubicBezTo>
                <a:cubicBezTo>
                  <a:pt x="7826292" y="1391715"/>
                  <a:pt x="7713557" y="1282190"/>
                  <a:pt x="7594600" y="1325563"/>
                </a:cubicBezTo>
                <a:cubicBezTo>
                  <a:pt x="7475643" y="1368936"/>
                  <a:pt x="7009492" y="1305285"/>
                  <a:pt x="6800088" y="1325563"/>
                </a:cubicBezTo>
                <a:cubicBezTo>
                  <a:pt x="6590684" y="1345841"/>
                  <a:pt x="6389801" y="1260904"/>
                  <a:pt x="6215888" y="1325563"/>
                </a:cubicBezTo>
                <a:cubicBezTo>
                  <a:pt x="6041975" y="1390222"/>
                  <a:pt x="5678912" y="1265992"/>
                  <a:pt x="5526532" y="1325563"/>
                </a:cubicBezTo>
                <a:cubicBezTo>
                  <a:pt x="5374152" y="1385134"/>
                  <a:pt x="5382254" y="1306310"/>
                  <a:pt x="5257800" y="1325563"/>
                </a:cubicBezTo>
                <a:cubicBezTo>
                  <a:pt x="5133346" y="1344816"/>
                  <a:pt x="4836155" y="1289227"/>
                  <a:pt x="4463288" y="1325563"/>
                </a:cubicBezTo>
                <a:cubicBezTo>
                  <a:pt x="4090421" y="1361899"/>
                  <a:pt x="4151020" y="1298534"/>
                  <a:pt x="3984244" y="1325563"/>
                </a:cubicBezTo>
                <a:cubicBezTo>
                  <a:pt x="3817468" y="1352592"/>
                  <a:pt x="3572374" y="1304693"/>
                  <a:pt x="3294888" y="1325563"/>
                </a:cubicBezTo>
                <a:cubicBezTo>
                  <a:pt x="3017402" y="1346433"/>
                  <a:pt x="3151456" y="1317654"/>
                  <a:pt x="3026156" y="1325563"/>
                </a:cubicBezTo>
                <a:cubicBezTo>
                  <a:pt x="2900856" y="1333472"/>
                  <a:pt x="2418455" y="1297159"/>
                  <a:pt x="2231644" y="1325563"/>
                </a:cubicBezTo>
                <a:cubicBezTo>
                  <a:pt x="2044833" y="1353967"/>
                  <a:pt x="1940374" y="1306516"/>
                  <a:pt x="1752600" y="1325563"/>
                </a:cubicBezTo>
                <a:cubicBezTo>
                  <a:pt x="1564826" y="1344610"/>
                  <a:pt x="1305095" y="1305552"/>
                  <a:pt x="1168400" y="1325563"/>
                </a:cubicBezTo>
                <a:cubicBezTo>
                  <a:pt x="1031705" y="1345574"/>
                  <a:pt x="927881" y="1303665"/>
                  <a:pt x="794512" y="1325563"/>
                </a:cubicBezTo>
                <a:cubicBezTo>
                  <a:pt x="661143" y="1347461"/>
                  <a:pt x="164008" y="1239848"/>
                  <a:pt x="0" y="1325563"/>
                </a:cubicBezTo>
                <a:cubicBezTo>
                  <a:pt x="-43827" y="1107128"/>
                  <a:pt x="40367" y="1071636"/>
                  <a:pt x="0" y="857197"/>
                </a:cubicBezTo>
                <a:cubicBezTo>
                  <a:pt x="-40367" y="642758"/>
                  <a:pt x="24937" y="567712"/>
                  <a:pt x="0" y="415343"/>
                </a:cubicBezTo>
                <a:cubicBezTo>
                  <a:pt x="-24937" y="262974"/>
                  <a:pt x="39094" y="119383"/>
                  <a:pt x="0" y="0"/>
                </a:cubicBezTo>
                <a:close/>
              </a:path>
              <a:path w="10515600" h="1325563" stroke="0" extrusionOk="0">
                <a:moveTo>
                  <a:pt x="0" y="0"/>
                </a:moveTo>
                <a:cubicBezTo>
                  <a:pt x="117769" y="-54612"/>
                  <a:pt x="363642" y="16397"/>
                  <a:pt x="479044" y="0"/>
                </a:cubicBezTo>
                <a:cubicBezTo>
                  <a:pt x="594446" y="-16397"/>
                  <a:pt x="677892" y="18700"/>
                  <a:pt x="747776" y="0"/>
                </a:cubicBezTo>
                <a:cubicBezTo>
                  <a:pt x="817660" y="-18700"/>
                  <a:pt x="1147191" y="42425"/>
                  <a:pt x="1542288" y="0"/>
                </a:cubicBezTo>
                <a:cubicBezTo>
                  <a:pt x="1937385" y="-42425"/>
                  <a:pt x="1903667" y="55036"/>
                  <a:pt x="2021332" y="0"/>
                </a:cubicBezTo>
                <a:cubicBezTo>
                  <a:pt x="2138997" y="-55036"/>
                  <a:pt x="2261555" y="30614"/>
                  <a:pt x="2500376" y="0"/>
                </a:cubicBezTo>
                <a:cubicBezTo>
                  <a:pt x="2739197" y="-30614"/>
                  <a:pt x="2992326" y="934"/>
                  <a:pt x="3294888" y="0"/>
                </a:cubicBezTo>
                <a:cubicBezTo>
                  <a:pt x="3597450" y="-934"/>
                  <a:pt x="3536470" y="20588"/>
                  <a:pt x="3668776" y="0"/>
                </a:cubicBezTo>
                <a:cubicBezTo>
                  <a:pt x="3801082" y="-20588"/>
                  <a:pt x="4167052" y="95069"/>
                  <a:pt x="4463288" y="0"/>
                </a:cubicBezTo>
                <a:cubicBezTo>
                  <a:pt x="4759524" y="-95069"/>
                  <a:pt x="4927052" y="44879"/>
                  <a:pt x="5257800" y="0"/>
                </a:cubicBezTo>
                <a:cubicBezTo>
                  <a:pt x="5588548" y="-44879"/>
                  <a:pt x="5635378" y="45685"/>
                  <a:pt x="5842000" y="0"/>
                </a:cubicBezTo>
                <a:cubicBezTo>
                  <a:pt x="6048622" y="-45685"/>
                  <a:pt x="6336244" y="84925"/>
                  <a:pt x="6636512" y="0"/>
                </a:cubicBezTo>
                <a:cubicBezTo>
                  <a:pt x="6936780" y="-84925"/>
                  <a:pt x="6983770" y="37784"/>
                  <a:pt x="7115556" y="0"/>
                </a:cubicBezTo>
                <a:cubicBezTo>
                  <a:pt x="7247342" y="-37784"/>
                  <a:pt x="7473141" y="52757"/>
                  <a:pt x="7594600" y="0"/>
                </a:cubicBezTo>
                <a:cubicBezTo>
                  <a:pt x="7716059" y="-52757"/>
                  <a:pt x="8131150" y="920"/>
                  <a:pt x="8283956" y="0"/>
                </a:cubicBezTo>
                <a:cubicBezTo>
                  <a:pt x="8436762" y="-920"/>
                  <a:pt x="8664826" y="24800"/>
                  <a:pt x="8763000" y="0"/>
                </a:cubicBezTo>
                <a:cubicBezTo>
                  <a:pt x="8861174" y="-24800"/>
                  <a:pt x="9272964" y="43339"/>
                  <a:pt x="9557512" y="0"/>
                </a:cubicBezTo>
                <a:cubicBezTo>
                  <a:pt x="9842060" y="-43339"/>
                  <a:pt x="10044680" y="73864"/>
                  <a:pt x="10515600" y="0"/>
                </a:cubicBezTo>
                <a:cubicBezTo>
                  <a:pt x="10536968" y="118651"/>
                  <a:pt x="10479712" y="227816"/>
                  <a:pt x="10515600" y="441854"/>
                </a:cubicBezTo>
                <a:cubicBezTo>
                  <a:pt x="10551488" y="655892"/>
                  <a:pt x="10487580" y="795649"/>
                  <a:pt x="10515600" y="896964"/>
                </a:cubicBezTo>
                <a:cubicBezTo>
                  <a:pt x="10543620" y="998279"/>
                  <a:pt x="10467886" y="1134345"/>
                  <a:pt x="10515600" y="1325563"/>
                </a:cubicBezTo>
                <a:cubicBezTo>
                  <a:pt x="10386768" y="1345314"/>
                  <a:pt x="10232234" y="1296468"/>
                  <a:pt x="10141712" y="1325563"/>
                </a:cubicBezTo>
                <a:cubicBezTo>
                  <a:pt x="10051190" y="1354658"/>
                  <a:pt x="9821524" y="1272248"/>
                  <a:pt x="9557512" y="1325563"/>
                </a:cubicBezTo>
                <a:cubicBezTo>
                  <a:pt x="9293500" y="1378878"/>
                  <a:pt x="9328409" y="1285987"/>
                  <a:pt x="9183624" y="1325563"/>
                </a:cubicBezTo>
                <a:cubicBezTo>
                  <a:pt x="9038839" y="1365139"/>
                  <a:pt x="8786483" y="1307681"/>
                  <a:pt x="8599424" y="1325563"/>
                </a:cubicBezTo>
                <a:cubicBezTo>
                  <a:pt x="8412365" y="1343445"/>
                  <a:pt x="8414709" y="1295618"/>
                  <a:pt x="8330692" y="1325563"/>
                </a:cubicBezTo>
                <a:cubicBezTo>
                  <a:pt x="8246675" y="1355508"/>
                  <a:pt x="8177963" y="1311461"/>
                  <a:pt x="8061960" y="1325563"/>
                </a:cubicBezTo>
                <a:cubicBezTo>
                  <a:pt x="7945957" y="1339665"/>
                  <a:pt x="7703014" y="1305435"/>
                  <a:pt x="7477760" y="1325563"/>
                </a:cubicBezTo>
                <a:cubicBezTo>
                  <a:pt x="7252506" y="1345691"/>
                  <a:pt x="7252717" y="1303457"/>
                  <a:pt x="7103872" y="1325563"/>
                </a:cubicBezTo>
                <a:cubicBezTo>
                  <a:pt x="6955027" y="1347669"/>
                  <a:pt x="6731082" y="1266922"/>
                  <a:pt x="6414516" y="1325563"/>
                </a:cubicBezTo>
                <a:cubicBezTo>
                  <a:pt x="6097950" y="1384204"/>
                  <a:pt x="6209104" y="1291605"/>
                  <a:pt x="6040628" y="1325563"/>
                </a:cubicBezTo>
                <a:cubicBezTo>
                  <a:pt x="5872152" y="1359521"/>
                  <a:pt x="5612756" y="1250928"/>
                  <a:pt x="5351272" y="1325563"/>
                </a:cubicBezTo>
                <a:cubicBezTo>
                  <a:pt x="5089788" y="1400198"/>
                  <a:pt x="5214554" y="1299028"/>
                  <a:pt x="5082540" y="1325563"/>
                </a:cubicBezTo>
                <a:cubicBezTo>
                  <a:pt x="4950526" y="1352098"/>
                  <a:pt x="4664612" y="1292268"/>
                  <a:pt x="4393184" y="1325563"/>
                </a:cubicBezTo>
                <a:cubicBezTo>
                  <a:pt x="4121756" y="1358858"/>
                  <a:pt x="4202348" y="1294794"/>
                  <a:pt x="4019296" y="1325563"/>
                </a:cubicBezTo>
                <a:cubicBezTo>
                  <a:pt x="3836244" y="1356332"/>
                  <a:pt x="3833682" y="1302544"/>
                  <a:pt x="3750564" y="1325563"/>
                </a:cubicBezTo>
                <a:cubicBezTo>
                  <a:pt x="3667446" y="1348582"/>
                  <a:pt x="3558774" y="1289251"/>
                  <a:pt x="3376676" y="1325563"/>
                </a:cubicBezTo>
                <a:cubicBezTo>
                  <a:pt x="3194578" y="1361875"/>
                  <a:pt x="2934693" y="1260449"/>
                  <a:pt x="2687320" y="1325563"/>
                </a:cubicBezTo>
                <a:cubicBezTo>
                  <a:pt x="2439947" y="1390677"/>
                  <a:pt x="2409273" y="1286072"/>
                  <a:pt x="2313432" y="1325563"/>
                </a:cubicBezTo>
                <a:cubicBezTo>
                  <a:pt x="2217591" y="1365054"/>
                  <a:pt x="2115947" y="1322974"/>
                  <a:pt x="2044700" y="1325563"/>
                </a:cubicBezTo>
                <a:cubicBezTo>
                  <a:pt x="1973453" y="1328152"/>
                  <a:pt x="1746704" y="1313098"/>
                  <a:pt x="1670812" y="1325563"/>
                </a:cubicBezTo>
                <a:cubicBezTo>
                  <a:pt x="1594920" y="1338028"/>
                  <a:pt x="1361608" y="1274437"/>
                  <a:pt x="1191768" y="1325563"/>
                </a:cubicBezTo>
                <a:cubicBezTo>
                  <a:pt x="1021928" y="1376689"/>
                  <a:pt x="747020" y="1259611"/>
                  <a:pt x="607568" y="1325563"/>
                </a:cubicBezTo>
                <a:cubicBezTo>
                  <a:pt x="468116" y="1391515"/>
                  <a:pt x="299108" y="1260064"/>
                  <a:pt x="0" y="1325563"/>
                </a:cubicBezTo>
                <a:cubicBezTo>
                  <a:pt x="-42502" y="1110413"/>
                  <a:pt x="24566" y="1060159"/>
                  <a:pt x="0" y="857197"/>
                </a:cubicBezTo>
                <a:cubicBezTo>
                  <a:pt x="-24566" y="654235"/>
                  <a:pt x="2557" y="605171"/>
                  <a:pt x="0" y="415343"/>
                </a:cubicBezTo>
                <a:cubicBezTo>
                  <a:pt x="-2557" y="225515"/>
                  <a:pt x="15012" y="88770"/>
                  <a:pt x="0" y="0"/>
                </a:cubicBezTo>
                <a:close/>
              </a:path>
            </a:pathLst>
          </a:custGeom>
          <a:ln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1219033472">
                  <ask:type>
                    <ask:lineSketchScribble/>
                  </ask:type>
                </ask:lineSketchStyleProps>
              </a:ext>
            </a:extLst>
          </a:ln>
        </p:spPr>
        <p:txBody>
          <a:bodyPr/>
          <a:lstStyle/>
          <a:p>
            <a:pPr algn="ctr"/>
            <a:r>
              <a:rPr lang="en-GB" dirty="0">
                <a:latin typeface="Verdana" panose="020B0604030504040204" pitchFamily="34" charset="0"/>
                <a:ea typeface="Verdana" panose="020B0604030504040204" pitchFamily="34" charset="0"/>
              </a:rPr>
              <a:t>Artificial Intelligence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32E6FA-669E-99F5-9142-526565ED7B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5400" u="sng" dirty="0"/>
              <a:t>What is AI?</a:t>
            </a:r>
          </a:p>
          <a:p>
            <a:pPr marL="0" indent="0" algn="ctr">
              <a:buNone/>
            </a:pPr>
            <a:endParaRPr lang="en-GB" sz="3200" dirty="0"/>
          </a:p>
          <a:p>
            <a:pPr marL="0" indent="0" algn="ctr">
              <a:buNone/>
            </a:pPr>
            <a:r>
              <a:rPr lang="en-GB" sz="3200" dirty="0"/>
              <a:t>The Art of creating machines that perform functions that require intelligence when performed by people.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57C151B-649A-A5A1-3C38-2FB5B7E1CF89}"/>
              </a:ext>
            </a:extLst>
          </p:cNvPr>
          <p:cNvSpPr/>
          <p:nvPr/>
        </p:nvSpPr>
        <p:spPr>
          <a:xfrm>
            <a:off x="3186545" y="3713018"/>
            <a:ext cx="2170546" cy="517237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251B32-D778-8408-F931-C7EA6EDE3CF3}"/>
              </a:ext>
            </a:extLst>
          </p:cNvPr>
          <p:cNvSpPr/>
          <p:nvPr/>
        </p:nvSpPr>
        <p:spPr>
          <a:xfrm>
            <a:off x="1173017" y="4812145"/>
            <a:ext cx="6197601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The ability to think and understand instead of doing things by instinct or automatically.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3BA287-51BD-93C3-CB17-2616EA7B0F17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4271818" y="4230255"/>
            <a:ext cx="0" cy="58189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50785E05-0754-034F-A53F-8EC86E888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44C4E-D239-43ED-9E6D-40D8E6A045BF}" type="datetime1">
              <a:rPr lang="en-GB" smtClean="0"/>
              <a:t>02/09/2025</a:t>
            </a:fld>
            <a:endParaRPr lang="en-GB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97AD2D5-733E-CC83-1061-EE05E2602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4265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C3ACF-3A55-B005-AF44-D275CECD2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0ED88-A468-69EC-3877-69D07F194C28}"/>
              </a:ext>
            </a:extLst>
          </p:cNvPr>
          <p:cNvSpPr>
            <a:spLocks noGrp="1"/>
          </p:cNvSpPr>
          <p:nvPr>
            <p:ph type="title"/>
          </p:nvPr>
        </p:nvSpPr>
        <p:spPr>
          <a:custGeom>
            <a:avLst/>
            <a:gdLst>
              <a:gd name="connsiteX0" fmla="*/ 0 w 10515600"/>
              <a:gd name="connsiteY0" fmla="*/ 0 h 1325563"/>
              <a:gd name="connsiteX1" fmla="*/ 584200 w 10515600"/>
              <a:gd name="connsiteY1" fmla="*/ 0 h 1325563"/>
              <a:gd name="connsiteX2" fmla="*/ 1063244 w 10515600"/>
              <a:gd name="connsiteY2" fmla="*/ 0 h 1325563"/>
              <a:gd name="connsiteX3" fmla="*/ 1542288 w 10515600"/>
              <a:gd name="connsiteY3" fmla="*/ 0 h 1325563"/>
              <a:gd name="connsiteX4" fmla="*/ 2126488 w 10515600"/>
              <a:gd name="connsiteY4" fmla="*/ 0 h 1325563"/>
              <a:gd name="connsiteX5" fmla="*/ 2815844 w 10515600"/>
              <a:gd name="connsiteY5" fmla="*/ 0 h 1325563"/>
              <a:gd name="connsiteX6" fmla="*/ 3505200 w 10515600"/>
              <a:gd name="connsiteY6" fmla="*/ 0 h 1325563"/>
              <a:gd name="connsiteX7" fmla="*/ 4194556 w 10515600"/>
              <a:gd name="connsiteY7" fmla="*/ 0 h 1325563"/>
              <a:gd name="connsiteX8" fmla="*/ 4989068 w 10515600"/>
              <a:gd name="connsiteY8" fmla="*/ 0 h 1325563"/>
              <a:gd name="connsiteX9" fmla="*/ 5573268 w 10515600"/>
              <a:gd name="connsiteY9" fmla="*/ 0 h 1325563"/>
              <a:gd name="connsiteX10" fmla="*/ 6262624 w 10515600"/>
              <a:gd name="connsiteY10" fmla="*/ 0 h 1325563"/>
              <a:gd name="connsiteX11" fmla="*/ 6846824 w 10515600"/>
              <a:gd name="connsiteY11" fmla="*/ 0 h 1325563"/>
              <a:gd name="connsiteX12" fmla="*/ 7431024 w 10515600"/>
              <a:gd name="connsiteY12" fmla="*/ 0 h 1325563"/>
              <a:gd name="connsiteX13" fmla="*/ 8015224 w 10515600"/>
              <a:gd name="connsiteY13" fmla="*/ 0 h 1325563"/>
              <a:gd name="connsiteX14" fmla="*/ 8283956 w 10515600"/>
              <a:gd name="connsiteY14" fmla="*/ 0 h 1325563"/>
              <a:gd name="connsiteX15" fmla="*/ 8973312 w 10515600"/>
              <a:gd name="connsiteY15" fmla="*/ 0 h 1325563"/>
              <a:gd name="connsiteX16" fmla="*/ 9242044 w 10515600"/>
              <a:gd name="connsiteY16" fmla="*/ 0 h 1325563"/>
              <a:gd name="connsiteX17" fmla="*/ 9826244 w 10515600"/>
              <a:gd name="connsiteY17" fmla="*/ 0 h 1325563"/>
              <a:gd name="connsiteX18" fmla="*/ 10515600 w 10515600"/>
              <a:gd name="connsiteY18" fmla="*/ 0 h 1325563"/>
              <a:gd name="connsiteX19" fmla="*/ 10515600 w 10515600"/>
              <a:gd name="connsiteY19" fmla="*/ 468366 h 1325563"/>
              <a:gd name="connsiteX20" fmla="*/ 10515600 w 10515600"/>
              <a:gd name="connsiteY20" fmla="*/ 870453 h 1325563"/>
              <a:gd name="connsiteX21" fmla="*/ 10515600 w 10515600"/>
              <a:gd name="connsiteY21" fmla="*/ 1325563 h 1325563"/>
              <a:gd name="connsiteX22" fmla="*/ 10141712 w 10515600"/>
              <a:gd name="connsiteY22" fmla="*/ 1325563 h 1325563"/>
              <a:gd name="connsiteX23" fmla="*/ 9767824 w 10515600"/>
              <a:gd name="connsiteY23" fmla="*/ 1325563 h 1325563"/>
              <a:gd name="connsiteX24" fmla="*/ 8973312 w 10515600"/>
              <a:gd name="connsiteY24" fmla="*/ 1325563 h 1325563"/>
              <a:gd name="connsiteX25" fmla="*/ 8178800 w 10515600"/>
              <a:gd name="connsiteY25" fmla="*/ 1325563 h 1325563"/>
              <a:gd name="connsiteX26" fmla="*/ 7594600 w 10515600"/>
              <a:gd name="connsiteY26" fmla="*/ 1325563 h 1325563"/>
              <a:gd name="connsiteX27" fmla="*/ 6800088 w 10515600"/>
              <a:gd name="connsiteY27" fmla="*/ 1325563 h 1325563"/>
              <a:gd name="connsiteX28" fmla="*/ 6215888 w 10515600"/>
              <a:gd name="connsiteY28" fmla="*/ 1325563 h 1325563"/>
              <a:gd name="connsiteX29" fmla="*/ 5526532 w 10515600"/>
              <a:gd name="connsiteY29" fmla="*/ 1325563 h 1325563"/>
              <a:gd name="connsiteX30" fmla="*/ 5257800 w 10515600"/>
              <a:gd name="connsiteY30" fmla="*/ 1325563 h 1325563"/>
              <a:gd name="connsiteX31" fmla="*/ 4463288 w 10515600"/>
              <a:gd name="connsiteY31" fmla="*/ 1325563 h 1325563"/>
              <a:gd name="connsiteX32" fmla="*/ 3984244 w 10515600"/>
              <a:gd name="connsiteY32" fmla="*/ 1325563 h 1325563"/>
              <a:gd name="connsiteX33" fmla="*/ 3294888 w 10515600"/>
              <a:gd name="connsiteY33" fmla="*/ 1325563 h 1325563"/>
              <a:gd name="connsiteX34" fmla="*/ 3026156 w 10515600"/>
              <a:gd name="connsiteY34" fmla="*/ 1325563 h 1325563"/>
              <a:gd name="connsiteX35" fmla="*/ 2231644 w 10515600"/>
              <a:gd name="connsiteY35" fmla="*/ 1325563 h 1325563"/>
              <a:gd name="connsiteX36" fmla="*/ 1752600 w 10515600"/>
              <a:gd name="connsiteY36" fmla="*/ 1325563 h 1325563"/>
              <a:gd name="connsiteX37" fmla="*/ 1168400 w 10515600"/>
              <a:gd name="connsiteY37" fmla="*/ 1325563 h 1325563"/>
              <a:gd name="connsiteX38" fmla="*/ 794512 w 10515600"/>
              <a:gd name="connsiteY38" fmla="*/ 1325563 h 1325563"/>
              <a:gd name="connsiteX39" fmla="*/ 0 w 10515600"/>
              <a:gd name="connsiteY39" fmla="*/ 1325563 h 1325563"/>
              <a:gd name="connsiteX40" fmla="*/ 0 w 10515600"/>
              <a:gd name="connsiteY40" fmla="*/ 857197 h 1325563"/>
              <a:gd name="connsiteX41" fmla="*/ 0 w 10515600"/>
              <a:gd name="connsiteY41" fmla="*/ 415343 h 1325563"/>
              <a:gd name="connsiteX42" fmla="*/ 0 w 10515600"/>
              <a:gd name="connsiteY42" fmla="*/ 0 h 1325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0515600" h="1325563" fill="none" extrusionOk="0">
                <a:moveTo>
                  <a:pt x="0" y="0"/>
                </a:moveTo>
                <a:cubicBezTo>
                  <a:pt x="199634" y="-51373"/>
                  <a:pt x="446638" y="49318"/>
                  <a:pt x="584200" y="0"/>
                </a:cubicBezTo>
                <a:cubicBezTo>
                  <a:pt x="721762" y="-49318"/>
                  <a:pt x="930663" y="38378"/>
                  <a:pt x="1063244" y="0"/>
                </a:cubicBezTo>
                <a:cubicBezTo>
                  <a:pt x="1195825" y="-38378"/>
                  <a:pt x="1431271" y="30342"/>
                  <a:pt x="1542288" y="0"/>
                </a:cubicBezTo>
                <a:cubicBezTo>
                  <a:pt x="1653305" y="-30342"/>
                  <a:pt x="2002343" y="6432"/>
                  <a:pt x="2126488" y="0"/>
                </a:cubicBezTo>
                <a:cubicBezTo>
                  <a:pt x="2250633" y="-6432"/>
                  <a:pt x="2527769" y="42761"/>
                  <a:pt x="2815844" y="0"/>
                </a:cubicBezTo>
                <a:cubicBezTo>
                  <a:pt x="3103919" y="-42761"/>
                  <a:pt x="3245895" y="80955"/>
                  <a:pt x="3505200" y="0"/>
                </a:cubicBezTo>
                <a:cubicBezTo>
                  <a:pt x="3764505" y="-80955"/>
                  <a:pt x="3973551" y="60894"/>
                  <a:pt x="4194556" y="0"/>
                </a:cubicBezTo>
                <a:cubicBezTo>
                  <a:pt x="4415561" y="-60894"/>
                  <a:pt x="4634215" y="38307"/>
                  <a:pt x="4989068" y="0"/>
                </a:cubicBezTo>
                <a:cubicBezTo>
                  <a:pt x="5343921" y="-38307"/>
                  <a:pt x="5366694" y="14017"/>
                  <a:pt x="5573268" y="0"/>
                </a:cubicBezTo>
                <a:cubicBezTo>
                  <a:pt x="5779842" y="-14017"/>
                  <a:pt x="5981864" y="46115"/>
                  <a:pt x="6262624" y="0"/>
                </a:cubicBezTo>
                <a:cubicBezTo>
                  <a:pt x="6543384" y="-46115"/>
                  <a:pt x="6606752" y="68194"/>
                  <a:pt x="6846824" y="0"/>
                </a:cubicBezTo>
                <a:cubicBezTo>
                  <a:pt x="7086896" y="-68194"/>
                  <a:pt x="7217835" y="65291"/>
                  <a:pt x="7431024" y="0"/>
                </a:cubicBezTo>
                <a:cubicBezTo>
                  <a:pt x="7644213" y="-65291"/>
                  <a:pt x="7879463" y="31774"/>
                  <a:pt x="8015224" y="0"/>
                </a:cubicBezTo>
                <a:cubicBezTo>
                  <a:pt x="8150985" y="-31774"/>
                  <a:pt x="8212154" y="4755"/>
                  <a:pt x="8283956" y="0"/>
                </a:cubicBezTo>
                <a:cubicBezTo>
                  <a:pt x="8355758" y="-4755"/>
                  <a:pt x="8826519" y="17716"/>
                  <a:pt x="8973312" y="0"/>
                </a:cubicBezTo>
                <a:cubicBezTo>
                  <a:pt x="9120105" y="-17716"/>
                  <a:pt x="9173478" y="9199"/>
                  <a:pt x="9242044" y="0"/>
                </a:cubicBezTo>
                <a:cubicBezTo>
                  <a:pt x="9310610" y="-9199"/>
                  <a:pt x="9591506" y="8584"/>
                  <a:pt x="9826244" y="0"/>
                </a:cubicBezTo>
                <a:cubicBezTo>
                  <a:pt x="10060982" y="-8584"/>
                  <a:pt x="10201720" y="53859"/>
                  <a:pt x="10515600" y="0"/>
                </a:cubicBezTo>
                <a:cubicBezTo>
                  <a:pt x="10528818" y="97495"/>
                  <a:pt x="10505274" y="259415"/>
                  <a:pt x="10515600" y="468366"/>
                </a:cubicBezTo>
                <a:cubicBezTo>
                  <a:pt x="10525926" y="677317"/>
                  <a:pt x="10508682" y="677626"/>
                  <a:pt x="10515600" y="870453"/>
                </a:cubicBezTo>
                <a:cubicBezTo>
                  <a:pt x="10522518" y="1063280"/>
                  <a:pt x="10510955" y="1218240"/>
                  <a:pt x="10515600" y="1325563"/>
                </a:cubicBezTo>
                <a:cubicBezTo>
                  <a:pt x="10340140" y="1355842"/>
                  <a:pt x="10274695" y="1293885"/>
                  <a:pt x="10141712" y="1325563"/>
                </a:cubicBezTo>
                <a:cubicBezTo>
                  <a:pt x="10008729" y="1357241"/>
                  <a:pt x="9902744" y="1312872"/>
                  <a:pt x="9767824" y="1325563"/>
                </a:cubicBezTo>
                <a:cubicBezTo>
                  <a:pt x="9632904" y="1338254"/>
                  <a:pt x="9328068" y="1240126"/>
                  <a:pt x="8973312" y="1325563"/>
                </a:cubicBezTo>
                <a:cubicBezTo>
                  <a:pt x="8618556" y="1411000"/>
                  <a:pt x="8531308" y="1259411"/>
                  <a:pt x="8178800" y="1325563"/>
                </a:cubicBezTo>
                <a:cubicBezTo>
                  <a:pt x="7826292" y="1391715"/>
                  <a:pt x="7713557" y="1282190"/>
                  <a:pt x="7594600" y="1325563"/>
                </a:cubicBezTo>
                <a:cubicBezTo>
                  <a:pt x="7475643" y="1368936"/>
                  <a:pt x="7009492" y="1305285"/>
                  <a:pt x="6800088" y="1325563"/>
                </a:cubicBezTo>
                <a:cubicBezTo>
                  <a:pt x="6590684" y="1345841"/>
                  <a:pt x="6389801" y="1260904"/>
                  <a:pt x="6215888" y="1325563"/>
                </a:cubicBezTo>
                <a:cubicBezTo>
                  <a:pt x="6041975" y="1390222"/>
                  <a:pt x="5678912" y="1265992"/>
                  <a:pt x="5526532" y="1325563"/>
                </a:cubicBezTo>
                <a:cubicBezTo>
                  <a:pt x="5374152" y="1385134"/>
                  <a:pt x="5382254" y="1306310"/>
                  <a:pt x="5257800" y="1325563"/>
                </a:cubicBezTo>
                <a:cubicBezTo>
                  <a:pt x="5133346" y="1344816"/>
                  <a:pt x="4836155" y="1289227"/>
                  <a:pt x="4463288" y="1325563"/>
                </a:cubicBezTo>
                <a:cubicBezTo>
                  <a:pt x="4090421" y="1361899"/>
                  <a:pt x="4151020" y="1298534"/>
                  <a:pt x="3984244" y="1325563"/>
                </a:cubicBezTo>
                <a:cubicBezTo>
                  <a:pt x="3817468" y="1352592"/>
                  <a:pt x="3572374" y="1304693"/>
                  <a:pt x="3294888" y="1325563"/>
                </a:cubicBezTo>
                <a:cubicBezTo>
                  <a:pt x="3017402" y="1346433"/>
                  <a:pt x="3151456" y="1317654"/>
                  <a:pt x="3026156" y="1325563"/>
                </a:cubicBezTo>
                <a:cubicBezTo>
                  <a:pt x="2900856" y="1333472"/>
                  <a:pt x="2418455" y="1297159"/>
                  <a:pt x="2231644" y="1325563"/>
                </a:cubicBezTo>
                <a:cubicBezTo>
                  <a:pt x="2044833" y="1353967"/>
                  <a:pt x="1940374" y="1306516"/>
                  <a:pt x="1752600" y="1325563"/>
                </a:cubicBezTo>
                <a:cubicBezTo>
                  <a:pt x="1564826" y="1344610"/>
                  <a:pt x="1305095" y="1305552"/>
                  <a:pt x="1168400" y="1325563"/>
                </a:cubicBezTo>
                <a:cubicBezTo>
                  <a:pt x="1031705" y="1345574"/>
                  <a:pt x="927881" y="1303665"/>
                  <a:pt x="794512" y="1325563"/>
                </a:cubicBezTo>
                <a:cubicBezTo>
                  <a:pt x="661143" y="1347461"/>
                  <a:pt x="164008" y="1239848"/>
                  <a:pt x="0" y="1325563"/>
                </a:cubicBezTo>
                <a:cubicBezTo>
                  <a:pt x="-43827" y="1107128"/>
                  <a:pt x="40367" y="1071636"/>
                  <a:pt x="0" y="857197"/>
                </a:cubicBezTo>
                <a:cubicBezTo>
                  <a:pt x="-40367" y="642758"/>
                  <a:pt x="24937" y="567712"/>
                  <a:pt x="0" y="415343"/>
                </a:cubicBezTo>
                <a:cubicBezTo>
                  <a:pt x="-24937" y="262974"/>
                  <a:pt x="39094" y="119383"/>
                  <a:pt x="0" y="0"/>
                </a:cubicBezTo>
                <a:close/>
              </a:path>
              <a:path w="10515600" h="1325563" stroke="0" extrusionOk="0">
                <a:moveTo>
                  <a:pt x="0" y="0"/>
                </a:moveTo>
                <a:cubicBezTo>
                  <a:pt x="117769" y="-54612"/>
                  <a:pt x="363642" y="16397"/>
                  <a:pt x="479044" y="0"/>
                </a:cubicBezTo>
                <a:cubicBezTo>
                  <a:pt x="594446" y="-16397"/>
                  <a:pt x="677892" y="18700"/>
                  <a:pt x="747776" y="0"/>
                </a:cubicBezTo>
                <a:cubicBezTo>
                  <a:pt x="817660" y="-18700"/>
                  <a:pt x="1147191" y="42425"/>
                  <a:pt x="1542288" y="0"/>
                </a:cubicBezTo>
                <a:cubicBezTo>
                  <a:pt x="1937385" y="-42425"/>
                  <a:pt x="1903667" y="55036"/>
                  <a:pt x="2021332" y="0"/>
                </a:cubicBezTo>
                <a:cubicBezTo>
                  <a:pt x="2138997" y="-55036"/>
                  <a:pt x="2261555" y="30614"/>
                  <a:pt x="2500376" y="0"/>
                </a:cubicBezTo>
                <a:cubicBezTo>
                  <a:pt x="2739197" y="-30614"/>
                  <a:pt x="2992326" y="934"/>
                  <a:pt x="3294888" y="0"/>
                </a:cubicBezTo>
                <a:cubicBezTo>
                  <a:pt x="3597450" y="-934"/>
                  <a:pt x="3536470" y="20588"/>
                  <a:pt x="3668776" y="0"/>
                </a:cubicBezTo>
                <a:cubicBezTo>
                  <a:pt x="3801082" y="-20588"/>
                  <a:pt x="4167052" y="95069"/>
                  <a:pt x="4463288" y="0"/>
                </a:cubicBezTo>
                <a:cubicBezTo>
                  <a:pt x="4759524" y="-95069"/>
                  <a:pt x="4927052" y="44879"/>
                  <a:pt x="5257800" y="0"/>
                </a:cubicBezTo>
                <a:cubicBezTo>
                  <a:pt x="5588548" y="-44879"/>
                  <a:pt x="5635378" y="45685"/>
                  <a:pt x="5842000" y="0"/>
                </a:cubicBezTo>
                <a:cubicBezTo>
                  <a:pt x="6048622" y="-45685"/>
                  <a:pt x="6336244" y="84925"/>
                  <a:pt x="6636512" y="0"/>
                </a:cubicBezTo>
                <a:cubicBezTo>
                  <a:pt x="6936780" y="-84925"/>
                  <a:pt x="6983770" y="37784"/>
                  <a:pt x="7115556" y="0"/>
                </a:cubicBezTo>
                <a:cubicBezTo>
                  <a:pt x="7247342" y="-37784"/>
                  <a:pt x="7473141" y="52757"/>
                  <a:pt x="7594600" y="0"/>
                </a:cubicBezTo>
                <a:cubicBezTo>
                  <a:pt x="7716059" y="-52757"/>
                  <a:pt x="8131150" y="920"/>
                  <a:pt x="8283956" y="0"/>
                </a:cubicBezTo>
                <a:cubicBezTo>
                  <a:pt x="8436762" y="-920"/>
                  <a:pt x="8664826" y="24800"/>
                  <a:pt x="8763000" y="0"/>
                </a:cubicBezTo>
                <a:cubicBezTo>
                  <a:pt x="8861174" y="-24800"/>
                  <a:pt x="9272964" y="43339"/>
                  <a:pt x="9557512" y="0"/>
                </a:cubicBezTo>
                <a:cubicBezTo>
                  <a:pt x="9842060" y="-43339"/>
                  <a:pt x="10044680" y="73864"/>
                  <a:pt x="10515600" y="0"/>
                </a:cubicBezTo>
                <a:cubicBezTo>
                  <a:pt x="10536968" y="118651"/>
                  <a:pt x="10479712" y="227816"/>
                  <a:pt x="10515600" y="441854"/>
                </a:cubicBezTo>
                <a:cubicBezTo>
                  <a:pt x="10551488" y="655892"/>
                  <a:pt x="10487580" y="795649"/>
                  <a:pt x="10515600" y="896964"/>
                </a:cubicBezTo>
                <a:cubicBezTo>
                  <a:pt x="10543620" y="998279"/>
                  <a:pt x="10467886" y="1134345"/>
                  <a:pt x="10515600" y="1325563"/>
                </a:cubicBezTo>
                <a:cubicBezTo>
                  <a:pt x="10386768" y="1345314"/>
                  <a:pt x="10232234" y="1296468"/>
                  <a:pt x="10141712" y="1325563"/>
                </a:cubicBezTo>
                <a:cubicBezTo>
                  <a:pt x="10051190" y="1354658"/>
                  <a:pt x="9821524" y="1272248"/>
                  <a:pt x="9557512" y="1325563"/>
                </a:cubicBezTo>
                <a:cubicBezTo>
                  <a:pt x="9293500" y="1378878"/>
                  <a:pt x="9328409" y="1285987"/>
                  <a:pt x="9183624" y="1325563"/>
                </a:cubicBezTo>
                <a:cubicBezTo>
                  <a:pt x="9038839" y="1365139"/>
                  <a:pt x="8786483" y="1307681"/>
                  <a:pt x="8599424" y="1325563"/>
                </a:cubicBezTo>
                <a:cubicBezTo>
                  <a:pt x="8412365" y="1343445"/>
                  <a:pt x="8414709" y="1295618"/>
                  <a:pt x="8330692" y="1325563"/>
                </a:cubicBezTo>
                <a:cubicBezTo>
                  <a:pt x="8246675" y="1355508"/>
                  <a:pt x="8177963" y="1311461"/>
                  <a:pt x="8061960" y="1325563"/>
                </a:cubicBezTo>
                <a:cubicBezTo>
                  <a:pt x="7945957" y="1339665"/>
                  <a:pt x="7703014" y="1305435"/>
                  <a:pt x="7477760" y="1325563"/>
                </a:cubicBezTo>
                <a:cubicBezTo>
                  <a:pt x="7252506" y="1345691"/>
                  <a:pt x="7252717" y="1303457"/>
                  <a:pt x="7103872" y="1325563"/>
                </a:cubicBezTo>
                <a:cubicBezTo>
                  <a:pt x="6955027" y="1347669"/>
                  <a:pt x="6731082" y="1266922"/>
                  <a:pt x="6414516" y="1325563"/>
                </a:cubicBezTo>
                <a:cubicBezTo>
                  <a:pt x="6097950" y="1384204"/>
                  <a:pt x="6209104" y="1291605"/>
                  <a:pt x="6040628" y="1325563"/>
                </a:cubicBezTo>
                <a:cubicBezTo>
                  <a:pt x="5872152" y="1359521"/>
                  <a:pt x="5612756" y="1250928"/>
                  <a:pt x="5351272" y="1325563"/>
                </a:cubicBezTo>
                <a:cubicBezTo>
                  <a:pt x="5089788" y="1400198"/>
                  <a:pt x="5214554" y="1299028"/>
                  <a:pt x="5082540" y="1325563"/>
                </a:cubicBezTo>
                <a:cubicBezTo>
                  <a:pt x="4950526" y="1352098"/>
                  <a:pt x="4664612" y="1292268"/>
                  <a:pt x="4393184" y="1325563"/>
                </a:cubicBezTo>
                <a:cubicBezTo>
                  <a:pt x="4121756" y="1358858"/>
                  <a:pt x="4202348" y="1294794"/>
                  <a:pt x="4019296" y="1325563"/>
                </a:cubicBezTo>
                <a:cubicBezTo>
                  <a:pt x="3836244" y="1356332"/>
                  <a:pt x="3833682" y="1302544"/>
                  <a:pt x="3750564" y="1325563"/>
                </a:cubicBezTo>
                <a:cubicBezTo>
                  <a:pt x="3667446" y="1348582"/>
                  <a:pt x="3558774" y="1289251"/>
                  <a:pt x="3376676" y="1325563"/>
                </a:cubicBezTo>
                <a:cubicBezTo>
                  <a:pt x="3194578" y="1361875"/>
                  <a:pt x="2934693" y="1260449"/>
                  <a:pt x="2687320" y="1325563"/>
                </a:cubicBezTo>
                <a:cubicBezTo>
                  <a:pt x="2439947" y="1390677"/>
                  <a:pt x="2409273" y="1286072"/>
                  <a:pt x="2313432" y="1325563"/>
                </a:cubicBezTo>
                <a:cubicBezTo>
                  <a:pt x="2217591" y="1365054"/>
                  <a:pt x="2115947" y="1322974"/>
                  <a:pt x="2044700" y="1325563"/>
                </a:cubicBezTo>
                <a:cubicBezTo>
                  <a:pt x="1973453" y="1328152"/>
                  <a:pt x="1746704" y="1313098"/>
                  <a:pt x="1670812" y="1325563"/>
                </a:cubicBezTo>
                <a:cubicBezTo>
                  <a:pt x="1594920" y="1338028"/>
                  <a:pt x="1361608" y="1274437"/>
                  <a:pt x="1191768" y="1325563"/>
                </a:cubicBezTo>
                <a:cubicBezTo>
                  <a:pt x="1021928" y="1376689"/>
                  <a:pt x="747020" y="1259611"/>
                  <a:pt x="607568" y="1325563"/>
                </a:cubicBezTo>
                <a:cubicBezTo>
                  <a:pt x="468116" y="1391515"/>
                  <a:pt x="299108" y="1260064"/>
                  <a:pt x="0" y="1325563"/>
                </a:cubicBezTo>
                <a:cubicBezTo>
                  <a:pt x="-42502" y="1110413"/>
                  <a:pt x="24566" y="1060159"/>
                  <a:pt x="0" y="857197"/>
                </a:cubicBezTo>
                <a:cubicBezTo>
                  <a:pt x="-24566" y="654235"/>
                  <a:pt x="2557" y="605171"/>
                  <a:pt x="0" y="415343"/>
                </a:cubicBezTo>
                <a:cubicBezTo>
                  <a:pt x="-2557" y="225515"/>
                  <a:pt x="15012" y="88770"/>
                  <a:pt x="0" y="0"/>
                </a:cubicBezTo>
                <a:close/>
              </a:path>
            </a:pathLst>
          </a:custGeom>
          <a:ln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1219033472">
                  <ask:type>
                    <ask:lineSketchScribble/>
                  </ask:type>
                </ask:lineSketchStyleProps>
              </a:ext>
            </a:extLst>
          </a:ln>
        </p:spPr>
        <p:txBody>
          <a:bodyPr/>
          <a:lstStyle/>
          <a:p>
            <a:pPr algn="ctr"/>
            <a:r>
              <a:rPr lang="en-GB" dirty="0">
                <a:latin typeface="Verdana" panose="020B0604030504040204" pitchFamily="34" charset="0"/>
                <a:ea typeface="Verdana" panose="020B0604030504040204" pitchFamily="34" charset="0"/>
              </a:rPr>
              <a:t>Artificial Intelligence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DC42BF9-F42B-B44E-6274-7D58E0FC30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44098"/>
            <a:ext cx="4295243" cy="4351338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D54BF63-AA87-E80D-0D46-FD0E0AFA4C14}"/>
              </a:ext>
            </a:extLst>
          </p:cNvPr>
          <p:cNvSpPr txBox="1"/>
          <p:nvPr/>
        </p:nvSpPr>
        <p:spPr>
          <a:xfrm>
            <a:off x="5911273" y="3136612"/>
            <a:ext cx="4331442" cy="584775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GB" sz="3200" dirty="0"/>
              <a:t>Do you think this is AI?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DE731A26-CCE0-BCB3-F034-778F5CDF0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787DF-5007-4D02-AC93-6AE7826DF75B}" type="datetime1">
              <a:rPr lang="en-GB" smtClean="0"/>
              <a:t>02/09/2025</a:t>
            </a:fld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2DE01B6-299F-024B-BA09-BC96D5F29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18851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93C02D-AAE8-FE4C-9AB2-79F064E68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970F5-26D4-8A73-75BA-5DBA99D0A7F0}"/>
              </a:ext>
            </a:extLst>
          </p:cNvPr>
          <p:cNvSpPr>
            <a:spLocks noGrp="1"/>
          </p:cNvSpPr>
          <p:nvPr>
            <p:ph type="title"/>
          </p:nvPr>
        </p:nvSpPr>
        <p:spPr>
          <a:custGeom>
            <a:avLst/>
            <a:gdLst>
              <a:gd name="connsiteX0" fmla="*/ 0 w 10515600"/>
              <a:gd name="connsiteY0" fmla="*/ 0 h 1325563"/>
              <a:gd name="connsiteX1" fmla="*/ 584200 w 10515600"/>
              <a:gd name="connsiteY1" fmla="*/ 0 h 1325563"/>
              <a:gd name="connsiteX2" fmla="*/ 1063244 w 10515600"/>
              <a:gd name="connsiteY2" fmla="*/ 0 h 1325563"/>
              <a:gd name="connsiteX3" fmla="*/ 1542288 w 10515600"/>
              <a:gd name="connsiteY3" fmla="*/ 0 h 1325563"/>
              <a:gd name="connsiteX4" fmla="*/ 2126488 w 10515600"/>
              <a:gd name="connsiteY4" fmla="*/ 0 h 1325563"/>
              <a:gd name="connsiteX5" fmla="*/ 2815844 w 10515600"/>
              <a:gd name="connsiteY5" fmla="*/ 0 h 1325563"/>
              <a:gd name="connsiteX6" fmla="*/ 3505200 w 10515600"/>
              <a:gd name="connsiteY6" fmla="*/ 0 h 1325563"/>
              <a:gd name="connsiteX7" fmla="*/ 4194556 w 10515600"/>
              <a:gd name="connsiteY7" fmla="*/ 0 h 1325563"/>
              <a:gd name="connsiteX8" fmla="*/ 4989068 w 10515600"/>
              <a:gd name="connsiteY8" fmla="*/ 0 h 1325563"/>
              <a:gd name="connsiteX9" fmla="*/ 5573268 w 10515600"/>
              <a:gd name="connsiteY9" fmla="*/ 0 h 1325563"/>
              <a:gd name="connsiteX10" fmla="*/ 6262624 w 10515600"/>
              <a:gd name="connsiteY10" fmla="*/ 0 h 1325563"/>
              <a:gd name="connsiteX11" fmla="*/ 6846824 w 10515600"/>
              <a:gd name="connsiteY11" fmla="*/ 0 h 1325563"/>
              <a:gd name="connsiteX12" fmla="*/ 7431024 w 10515600"/>
              <a:gd name="connsiteY12" fmla="*/ 0 h 1325563"/>
              <a:gd name="connsiteX13" fmla="*/ 8015224 w 10515600"/>
              <a:gd name="connsiteY13" fmla="*/ 0 h 1325563"/>
              <a:gd name="connsiteX14" fmla="*/ 8283956 w 10515600"/>
              <a:gd name="connsiteY14" fmla="*/ 0 h 1325563"/>
              <a:gd name="connsiteX15" fmla="*/ 8973312 w 10515600"/>
              <a:gd name="connsiteY15" fmla="*/ 0 h 1325563"/>
              <a:gd name="connsiteX16" fmla="*/ 9242044 w 10515600"/>
              <a:gd name="connsiteY16" fmla="*/ 0 h 1325563"/>
              <a:gd name="connsiteX17" fmla="*/ 9826244 w 10515600"/>
              <a:gd name="connsiteY17" fmla="*/ 0 h 1325563"/>
              <a:gd name="connsiteX18" fmla="*/ 10515600 w 10515600"/>
              <a:gd name="connsiteY18" fmla="*/ 0 h 1325563"/>
              <a:gd name="connsiteX19" fmla="*/ 10515600 w 10515600"/>
              <a:gd name="connsiteY19" fmla="*/ 468366 h 1325563"/>
              <a:gd name="connsiteX20" fmla="*/ 10515600 w 10515600"/>
              <a:gd name="connsiteY20" fmla="*/ 870453 h 1325563"/>
              <a:gd name="connsiteX21" fmla="*/ 10515600 w 10515600"/>
              <a:gd name="connsiteY21" fmla="*/ 1325563 h 1325563"/>
              <a:gd name="connsiteX22" fmla="*/ 10141712 w 10515600"/>
              <a:gd name="connsiteY22" fmla="*/ 1325563 h 1325563"/>
              <a:gd name="connsiteX23" fmla="*/ 9767824 w 10515600"/>
              <a:gd name="connsiteY23" fmla="*/ 1325563 h 1325563"/>
              <a:gd name="connsiteX24" fmla="*/ 8973312 w 10515600"/>
              <a:gd name="connsiteY24" fmla="*/ 1325563 h 1325563"/>
              <a:gd name="connsiteX25" fmla="*/ 8178800 w 10515600"/>
              <a:gd name="connsiteY25" fmla="*/ 1325563 h 1325563"/>
              <a:gd name="connsiteX26" fmla="*/ 7594600 w 10515600"/>
              <a:gd name="connsiteY26" fmla="*/ 1325563 h 1325563"/>
              <a:gd name="connsiteX27" fmla="*/ 6800088 w 10515600"/>
              <a:gd name="connsiteY27" fmla="*/ 1325563 h 1325563"/>
              <a:gd name="connsiteX28" fmla="*/ 6215888 w 10515600"/>
              <a:gd name="connsiteY28" fmla="*/ 1325563 h 1325563"/>
              <a:gd name="connsiteX29" fmla="*/ 5526532 w 10515600"/>
              <a:gd name="connsiteY29" fmla="*/ 1325563 h 1325563"/>
              <a:gd name="connsiteX30" fmla="*/ 5257800 w 10515600"/>
              <a:gd name="connsiteY30" fmla="*/ 1325563 h 1325563"/>
              <a:gd name="connsiteX31" fmla="*/ 4463288 w 10515600"/>
              <a:gd name="connsiteY31" fmla="*/ 1325563 h 1325563"/>
              <a:gd name="connsiteX32" fmla="*/ 3984244 w 10515600"/>
              <a:gd name="connsiteY32" fmla="*/ 1325563 h 1325563"/>
              <a:gd name="connsiteX33" fmla="*/ 3294888 w 10515600"/>
              <a:gd name="connsiteY33" fmla="*/ 1325563 h 1325563"/>
              <a:gd name="connsiteX34" fmla="*/ 3026156 w 10515600"/>
              <a:gd name="connsiteY34" fmla="*/ 1325563 h 1325563"/>
              <a:gd name="connsiteX35" fmla="*/ 2231644 w 10515600"/>
              <a:gd name="connsiteY35" fmla="*/ 1325563 h 1325563"/>
              <a:gd name="connsiteX36" fmla="*/ 1752600 w 10515600"/>
              <a:gd name="connsiteY36" fmla="*/ 1325563 h 1325563"/>
              <a:gd name="connsiteX37" fmla="*/ 1168400 w 10515600"/>
              <a:gd name="connsiteY37" fmla="*/ 1325563 h 1325563"/>
              <a:gd name="connsiteX38" fmla="*/ 794512 w 10515600"/>
              <a:gd name="connsiteY38" fmla="*/ 1325563 h 1325563"/>
              <a:gd name="connsiteX39" fmla="*/ 0 w 10515600"/>
              <a:gd name="connsiteY39" fmla="*/ 1325563 h 1325563"/>
              <a:gd name="connsiteX40" fmla="*/ 0 w 10515600"/>
              <a:gd name="connsiteY40" fmla="*/ 857197 h 1325563"/>
              <a:gd name="connsiteX41" fmla="*/ 0 w 10515600"/>
              <a:gd name="connsiteY41" fmla="*/ 415343 h 1325563"/>
              <a:gd name="connsiteX42" fmla="*/ 0 w 10515600"/>
              <a:gd name="connsiteY42" fmla="*/ 0 h 1325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0515600" h="1325563" fill="none" extrusionOk="0">
                <a:moveTo>
                  <a:pt x="0" y="0"/>
                </a:moveTo>
                <a:cubicBezTo>
                  <a:pt x="199634" y="-51373"/>
                  <a:pt x="446638" y="49318"/>
                  <a:pt x="584200" y="0"/>
                </a:cubicBezTo>
                <a:cubicBezTo>
                  <a:pt x="721762" y="-49318"/>
                  <a:pt x="930663" y="38378"/>
                  <a:pt x="1063244" y="0"/>
                </a:cubicBezTo>
                <a:cubicBezTo>
                  <a:pt x="1195825" y="-38378"/>
                  <a:pt x="1431271" y="30342"/>
                  <a:pt x="1542288" y="0"/>
                </a:cubicBezTo>
                <a:cubicBezTo>
                  <a:pt x="1653305" y="-30342"/>
                  <a:pt x="2002343" y="6432"/>
                  <a:pt x="2126488" y="0"/>
                </a:cubicBezTo>
                <a:cubicBezTo>
                  <a:pt x="2250633" y="-6432"/>
                  <a:pt x="2527769" y="42761"/>
                  <a:pt x="2815844" y="0"/>
                </a:cubicBezTo>
                <a:cubicBezTo>
                  <a:pt x="3103919" y="-42761"/>
                  <a:pt x="3245895" y="80955"/>
                  <a:pt x="3505200" y="0"/>
                </a:cubicBezTo>
                <a:cubicBezTo>
                  <a:pt x="3764505" y="-80955"/>
                  <a:pt x="3973551" y="60894"/>
                  <a:pt x="4194556" y="0"/>
                </a:cubicBezTo>
                <a:cubicBezTo>
                  <a:pt x="4415561" y="-60894"/>
                  <a:pt x="4634215" y="38307"/>
                  <a:pt x="4989068" y="0"/>
                </a:cubicBezTo>
                <a:cubicBezTo>
                  <a:pt x="5343921" y="-38307"/>
                  <a:pt x="5366694" y="14017"/>
                  <a:pt x="5573268" y="0"/>
                </a:cubicBezTo>
                <a:cubicBezTo>
                  <a:pt x="5779842" y="-14017"/>
                  <a:pt x="5981864" y="46115"/>
                  <a:pt x="6262624" y="0"/>
                </a:cubicBezTo>
                <a:cubicBezTo>
                  <a:pt x="6543384" y="-46115"/>
                  <a:pt x="6606752" y="68194"/>
                  <a:pt x="6846824" y="0"/>
                </a:cubicBezTo>
                <a:cubicBezTo>
                  <a:pt x="7086896" y="-68194"/>
                  <a:pt x="7217835" y="65291"/>
                  <a:pt x="7431024" y="0"/>
                </a:cubicBezTo>
                <a:cubicBezTo>
                  <a:pt x="7644213" y="-65291"/>
                  <a:pt x="7879463" y="31774"/>
                  <a:pt x="8015224" y="0"/>
                </a:cubicBezTo>
                <a:cubicBezTo>
                  <a:pt x="8150985" y="-31774"/>
                  <a:pt x="8212154" y="4755"/>
                  <a:pt x="8283956" y="0"/>
                </a:cubicBezTo>
                <a:cubicBezTo>
                  <a:pt x="8355758" y="-4755"/>
                  <a:pt x="8826519" y="17716"/>
                  <a:pt x="8973312" y="0"/>
                </a:cubicBezTo>
                <a:cubicBezTo>
                  <a:pt x="9120105" y="-17716"/>
                  <a:pt x="9173478" y="9199"/>
                  <a:pt x="9242044" y="0"/>
                </a:cubicBezTo>
                <a:cubicBezTo>
                  <a:pt x="9310610" y="-9199"/>
                  <a:pt x="9591506" y="8584"/>
                  <a:pt x="9826244" y="0"/>
                </a:cubicBezTo>
                <a:cubicBezTo>
                  <a:pt x="10060982" y="-8584"/>
                  <a:pt x="10201720" y="53859"/>
                  <a:pt x="10515600" y="0"/>
                </a:cubicBezTo>
                <a:cubicBezTo>
                  <a:pt x="10528818" y="97495"/>
                  <a:pt x="10505274" y="259415"/>
                  <a:pt x="10515600" y="468366"/>
                </a:cubicBezTo>
                <a:cubicBezTo>
                  <a:pt x="10525926" y="677317"/>
                  <a:pt x="10508682" y="677626"/>
                  <a:pt x="10515600" y="870453"/>
                </a:cubicBezTo>
                <a:cubicBezTo>
                  <a:pt x="10522518" y="1063280"/>
                  <a:pt x="10510955" y="1218240"/>
                  <a:pt x="10515600" y="1325563"/>
                </a:cubicBezTo>
                <a:cubicBezTo>
                  <a:pt x="10340140" y="1355842"/>
                  <a:pt x="10274695" y="1293885"/>
                  <a:pt x="10141712" y="1325563"/>
                </a:cubicBezTo>
                <a:cubicBezTo>
                  <a:pt x="10008729" y="1357241"/>
                  <a:pt x="9902744" y="1312872"/>
                  <a:pt x="9767824" y="1325563"/>
                </a:cubicBezTo>
                <a:cubicBezTo>
                  <a:pt x="9632904" y="1338254"/>
                  <a:pt x="9328068" y="1240126"/>
                  <a:pt x="8973312" y="1325563"/>
                </a:cubicBezTo>
                <a:cubicBezTo>
                  <a:pt x="8618556" y="1411000"/>
                  <a:pt x="8531308" y="1259411"/>
                  <a:pt x="8178800" y="1325563"/>
                </a:cubicBezTo>
                <a:cubicBezTo>
                  <a:pt x="7826292" y="1391715"/>
                  <a:pt x="7713557" y="1282190"/>
                  <a:pt x="7594600" y="1325563"/>
                </a:cubicBezTo>
                <a:cubicBezTo>
                  <a:pt x="7475643" y="1368936"/>
                  <a:pt x="7009492" y="1305285"/>
                  <a:pt x="6800088" y="1325563"/>
                </a:cubicBezTo>
                <a:cubicBezTo>
                  <a:pt x="6590684" y="1345841"/>
                  <a:pt x="6389801" y="1260904"/>
                  <a:pt x="6215888" y="1325563"/>
                </a:cubicBezTo>
                <a:cubicBezTo>
                  <a:pt x="6041975" y="1390222"/>
                  <a:pt x="5678912" y="1265992"/>
                  <a:pt x="5526532" y="1325563"/>
                </a:cubicBezTo>
                <a:cubicBezTo>
                  <a:pt x="5374152" y="1385134"/>
                  <a:pt x="5382254" y="1306310"/>
                  <a:pt x="5257800" y="1325563"/>
                </a:cubicBezTo>
                <a:cubicBezTo>
                  <a:pt x="5133346" y="1344816"/>
                  <a:pt x="4836155" y="1289227"/>
                  <a:pt x="4463288" y="1325563"/>
                </a:cubicBezTo>
                <a:cubicBezTo>
                  <a:pt x="4090421" y="1361899"/>
                  <a:pt x="4151020" y="1298534"/>
                  <a:pt x="3984244" y="1325563"/>
                </a:cubicBezTo>
                <a:cubicBezTo>
                  <a:pt x="3817468" y="1352592"/>
                  <a:pt x="3572374" y="1304693"/>
                  <a:pt x="3294888" y="1325563"/>
                </a:cubicBezTo>
                <a:cubicBezTo>
                  <a:pt x="3017402" y="1346433"/>
                  <a:pt x="3151456" y="1317654"/>
                  <a:pt x="3026156" y="1325563"/>
                </a:cubicBezTo>
                <a:cubicBezTo>
                  <a:pt x="2900856" y="1333472"/>
                  <a:pt x="2418455" y="1297159"/>
                  <a:pt x="2231644" y="1325563"/>
                </a:cubicBezTo>
                <a:cubicBezTo>
                  <a:pt x="2044833" y="1353967"/>
                  <a:pt x="1940374" y="1306516"/>
                  <a:pt x="1752600" y="1325563"/>
                </a:cubicBezTo>
                <a:cubicBezTo>
                  <a:pt x="1564826" y="1344610"/>
                  <a:pt x="1305095" y="1305552"/>
                  <a:pt x="1168400" y="1325563"/>
                </a:cubicBezTo>
                <a:cubicBezTo>
                  <a:pt x="1031705" y="1345574"/>
                  <a:pt x="927881" y="1303665"/>
                  <a:pt x="794512" y="1325563"/>
                </a:cubicBezTo>
                <a:cubicBezTo>
                  <a:pt x="661143" y="1347461"/>
                  <a:pt x="164008" y="1239848"/>
                  <a:pt x="0" y="1325563"/>
                </a:cubicBezTo>
                <a:cubicBezTo>
                  <a:pt x="-43827" y="1107128"/>
                  <a:pt x="40367" y="1071636"/>
                  <a:pt x="0" y="857197"/>
                </a:cubicBezTo>
                <a:cubicBezTo>
                  <a:pt x="-40367" y="642758"/>
                  <a:pt x="24937" y="567712"/>
                  <a:pt x="0" y="415343"/>
                </a:cubicBezTo>
                <a:cubicBezTo>
                  <a:pt x="-24937" y="262974"/>
                  <a:pt x="39094" y="119383"/>
                  <a:pt x="0" y="0"/>
                </a:cubicBezTo>
                <a:close/>
              </a:path>
              <a:path w="10515600" h="1325563" stroke="0" extrusionOk="0">
                <a:moveTo>
                  <a:pt x="0" y="0"/>
                </a:moveTo>
                <a:cubicBezTo>
                  <a:pt x="117769" y="-54612"/>
                  <a:pt x="363642" y="16397"/>
                  <a:pt x="479044" y="0"/>
                </a:cubicBezTo>
                <a:cubicBezTo>
                  <a:pt x="594446" y="-16397"/>
                  <a:pt x="677892" y="18700"/>
                  <a:pt x="747776" y="0"/>
                </a:cubicBezTo>
                <a:cubicBezTo>
                  <a:pt x="817660" y="-18700"/>
                  <a:pt x="1147191" y="42425"/>
                  <a:pt x="1542288" y="0"/>
                </a:cubicBezTo>
                <a:cubicBezTo>
                  <a:pt x="1937385" y="-42425"/>
                  <a:pt x="1903667" y="55036"/>
                  <a:pt x="2021332" y="0"/>
                </a:cubicBezTo>
                <a:cubicBezTo>
                  <a:pt x="2138997" y="-55036"/>
                  <a:pt x="2261555" y="30614"/>
                  <a:pt x="2500376" y="0"/>
                </a:cubicBezTo>
                <a:cubicBezTo>
                  <a:pt x="2739197" y="-30614"/>
                  <a:pt x="2992326" y="934"/>
                  <a:pt x="3294888" y="0"/>
                </a:cubicBezTo>
                <a:cubicBezTo>
                  <a:pt x="3597450" y="-934"/>
                  <a:pt x="3536470" y="20588"/>
                  <a:pt x="3668776" y="0"/>
                </a:cubicBezTo>
                <a:cubicBezTo>
                  <a:pt x="3801082" y="-20588"/>
                  <a:pt x="4167052" y="95069"/>
                  <a:pt x="4463288" y="0"/>
                </a:cubicBezTo>
                <a:cubicBezTo>
                  <a:pt x="4759524" y="-95069"/>
                  <a:pt x="4927052" y="44879"/>
                  <a:pt x="5257800" y="0"/>
                </a:cubicBezTo>
                <a:cubicBezTo>
                  <a:pt x="5588548" y="-44879"/>
                  <a:pt x="5635378" y="45685"/>
                  <a:pt x="5842000" y="0"/>
                </a:cubicBezTo>
                <a:cubicBezTo>
                  <a:pt x="6048622" y="-45685"/>
                  <a:pt x="6336244" y="84925"/>
                  <a:pt x="6636512" y="0"/>
                </a:cubicBezTo>
                <a:cubicBezTo>
                  <a:pt x="6936780" y="-84925"/>
                  <a:pt x="6983770" y="37784"/>
                  <a:pt x="7115556" y="0"/>
                </a:cubicBezTo>
                <a:cubicBezTo>
                  <a:pt x="7247342" y="-37784"/>
                  <a:pt x="7473141" y="52757"/>
                  <a:pt x="7594600" y="0"/>
                </a:cubicBezTo>
                <a:cubicBezTo>
                  <a:pt x="7716059" y="-52757"/>
                  <a:pt x="8131150" y="920"/>
                  <a:pt x="8283956" y="0"/>
                </a:cubicBezTo>
                <a:cubicBezTo>
                  <a:pt x="8436762" y="-920"/>
                  <a:pt x="8664826" y="24800"/>
                  <a:pt x="8763000" y="0"/>
                </a:cubicBezTo>
                <a:cubicBezTo>
                  <a:pt x="8861174" y="-24800"/>
                  <a:pt x="9272964" y="43339"/>
                  <a:pt x="9557512" y="0"/>
                </a:cubicBezTo>
                <a:cubicBezTo>
                  <a:pt x="9842060" y="-43339"/>
                  <a:pt x="10044680" y="73864"/>
                  <a:pt x="10515600" y="0"/>
                </a:cubicBezTo>
                <a:cubicBezTo>
                  <a:pt x="10536968" y="118651"/>
                  <a:pt x="10479712" y="227816"/>
                  <a:pt x="10515600" y="441854"/>
                </a:cubicBezTo>
                <a:cubicBezTo>
                  <a:pt x="10551488" y="655892"/>
                  <a:pt x="10487580" y="795649"/>
                  <a:pt x="10515600" y="896964"/>
                </a:cubicBezTo>
                <a:cubicBezTo>
                  <a:pt x="10543620" y="998279"/>
                  <a:pt x="10467886" y="1134345"/>
                  <a:pt x="10515600" y="1325563"/>
                </a:cubicBezTo>
                <a:cubicBezTo>
                  <a:pt x="10386768" y="1345314"/>
                  <a:pt x="10232234" y="1296468"/>
                  <a:pt x="10141712" y="1325563"/>
                </a:cubicBezTo>
                <a:cubicBezTo>
                  <a:pt x="10051190" y="1354658"/>
                  <a:pt x="9821524" y="1272248"/>
                  <a:pt x="9557512" y="1325563"/>
                </a:cubicBezTo>
                <a:cubicBezTo>
                  <a:pt x="9293500" y="1378878"/>
                  <a:pt x="9328409" y="1285987"/>
                  <a:pt x="9183624" y="1325563"/>
                </a:cubicBezTo>
                <a:cubicBezTo>
                  <a:pt x="9038839" y="1365139"/>
                  <a:pt x="8786483" y="1307681"/>
                  <a:pt x="8599424" y="1325563"/>
                </a:cubicBezTo>
                <a:cubicBezTo>
                  <a:pt x="8412365" y="1343445"/>
                  <a:pt x="8414709" y="1295618"/>
                  <a:pt x="8330692" y="1325563"/>
                </a:cubicBezTo>
                <a:cubicBezTo>
                  <a:pt x="8246675" y="1355508"/>
                  <a:pt x="8177963" y="1311461"/>
                  <a:pt x="8061960" y="1325563"/>
                </a:cubicBezTo>
                <a:cubicBezTo>
                  <a:pt x="7945957" y="1339665"/>
                  <a:pt x="7703014" y="1305435"/>
                  <a:pt x="7477760" y="1325563"/>
                </a:cubicBezTo>
                <a:cubicBezTo>
                  <a:pt x="7252506" y="1345691"/>
                  <a:pt x="7252717" y="1303457"/>
                  <a:pt x="7103872" y="1325563"/>
                </a:cubicBezTo>
                <a:cubicBezTo>
                  <a:pt x="6955027" y="1347669"/>
                  <a:pt x="6731082" y="1266922"/>
                  <a:pt x="6414516" y="1325563"/>
                </a:cubicBezTo>
                <a:cubicBezTo>
                  <a:pt x="6097950" y="1384204"/>
                  <a:pt x="6209104" y="1291605"/>
                  <a:pt x="6040628" y="1325563"/>
                </a:cubicBezTo>
                <a:cubicBezTo>
                  <a:pt x="5872152" y="1359521"/>
                  <a:pt x="5612756" y="1250928"/>
                  <a:pt x="5351272" y="1325563"/>
                </a:cubicBezTo>
                <a:cubicBezTo>
                  <a:pt x="5089788" y="1400198"/>
                  <a:pt x="5214554" y="1299028"/>
                  <a:pt x="5082540" y="1325563"/>
                </a:cubicBezTo>
                <a:cubicBezTo>
                  <a:pt x="4950526" y="1352098"/>
                  <a:pt x="4664612" y="1292268"/>
                  <a:pt x="4393184" y="1325563"/>
                </a:cubicBezTo>
                <a:cubicBezTo>
                  <a:pt x="4121756" y="1358858"/>
                  <a:pt x="4202348" y="1294794"/>
                  <a:pt x="4019296" y="1325563"/>
                </a:cubicBezTo>
                <a:cubicBezTo>
                  <a:pt x="3836244" y="1356332"/>
                  <a:pt x="3833682" y="1302544"/>
                  <a:pt x="3750564" y="1325563"/>
                </a:cubicBezTo>
                <a:cubicBezTo>
                  <a:pt x="3667446" y="1348582"/>
                  <a:pt x="3558774" y="1289251"/>
                  <a:pt x="3376676" y="1325563"/>
                </a:cubicBezTo>
                <a:cubicBezTo>
                  <a:pt x="3194578" y="1361875"/>
                  <a:pt x="2934693" y="1260449"/>
                  <a:pt x="2687320" y="1325563"/>
                </a:cubicBezTo>
                <a:cubicBezTo>
                  <a:pt x="2439947" y="1390677"/>
                  <a:pt x="2409273" y="1286072"/>
                  <a:pt x="2313432" y="1325563"/>
                </a:cubicBezTo>
                <a:cubicBezTo>
                  <a:pt x="2217591" y="1365054"/>
                  <a:pt x="2115947" y="1322974"/>
                  <a:pt x="2044700" y="1325563"/>
                </a:cubicBezTo>
                <a:cubicBezTo>
                  <a:pt x="1973453" y="1328152"/>
                  <a:pt x="1746704" y="1313098"/>
                  <a:pt x="1670812" y="1325563"/>
                </a:cubicBezTo>
                <a:cubicBezTo>
                  <a:pt x="1594920" y="1338028"/>
                  <a:pt x="1361608" y="1274437"/>
                  <a:pt x="1191768" y="1325563"/>
                </a:cubicBezTo>
                <a:cubicBezTo>
                  <a:pt x="1021928" y="1376689"/>
                  <a:pt x="747020" y="1259611"/>
                  <a:pt x="607568" y="1325563"/>
                </a:cubicBezTo>
                <a:cubicBezTo>
                  <a:pt x="468116" y="1391515"/>
                  <a:pt x="299108" y="1260064"/>
                  <a:pt x="0" y="1325563"/>
                </a:cubicBezTo>
                <a:cubicBezTo>
                  <a:pt x="-42502" y="1110413"/>
                  <a:pt x="24566" y="1060159"/>
                  <a:pt x="0" y="857197"/>
                </a:cubicBezTo>
                <a:cubicBezTo>
                  <a:pt x="-24566" y="654235"/>
                  <a:pt x="2557" y="605171"/>
                  <a:pt x="0" y="415343"/>
                </a:cubicBezTo>
                <a:cubicBezTo>
                  <a:pt x="-2557" y="225515"/>
                  <a:pt x="15012" y="88770"/>
                  <a:pt x="0" y="0"/>
                </a:cubicBezTo>
                <a:close/>
              </a:path>
            </a:pathLst>
          </a:custGeom>
          <a:ln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1219033472">
                  <ask:type>
                    <ask:lineSketchScribble/>
                  </ask:type>
                </ask:lineSketchStyleProps>
              </a:ext>
            </a:extLst>
          </a:ln>
        </p:spPr>
        <p:txBody>
          <a:bodyPr/>
          <a:lstStyle/>
          <a:p>
            <a:pPr algn="ctr"/>
            <a:r>
              <a:rPr lang="en-GB" dirty="0">
                <a:latin typeface="Verdana" panose="020B0604030504040204" pitchFamily="34" charset="0"/>
                <a:ea typeface="Verdana" panose="020B0604030504040204" pitchFamily="34" charset="0"/>
              </a:rPr>
              <a:t>Searching in AI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047255-E264-8705-81B8-551C90CE0C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GB" dirty="0"/>
              <a:t>AI is all about searching.</a:t>
            </a:r>
          </a:p>
          <a:p>
            <a:pPr marL="0" indent="0" algn="ctr">
              <a:buNone/>
            </a:pPr>
            <a:r>
              <a:rPr lang="en-GB" dirty="0"/>
              <a:t>Searching for a solution of a given problem.</a:t>
            </a:r>
          </a:p>
          <a:p>
            <a:pPr marL="0" indent="0" algn="ctr">
              <a:buNone/>
            </a:pPr>
            <a:r>
              <a:rPr lang="en-GB" dirty="0"/>
              <a:t>Or</a:t>
            </a:r>
          </a:p>
          <a:p>
            <a:pPr marL="0" indent="0" algn="ctr">
              <a:buNone/>
            </a:pPr>
            <a:r>
              <a:rPr lang="en-GB" dirty="0"/>
              <a:t>Searching for the steps to complete a task.</a:t>
            </a:r>
          </a:p>
          <a:p>
            <a:pPr marL="0" indent="0" algn="ctr">
              <a:buNone/>
            </a:pPr>
            <a:endParaRPr lang="en-GB" dirty="0"/>
          </a:p>
          <a:p>
            <a:pPr>
              <a:buFontTx/>
              <a:buChar char="-"/>
            </a:pPr>
            <a:r>
              <a:rPr lang="en-GB" dirty="0"/>
              <a:t>Search for direction to reach a destination.</a:t>
            </a:r>
          </a:p>
          <a:p>
            <a:pPr>
              <a:buFontTx/>
              <a:buChar char="-"/>
            </a:pPr>
            <a:r>
              <a:rPr lang="en-GB" dirty="0"/>
              <a:t>Search for an answer when asked in LLM(ChatGPT).</a:t>
            </a:r>
          </a:p>
          <a:p>
            <a:pPr>
              <a:buFontTx/>
              <a:buChar char="-"/>
            </a:pPr>
            <a:r>
              <a:rPr lang="en-GB" dirty="0"/>
              <a:t>Search for the next step in chess to win the game.</a:t>
            </a:r>
          </a:p>
          <a:p>
            <a:pPr marL="0" indent="0" algn="ctr">
              <a:buNone/>
            </a:pP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B1AA13-0253-E4D5-05C8-F9FC3053D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FB3C3-F4C7-41C2-99B5-865874A92B91}" type="datetime1">
              <a:rPr lang="en-GB" smtClean="0"/>
              <a:t>02/09/2025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AA324C-B8EE-CFC4-E374-95CB9CCEF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8895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D995B-9EA1-F88A-E0DA-61DCA8E26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Basic Terminology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4A4855-AF6F-EE0B-DA70-BBF2B11EF8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82239" y="1946084"/>
            <a:ext cx="6827520" cy="1649095"/>
          </a:xfrm>
        </p:spPr>
        <p:txBody>
          <a:bodyPr/>
          <a:lstStyle/>
          <a:p>
            <a:pPr marL="0" indent="0" algn="ctr">
              <a:buNone/>
            </a:pPr>
            <a:r>
              <a:rPr lang="en-GB" u="sng" dirty="0"/>
              <a:t>Agent</a:t>
            </a:r>
          </a:p>
          <a:p>
            <a:pPr marL="0" indent="0" algn="ctr">
              <a:buNone/>
            </a:pPr>
            <a:r>
              <a:rPr lang="en-GB" dirty="0"/>
              <a:t>An entity that perceives its environment and acts upon that environment.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FDBCEB-E62A-FD5A-08D8-5A3A23EAECC2}"/>
              </a:ext>
            </a:extLst>
          </p:cNvPr>
          <p:cNvSpPr txBox="1"/>
          <p:nvPr/>
        </p:nvSpPr>
        <p:spPr>
          <a:xfrm>
            <a:off x="4790566" y="3850575"/>
            <a:ext cx="305788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GB" sz="2400" dirty="0"/>
              <a:t>A robot?</a:t>
            </a:r>
          </a:p>
          <a:p>
            <a:pPr marL="285750" indent="-285750">
              <a:buFontTx/>
              <a:buChar char="-"/>
            </a:pPr>
            <a:r>
              <a:rPr lang="en-GB" sz="2400" dirty="0"/>
              <a:t>A car?</a:t>
            </a:r>
          </a:p>
          <a:p>
            <a:pPr marL="285750" indent="-285750">
              <a:buFontTx/>
              <a:buChar char="-"/>
            </a:pPr>
            <a:r>
              <a:rPr lang="en-GB" sz="2400" dirty="0"/>
              <a:t>A human?</a:t>
            </a:r>
          </a:p>
          <a:p>
            <a:pPr marL="285750" indent="-285750">
              <a:buFontTx/>
              <a:buChar char="-"/>
            </a:pPr>
            <a:r>
              <a:rPr lang="en-GB" sz="2400" dirty="0"/>
              <a:t>A game character?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0DAD6E-48D0-1DFF-1A07-72F4AB702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9457A-9629-4B01-8495-69E582C093E5}" type="datetime1">
              <a:rPr lang="en-GB" smtClean="0"/>
              <a:t>02/09/2025</a:t>
            </a:fld>
            <a:endParaRPr lang="en-GB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B6B7AFE-C703-87CA-06CC-20CD4307E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6446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2C567-0A2C-0356-16F8-70E727E9C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Basic Terminology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48D3A2-427C-3F57-7130-517E11AC3F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GB" u="sng" dirty="0"/>
              <a:t>State</a:t>
            </a:r>
          </a:p>
          <a:p>
            <a:pPr marL="0" indent="0" algn="ctr">
              <a:buNone/>
            </a:pPr>
            <a:r>
              <a:rPr lang="en-GB" dirty="0"/>
              <a:t>A state is a specific configuration of the agent and its environment at a given time.</a:t>
            </a:r>
            <a:endParaRPr lang="en-GB" u="sng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941C49C-0A31-A2E5-4D64-EA79FF4F83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7528" y="3423102"/>
            <a:ext cx="3044952" cy="308208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77E7608-F0D3-4146-9BE6-40FBC12603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4191" y="3423102"/>
            <a:ext cx="3074623" cy="308208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442CC87-9FB9-D45B-643E-2B47DEB22C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0525" y="3415602"/>
            <a:ext cx="3074623" cy="3089585"/>
          </a:xfrm>
          <a:prstGeom prst="rect">
            <a:avLst/>
          </a:prstGeom>
        </p:spPr>
      </p:pic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FC8877AD-5552-8646-1ECF-5407E8401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1DAF6-F370-4AC3-915C-8E4034A7FACA}" type="datetime1">
              <a:rPr lang="en-GB" smtClean="0"/>
              <a:t>02/09/2025</a:t>
            </a:fld>
            <a:endParaRPr lang="en-GB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24871660-B356-5700-F258-C35CABE79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3026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8317A-1286-3FF2-C065-179128E83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Basic Terminology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F3F6F1-E6F9-E85F-AB3B-1A60469268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GB" u="sng" dirty="0"/>
              <a:t>Initial State</a:t>
            </a:r>
          </a:p>
          <a:p>
            <a:pPr marL="0" indent="0" algn="ctr">
              <a:buNone/>
            </a:pPr>
            <a:r>
              <a:rPr lang="en-GB" dirty="0"/>
              <a:t>The state in which the agent begins.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263B03-739E-0590-9266-41FBFF2E1C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5275" y="2823110"/>
            <a:ext cx="3321449" cy="3353853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C20402A-8C25-281A-0653-F5FFE24D3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70951-AE6F-4AA5-A06E-A61578813E0B}" type="datetime1">
              <a:rPr lang="en-GB" smtClean="0"/>
              <a:t>02/09/2025</a:t>
            </a:fld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6860C9-226C-5212-ACFF-B43C3D856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2363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DFD7E-0B20-50C1-6992-32DD55A3B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Basic Terminology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B02FCA-A1F2-7FFA-00D9-0A5A6367C1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GB" u="sng" dirty="0"/>
              <a:t>Actions</a:t>
            </a:r>
          </a:p>
          <a:p>
            <a:pPr marL="0" indent="0" algn="ctr">
              <a:buNone/>
            </a:pPr>
            <a:r>
              <a:rPr lang="en-GB" dirty="0"/>
              <a:t>Choices that can be made in a state.</a:t>
            </a:r>
          </a:p>
          <a:p>
            <a:pPr algn="ctr">
              <a:buFontTx/>
              <a:buChar char="-"/>
            </a:pPr>
            <a:r>
              <a:rPr lang="en-GB" dirty="0"/>
              <a:t>20 possible moves in the first move of a chess game.</a:t>
            </a:r>
          </a:p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r>
              <a:rPr lang="en-GB" u="sng" dirty="0"/>
              <a:t>ACTIONS(s)</a:t>
            </a:r>
          </a:p>
          <a:p>
            <a:pPr marL="0" indent="0" algn="ctr">
              <a:buNone/>
            </a:pPr>
            <a:r>
              <a:rPr lang="en-GB" dirty="0"/>
              <a:t>A function that returns the set of actions that can be executed in state 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FC70F9-8F0F-3131-C951-555231DAE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A5FB3-BCBE-43CD-9329-82712410BD12}" type="datetime1">
              <a:rPr lang="en-GB" smtClean="0"/>
              <a:t>02/09/2025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24DC57-D67C-4087-A055-F27DA18FC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8649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C9F82-53A4-9386-EE73-22C5D0D2B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Basic Terminology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8FB0D-EC7B-2C63-3FF0-A22CC5F344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400" u="sng" dirty="0"/>
              <a:t>Transition Model</a:t>
            </a:r>
          </a:p>
          <a:p>
            <a:pPr marL="0" indent="0" algn="ctr">
              <a:buNone/>
            </a:pPr>
            <a:r>
              <a:rPr lang="en-GB" sz="2400" dirty="0"/>
              <a:t>A description of what state results from performing any applicable action in any given state.</a:t>
            </a:r>
          </a:p>
          <a:p>
            <a:pPr marL="0" indent="0" algn="ctr">
              <a:buNone/>
            </a:pPr>
            <a:r>
              <a:rPr lang="en-GB" sz="2400" u="sng" dirty="0"/>
              <a:t>RESULT(</a:t>
            </a:r>
            <a:r>
              <a:rPr lang="en-GB" sz="2400" u="sng" dirty="0" err="1"/>
              <a:t>s,a</a:t>
            </a:r>
            <a:r>
              <a:rPr lang="en-GB" sz="2400" u="sng" dirty="0"/>
              <a:t>)</a:t>
            </a:r>
          </a:p>
          <a:p>
            <a:pPr marL="0" indent="0" algn="ctr">
              <a:buNone/>
            </a:pPr>
            <a:r>
              <a:rPr lang="en-GB" sz="2400" dirty="0"/>
              <a:t>A function that returns the state resulting from performing action a in state 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60A0E3-163D-D40E-A9F5-BF5A7CFDB4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8146" y="4001294"/>
            <a:ext cx="2630370" cy="26177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1D3A4EC-4346-D538-7EDC-40FE11C67244}"/>
              </a:ext>
            </a:extLst>
          </p:cNvPr>
          <p:cNvSpPr txBox="1"/>
          <p:nvPr/>
        </p:nvSpPr>
        <p:spPr>
          <a:xfrm>
            <a:off x="1010675" y="4940824"/>
            <a:ext cx="52266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   RESULT(                                            , ‘c2c3’) =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455376-7D64-063B-E051-097F5C384A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072" y="3996820"/>
            <a:ext cx="2573569" cy="2617724"/>
          </a:xfrm>
          <a:prstGeom prst="rect">
            <a:avLst/>
          </a:prstGeom>
        </p:spPr>
      </p:pic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E99C666B-310A-30FF-67EC-5323BF2F4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9019A-9525-4ED9-B8ED-959877D5F58E}" type="datetime1">
              <a:rPr lang="en-GB" smtClean="0"/>
              <a:t>02/09/2025</a:t>
            </a:fld>
            <a:endParaRPr lang="en-GB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67AB36-A9DF-FE52-6D37-6E1492604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6917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281B1-1BA1-C5C4-EC61-F690EB91F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Basic Terminology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0FA6C9-89E2-9885-DBAB-600A0FD31C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GB" u="sng" dirty="0"/>
              <a:t>State Space</a:t>
            </a:r>
          </a:p>
          <a:p>
            <a:pPr marL="0" indent="0" algn="ctr">
              <a:buNone/>
            </a:pPr>
            <a:r>
              <a:rPr lang="en-GB" dirty="0"/>
              <a:t>The set of all states reachable from the initial state by any sequence of action.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9C95DB-3F79-C6D9-5E22-7F9BB3C2F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AD681-5019-441A-A7DB-9FF15E17C22E}" type="datetime1">
              <a:rPr lang="en-GB" smtClean="0"/>
              <a:t>02/09/2025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333401-5034-270B-B596-4343B92E7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1314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0FC433-DFC2-CD65-B48C-26D4A3539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88B08-A593-00EB-3636-FFED14BC4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Basic Terminology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DF6FD-5114-DF86-5C8F-9624449C95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GB" u="sng" dirty="0"/>
              <a:t>State Space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95EAFE-5FB5-4DE3-DEB7-04A0122746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0671" y="2253752"/>
            <a:ext cx="5879269" cy="442031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B697DAF-A920-EC3F-3473-1BE4179F5A37}"/>
                  </a:ext>
                </a:extLst>
              </p14:cNvPr>
              <p14:cNvContentPartPr/>
              <p14:nvPr/>
            </p14:nvContentPartPr>
            <p14:xfrm>
              <a:off x="3886848" y="4626216"/>
              <a:ext cx="233640" cy="280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FB697DAF-A920-EC3F-3473-1BE4179F5A3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24208" y="4563576"/>
                <a:ext cx="359280" cy="15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FFBA3D05-E31D-E555-AA0E-16AA7C6692C8}"/>
                  </a:ext>
                </a:extLst>
              </p14:cNvPr>
              <p14:cNvContentPartPr/>
              <p14:nvPr/>
            </p14:nvContentPartPr>
            <p14:xfrm>
              <a:off x="4932648" y="5723856"/>
              <a:ext cx="137880" cy="9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FFBA3D05-E31D-E555-AA0E-16AA7C6692C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869648" y="5660856"/>
                <a:ext cx="263520" cy="135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B7ECA9E4-08D1-FC20-1F89-E9BE61094FF3}"/>
              </a:ext>
            </a:extLst>
          </p:cNvPr>
          <p:cNvGrpSpPr/>
          <p:nvPr/>
        </p:nvGrpSpPr>
        <p:grpSpPr>
          <a:xfrm>
            <a:off x="4933728" y="5559336"/>
            <a:ext cx="95760" cy="24480"/>
            <a:chOff x="4933728" y="5559336"/>
            <a:chExt cx="95760" cy="24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EE2881B-3486-B66D-7C7F-3E530A715348}"/>
                    </a:ext>
                  </a:extLst>
                </p14:cNvPr>
                <p14:cNvContentPartPr/>
                <p14:nvPr/>
              </p14:nvContentPartPr>
              <p14:xfrm>
                <a:off x="5029128" y="5559336"/>
                <a:ext cx="360" cy="3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EE2881B-3486-B66D-7C7F-3E530A715348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966128" y="5496696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CADDD40-37C7-9500-F555-CA2BA4976684}"/>
                    </a:ext>
                  </a:extLst>
                </p14:cNvPr>
                <p14:cNvContentPartPr/>
                <p14:nvPr/>
              </p14:nvContentPartPr>
              <p14:xfrm>
                <a:off x="4933728" y="5559336"/>
                <a:ext cx="95760" cy="244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CADDD40-37C7-9500-F555-CA2BA4976684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870728" y="5496696"/>
                  <a:ext cx="221400" cy="150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F26B0425-716E-0F4A-5726-DF04A95B61DE}"/>
                  </a:ext>
                </a:extLst>
              </p14:cNvPr>
              <p14:cNvContentPartPr/>
              <p14:nvPr/>
            </p14:nvContentPartPr>
            <p14:xfrm>
              <a:off x="5797008" y="6592536"/>
              <a:ext cx="26604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F26B0425-716E-0F4A-5726-DF04A95B61DE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734008" y="6529536"/>
                <a:ext cx="39168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2B64887D-0780-0DD6-DDE6-CDC36012CE57}"/>
                  </a:ext>
                </a:extLst>
              </p14:cNvPr>
              <p14:cNvContentPartPr/>
              <p14:nvPr/>
            </p14:nvContentPartPr>
            <p14:xfrm>
              <a:off x="7900488" y="6574536"/>
              <a:ext cx="238320" cy="190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2B64887D-0780-0DD6-DDE6-CDC36012CE57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837488" y="6511536"/>
                <a:ext cx="363960" cy="14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86CAC6F8-9A91-DCAE-7831-DF9566F7033F}"/>
                  </a:ext>
                </a:extLst>
              </p14:cNvPr>
              <p14:cNvContentPartPr/>
              <p14:nvPr/>
            </p14:nvContentPartPr>
            <p14:xfrm>
              <a:off x="7031448" y="5696496"/>
              <a:ext cx="222120" cy="259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86CAC6F8-9A91-DCAE-7831-DF9566F7033F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968808" y="5633496"/>
                <a:ext cx="347760" cy="151560"/>
              </a:xfrm>
              <a:prstGeom prst="rect">
                <a:avLst/>
              </a:prstGeom>
            </p:spPr>
          </p:pic>
        </mc:Fallback>
      </mc:AlternateContent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43D79DE-C752-90F2-2F4B-A8FEC11BB33D}"/>
              </a:ext>
            </a:extLst>
          </p:cNvPr>
          <p:cNvCxnSpPr/>
          <p:nvPr/>
        </p:nvCxnSpPr>
        <p:spPr>
          <a:xfrm flipV="1">
            <a:off x="3758184" y="3858768"/>
            <a:ext cx="466344" cy="50292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E0C1357-9A2D-A460-87AF-4591BD6D9E70}"/>
              </a:ext>
            </a:extLst>
          </p:cNvPr>
          <p:cNvCxnSpPr/>
          <p:nvPr/>
        </p:nvCxnSpPr>
        <p:spPr>
          <a:xfrm>
            <a:off x="4764024" y="4937760"/>
            <a:ext cx="521208" cy="52120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3D09F2D-390B-19FE-AB85-E4812FD193E2}"/>
              </a:ext>
            </a:extLst>
          </p:cNvPr>
          <p:cNvCxnSpPr/>
          <p:nvPr/>
        </p:nvCxnSpPr>
        <p:spPr>
          <a:xfrm>
            <a:off x="6931153" y="4961225"/>
            <a:ext cx="521208" cy="52120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8D55192-11DE-92B6-4172-4E1690D41B27}"/>
              </a:ext>
            </a:extLst>
          </p:cNvPr>
          <p:cNvCxnSpPr/>
          <p:nvPr/>
        </p:nvCxnSpPr>
        <p:spPr>
          <a:xfrm>
            <a:off x="7735824" y="6108192"/>
            <a:ext cx="62179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0BB335F9-1101-D826-D49A-308D46D64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3DC1-1A17-458D-A0C5-A9119A2E667F}" type="datetime1">
              <a:rPr lang="en-GB" smtClean="0"/>
              <a:t>02/09/2025</a:t>
            </a:fld>
            <a:endParaRPr lang="en-GB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4A4DF51F-09C2-F7A3-018D-0995AADB6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931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F92E4-9872-98C3-5079-CA2A72659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Basic Terminology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BFE027-CE3F-36F9-AA85-1343105FA6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To simplify state space, we will represent each state with a simple node.</a:t>
            </a: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38700D07-E5ED-6ECE-A072-A823A213DF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9321" y="2463800"/>
            <a:ext cx="4505325" cy="3848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0F4933-7CD4-6F0E-94DF-64423E8F7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A2170-F5ED-4263-8A97-975A1EC0D70C}" type="datetime1">
              <a:rPr lang="en-GB" smtClean="0"/>
              <a:t>02/09/2025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CD0823-274F-18D3-DC5C-4D9206605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0171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6C8D6-EDB5-75D8-C52C-56CCC1A6E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Basic Terminology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77F6CD-0C0E-E647-FCF2-A05A4F4CFC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GB" u="sng" dirty="0"/>
              <a:t>Goal Test</a:t>
            </a:r>
          </a:p>
          <a:p>
            <a:pPr marL="0" indent="0" algn="ctr">
              <a:buNone/>
            </a:pPr>
            <a:r>
              <a:rPr lang="en-GB" dirty="0"/>
              <a:t>A way to determine whether a given state is a goal state.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291FDB-F44A-D17B-395E-AC566DBB69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9350" y="3291176"/>
            <a:ext cx="1371262" cy="14202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B1D205D-6AFF-C891-445B-DC8A5F0945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1762" y="3357986"/>
            <a:ext cx="1371262" cy="128661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12E4524-5CC4-500B-2E50-B24BE3C0A260}"/>
              </a:ext>
            </a:extLst>
          </p:cNvPr>
          <p:cNvSpPr txBox="1"/>
          <p:nvPr/>
        </p:nvSpPr>
        <p:spPr>
          <a:xfrm>
            <a:off x="3629350" y="4846349"/>
            <a:ext cx="16562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Goal State ✅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897895-34A5-D30B-F376-B8D3247565DC}"/>
              </a:ext>
            </a:extLst>
          </p:cNvPr>
          <p:cNvSpPr txBox="1"/>
          <p:nvPr/>
        </p:nvSpPr>
        <p:spPr>
          <a:xfrm>
            <a:off x="7341505" y="4779539"/>
            <a:ext cx="2271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Not a Goal State ❌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87E5FE56-BA50-FB4A-C08C-ECA32E9F9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67560-EF2D-4C98-AF37-F96423DCACA4}" type="datetime1">
              <a:rPr lang="en-GB" smtClean="0"/>
              <a:t>02/09/2025</a:t>
            </a:fld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025103A-BB76-BE1E-4E79-3E27F6B8A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9824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1D023-B5C2-0B32-39E4-8D5984B37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Basic Terminology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C23D4C-D872-7F19-6AA7-F3A99A7F25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GB" u="sng" dirty="0"/>
              <a:t>Path Cost</a:t>
            </a:r>
          </a:p>
          <a:p>
            <a:pPr marL="0" indent="0" algn="ctr">
              <a:buNone/>
            </a:pPr>
            <a:r>
              <a:rPr lang="en-GB" dirty="0"/>
              <a:t>Path cost is the total cost of a sequence of actions from the initial state to the goal state.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8902F901-4EC5-9DA0-2CC1-9920287C2D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474" y="3236685"/>
            <a:ext cx="5991692" cy="3511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B7469C0-2C1E-9C30-7B7E-227DA27C7DD7}"/>
                  </a:ext>
                </a:extLst>
              </p:cNvPr>
              <p:cNvSpPr txBox="1"/>
              <p:nvPr/>
            </p:nvSpPr>
            <p:spPr>
              <a:xfrm>
                <a:off x="7080166" y="4370832"/>
                <a:ext cx="484337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Cost of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−&gt;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−&gt;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−&gt;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 = 5+1+3=9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B7469C0-2C1E-9C30-7B7E-227DA27C7D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0166" y="4370832"/>
                <a:ext cx="4843377" cy="369332"/>
              </a:xfrm>
              <a:prstGeom prst="rect">
                <a:avLst/>
              </a:prstGeom>
              <a:blipFill>
                <a:blip r:embed="rId3"/>
                <a:stretch>
                  <a:fillRect l="-1006" t="-8197" b="-245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8FE15A-939C-AD1F-9F4F-EEA01A90D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282D7-259D-4ACA-B51D-8CE966ADD330}" type="datetime1">
              <a:rPr lang="en-GB" smtClean="0"/>
              <a:t>02/09/2025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6013AB-4AB1-2EB3-9404-4E653C347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7570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93E8E-4F4C-5A02-3CA0-9446CC276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Search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408416-7D39-02EC-1F17-14F640EF70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GB" dirty="0"/>
              <a:t> A search problem is a formal representation of a problem that an AI agent can solve by exploring different states to reach a goal.</a:t>
            </a:r>
          </a:p>
          <a:p>
            <a:pPr marL="0" indent="0" algn="ctr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A search problem is defined by five elements:</a:t>
            </a:r>
          </a:p>
          <a:p>
            <a:pPr marL="514350" indent="-514350">
              <a:buAutoNum type="arabicPeriod"/>
            </a:pPr>
            <a:r>
              <a:rPr lang="en-GB" dirty="0"/>
              <a:t>Initial State</a:t>
            </a:r>
          </a:p>
          <a:p>
            <a:pPr marL="514350" indent="-514350">
              <a:buAutoNum type="arabicPeriod"/>
            </a:pPr>
            <a:r>
              <a:rPr lang="en-GB" dirty="0"/>
              <a:t>Actions</a:t>
            </a:r>
          </a:p>
          <a:p>
            <a:pPr marL="514350" indent="-514350">
              <a:buAutoNum type="arabicPeriod"/>
            </a:pPr>
            <a:r>
              <a:rPr lang="en-GB" dirty="0"/>
              <a:t>Transition Model</a:t>
            </a:r>
          </a:p>
          <a:p>
            <a:pPr marL="514350" indent="-514350">
              <a:buAutoNum type="arabicPeriod"/>
            </a:pPr>
            <a:r>
              <a:rPr lang="en-GB" dirty="0"/>
              <a:t>Goal Test</a:t>
            </a:r>
          </a:p>
          <a:p>
            <a:pPr marL="514350" indent="-514350">
              <a:buAutoNum type="arabicPeriod"/>
            </a:pPr>
            <a:r>
              <a:rPr lang="en-GB" dirty="0"/>
              <a:t>Path Cost Function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3E357-3AC5-281C-B1C1-448327181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751AC-40AC-418C-8682-ED90B606A1B8}" type="datetime1">
              <a:rPr lang="en-GB" smtClean="0"/>
              <a:t>02/09/2025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97678B-97F4-B121-0CA7-66BBBAF5A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1119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0133B-D756-3AD4-23A1-2D2394914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Search Problem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B30477-0A76-F4EF-EE9A-F130B82E02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GB" u="sng" dirty="0"/>
              <a:t>Solution</a:t>
            </a:r>
          </a:p>
          <a:p>
            <a:pPr marL="0" indent="0" algn="ctr">
              <a:buNone/>
            </a:pPr>
            <a:r>
              <a:rPr lang="en-GB" sz="2400" dirty="0"/>
              <a:t>A sequence of actions that leads from the initial state to a goal state.</a:t>
            </a:r>
          </a:p>
          <a:p>
            <a:pPr marL="0" indent="0" algn="ctr">
              <a:buNone/>
            </a:pPr>
            <a:endParaRPr lang="en-GB" sz="2400" u="sng" dirty="0"/>
          </a:p>
          <a:p>
            <a:pPr marL="0" indent="0" algn="ctr">
              <a:buNone/>
            </a:pPr>
            <a:r>
              <a:rPr lang="en-GB" sz="2400" u="sng" dirty="0"/>
              <a:t>Optimal Solution</a:t>
            </a:r>
          </a:p>
          <a:p>
            <a:pPr marL="0" indent="0" algn="ctr">
              <a:buNone/>
            </a:pPr>
            <a:r>
              <a:rPr lang="en-GB" sz="2400" dirty="0"/>
              <a:t>A solution that has the lowest path cost among all solutions.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8C0852-83FB-3EB4-0727-01628F218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9D447-96BE-4A4A-9FF3-70930B2549F2}" type="datetime1">
              <a:rPr lang="en-GB" smtClean="0"/>
              <a:t>02/09/2025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5F676D-EC4E-4B13-38DC-D64E0E20D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1783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7DBE4-7ABB-9B73-26D8-AA16E404C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77389F-36A7-77B9-EBC5-16A40693EE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GB" dirty="0"/>
              <a:t>A node is a data structure that represents a state in the search tree, along with information needed to reconstruct the path taken to reach that state.</a:t>
            </a:r>
          </a:p>
          <a:p>
            <a:pPr marL="0" indent="0">
              <a:buNone/>
            </a:pPr>
            <a:r>
              <a:rPr lang="en-GB" dirty="0"/>
              <a:t>Each node typically stores:</a:t>
            </a:r>
          </a:p>
          <a:p>
            <a:pPr marL="514350" indent="-514350">
              <a:buAutoNum type="arabicPeriod"/>
            </a:pPr>
            <a:r>
              <a:rPr lang="en-GB" dirty="0"/>
              <a:t>State – the actual state in the problem domain.</a:t>
            </a:r>
          </a:p>
          <a:p>
            <a:pPr marL="514350" indent="-514350">
              <a:buAutoNum type="arabicPeriod"/>
            </a:pPr>
            <a:r>
              <a:rPr lang="en-GB" dirty="0"/>
              <a:t>Parent – The node from which this node was generated.</a:t>
            </a:r>
          </a:p>
          <a:p>
            <a:pPr marL="514350" indent="-514350">
              <a:buAutoNum type="arabicPeriod"/>
            </a:pPr>
            <a:r>
              <a:rPr lang="en-GB" dirty="0"/>
              <a:t>Action – the action taken to reach this state from the parent.</a:t>
            </a:r>
          </a:p>
          <a:p>
            <a:pPr marL="514350" indent="-514350">
              <a:buAutoNum type="arabicPeriod"/>
            </a:pPr>
            <a:r>
              <a:rPr lang="en-GB" dirty="0"/>
              <a:t>Path Cost – Cost from the initial state to this node.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949DB7-48DE-5E5C-E187-04FD7EAD7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8D7F8-E312-47E3-A88C-F955C5B8DC99}" type="datetime1">
              <a:rPr lang="en-GB" smtClean="0"/>
              <a:t>02/09/2025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E6E807-4549-C71D-48E0-44D39DD9C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0555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09B6A-6BC2-F247-82E3-3182B8076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General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1D4A6-D70E-2FD1-66B7-D7C63BD6D4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GB" sz="2400" dirty="0"/>
              <a:t>The goal of a search algorithm is to explore the state space starting from the initial state, using actions to generate new states, until it finds a goal state.</a:t>
            </a:r>
          </a:p>
          <a:p>
            <a:pPr marL="0" indent="0">
              <a:buNone/>
            </a:pPr>
            <a:r>
              <a:rPr lang="en-GB" sz="2400" dirty="0"/>
              <a:t>Steps:</a:t>
            </a:r>
          </a:p>
          <a:p>
            <a:pPr marL="457200" indent="-457200">
              <a:buAutoNum type="arabicPeriod"/>
            </a:pPr>
            <a:r>
              <a:rPr lang="en-GB" sz="2400" dirty="0"/>
              <a:t>Start with a frontier that contains the initial node.</a:t>
            </a:r>
          </a:p>
          <a:p>
            <a:pPr lvl="1">
              <a:buFontTx/>
              <a:buChar char="-"/>
            </a:pPr>
            <a:r>
              <a:rPr lang="en-GB" sz="2000" dirty="0"/>
              <a:t>‘frontier’ is a data structure that contains all the node we could explore next, that we haven’t explored yet.</a:t>
            </a:r>
          </a:p>
          <a:p>
            <a:pPr marL="0" indent="0">
              <a:buNone/>
            </a:pPr>
            <a:r>
              <a:rPr lang="en-GB" sz="2400" dirty="0"/>
              <a:t>2. Repeat:</a:t>
            </a:r>
          </a:p>
          <a:p>
            <a:pPr marL="0" indent="0">
              <a:buNone/>
            </a:pPr>
            <a:r>
              <a:rPr lang="en-GB" sz="2400" dirty="0"/>
              <a:t>	3. If the frontier is empty, then no solution exists.</a:t>
            </a:r>
          </a:p>
          <a:p>
            <a:pPr marL="0" indent="0">
              <a:buNone/>
            </a:pPr>
            <a:r>
              <a:rPr lang="en-GB" sz="2400" dirty="0"/>
              <a:t>	4. Remove a node from the frontier.</a:t>
            </a:r>
          </a:p>
          <a:p>
            <a:pPr marL="0" indent="0">
              <a:buNone/>
            </a:pPr>
            <a:r>
              <a:rPr lang="en-GB" sz="2400" dirty="0"/>
              <a:t>	5. If node contains goal state return the solution.</a:t>
            </a:r>
          </a:p>
          <a:p>
            <a:pPr marL="0" indent="0">
              <a:buNone/>
            </a:pPr>
            <a:r>
              <a:rPr lang="en-GB" sz="2400" dirty="0"/>
              <a:t>	6. Expand node, add resulting nodes to the frontier.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9FE50D-CC4B-F202-0209-E91A57CD4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D8CDC-BB39-4529-8671-DAA8F8830C95}" type="datetime1">
              <a:rPr lang="en-GB" smtClean="0"/>
              <a:t>02/09/2025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D56727-AA4D-749F-A3F7-C4015950E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8044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8D3EE-0CD7-BBE9-FC3A-6619A0FBD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General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350D4C-F2BA-A168-135B-61BC2DCBB1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Suppose the initial state is A and the goal state</a:t>
            </a:r>
            <a:br>
              <a:rPr lang="en-GB" dirty="0"/>
            </a:br>
            <a:r>
              <a:rPr lang="en-GB" dirty="0"/>
              <a:t>is D.</a:t>
            </a:r>
          </a:p>
          <a:p>
            <a:r>
              <a:rPr lang="en-GB" dirty="0"/>
              <a:t>The goal of our search problem is to find</a:t>
            </a:r>
            <a:br>
              <a:rPr lang="en-GB" dirty="0"/>
            </a:br>
            <a:r>
              <a:rPr lang="en-GB" dirty="0"/>
              <a:t>a path from A to D.</a:t>
            </a:r>
          </a:p>
          <a:p>
            <a:r>
              <a:rPr lang="en-GB" dirty="0"/>
              <a:t>Let’s apply the general approach.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339EF9E-FCDE-682E-CA4E-61F849C415F7}"/>
              </a:ext>
            </a:extLst>
          </p:cNvPr>
          <p:cNvSpPr/>
          <p:nvPr/>
        </p:nvSpPr>
        <p:spPr>
          <a:xfrm>
            <a:off x="9601200" y="1892808"/>
            <a:ext cx="740664" cy="72237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E03983A-E33D-D65C-5268-337A029F8B8C}"/>
              </a:ext>
            </a:extLst>
          </p:cNvPr>
          <p:cNvSpPr/>
          <p:nvPr/>
        </p:nvSpPr>
        <p:spPr>
          <a:xfrm>
            <a:off x="8860536" y="2941320"/>
            <a:ext cx="740664" cy="72237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AC174FE-B2C9-36DF-0E8B-40E1B72D9AB7}"/>
              </a:ext>
            </a:extLst>
          </p:cNvPr>
          <p:cNvSpPr/>
          <p:nvPr/>
        </p:nvSpPr>
        <p:spPr>
          <a:xfrm>
            <a:off x="10448544" y="2941320"/>
            <a:ext cx="740664" cy="72237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C5BE9E3-D85A-42DE-30F4-86ADF7334671}"/>
              </a:ext>
            </a:extLst>
          </p:cNvPr>
          <p:cNvSpPr/>
          <p:nvPr/>
        </p:nvSpPr>
        <p:spPr>
          <a:xfrm>
            <a:off x="8119872" y="4303776"/>
            <a:ext cx="740664" cy="72237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9857C49-AE01-4F59-4648-B86F5B828C44}"/>
              </a:ext>
            </a:extLst>
          </p:cNvPr>
          <p:cNvSpPr/>
          <p:nvPr/>
        </p:nvSpPr>
        <p:spPr>
          <a:xfrm>
            <a:off x="9736836" y="4303776"/>
            <a:ext cx="740664" cy="72237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ECC66C7-0400-0B4F-801D-42AF22EEC3EA}"/>
              </a:ext>
            </a:extLst>
          </p:cNvPr>
          <p:cNvSpPr/>
          <p:nvPr/>
        </p:nvSpPr>
        <p:spPr>
          <a:xfrm>
            <a:off x="11189208" y="4303776"/>
            <a:ext cx="740664" cy="72237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969A5B8-4833-0F8B-AECD-16B1B43820E4}"/>
              </a:ext>
            </a:extLst>
          </p:cNvPr>
          <p:cNvCxnSpPr>
            <a:stCxn id="4" idx="4"/>
            <a:endCxn id="5" idx="0"/>
          </p:cNvCxnSpPr>
          <p:nvPr/>
        </p:nvCxnSpPr>
        <p:spPr>
          <a:xfrm flipH="1">
            <a:off x="9230868" y="2615184"/>
            <a:ext cx="740664" cy="3261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3AF17A1-9390-FA0E-254C-2154A1C4D71A}"/>
              </a:ext>
            </a:extLst>
          </p:cNvPr>
          <p:cNvCxnSpPr>
            <a:stCxn id="5" idx="4"/>
            <a:endCxn id="7" idx="0"/>
          </p:cNvCxnSpPr>
          <p:nvPr/>
        </p:nvCxnSpPr>
        <p:spPr>
          <a:xfrm flipH="1">
            <a:off x="8490204" y="3663696"/>
            <a:ext cx="740664" cy="6400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C60B9C5-52F5-59A3-73B0-2FDB4FEAD095}"/>
              </a:ext>
            </a:extLst>
          </p:cNvPr>
          <p:cNvCxnSpPr>
            <a:cxnSpLocks/>
            <a:stCxn id="9" idx="2"/>
            <a:endCxn id="8" idx="6"/>
          </p:cNvCxnSpPr>
          <p:nvPr/>
        </p:nvCxnSpPr>
        <p:spPr>
          <a:xfrm flipH="1">
            <a:off x="10477500" y="4664964"/>
            <a:ext cx="7117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2954A1D-96C8-9A76-B294-0FF91D8B371E}"/>
              </a:ext>
            </a:extLst>
          </p:cNvPr>
          <p:cNvCxnSpPr>
            <a:stCxn id="4" idx="4"/>
            <a:endCxn id="6" idx="0"/>
          </p:cNvCxnSpPr>
          <p:nvPr/>
        </p:nvCxnSpPr>
        <p:spPr>
          <a:xfrm>
            <a:off x="9971532" y="2615184"/>
            <a:ext cx="847344" cy="3261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45D5A87-9C08-F0DE-BEE0-8819293D06C2}"/>
              </a:ext>
            </a:extLst>
          </p:cNvPr>
          <p:cNvCxnSpPr>
            <a:stCxn id="6" idx="5"/>
            <a:endCxn id="9" idx="0"/>
          </p:cNvCxnSpPr>
          <p:nvPr/>
        </p:nvCxnSpPr>
        <p:spPr>
          <a:xfrm>
            <a:off x="11080740" y="3557906"/>
            <a:ext cx="478800" cy="7458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18CD2AB6-55ED-4EE2-D0A4-443C4578B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6F6E7-249D-4ADD-B07F-A98378921F7F}" type="datetime1">
              <a:rPr lang="en-GB" smtClean="0"/>
              <a:t>02/09/2025</a:t>
            </a:fld>
            <a:endParaRPr lang="en-GB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5D991C51-F9A6-F29E-51FE-76EF64FFA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969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F4B58AF3-DE17-C763-4AC3-4E70A1BA0903}"/>
              </a:ext>
            </a:extLst>
          </p:cNvPr>
          <p:cNvSpPr/>
          <p:nvPr/>
        </p:nvSpPr>
        <p:spPr>
          <a:xfrm>
            <a:off x="838200" y="1892808"/>
            <a:ext cx="5907024" cy="8229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BADA1A-AAC3-6EF9-561A-73FEE1424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General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081D8C-8712-79DB-168A-F79F57795C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/>
              <a:t>Frontier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065C18B-78D3-97A4-BDA8-031AF3B293C0}"/>
              </a:ext>
            </a:extLst>
          </p:cNvPr>
          <p:cNvSpPr/>
          <p:nvPr/>
        </p:nvSpPr>
        <p:spPr>
          <a:xfrm>
            <a:off x="9025128" y="2304288"/>
            <a:ext cx="740664" cy="72237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CC19581-259B-4BB6-7983-C2F69BEC47FB}"/>
              </a:ext>
            </a:extLst>
          </p:cNvPr>
          <p:cNvSpPr/>
          <p:nvPr/>
        </p:nvSpPr>
        <p:spPr>
          <a:xfrm>
            <a:off x="8284464" y="3352800"/>
            <a:ext cx="740664" cy="72237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9E3E19C-5C01-23D2-9F4F-3121F3281AEF}"/>
              </a:ext>
            </a:extLst>
          </p:cNvPr>
          <p:cNvSpPr/>
          <p:nvPr/>
        </p:nvSpPr>
        <p:spPr>
          <a:xfrm>
            <a:off x="9872472" y="3352800"/>
            <a:ext cx="740664" cy="72237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FAC2EB4-E4CB-7966-CBD8-D7F90021A650}"/>
              </a:ext>
            </a:extLst>
          </p:cNvPr>
          <p:cNvSpPr/>
          <p:nvPr/>
        </p:nvSpPr>
        <p:spPr>
          <a:xfrm>
            <a:off x="7543800" y="4715256"/>
            <a:ext cx="740664" cy="72237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794A98F-0797-4C82-7D62-12A2E5F77CD9}"/>
              </a:ext>
            </a:extLst>
          </p:cNvPr>
          <p:cNvSpPr/>
          <p:nvPr/>
        </p:nvSpPr>
        <p:spPr>
          <a:xfrm>
            <a:off x="9160764" y="4715256"/>
            <a:ext cx="740664" cy="72237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BF5B5E1-5D1C-D3FE-D19E-D3B34CA78D1C}"/>
              </a:ext>
            </a:extLst>
          </p:cNvPr>
          <p:cNvSpPr/>
          <p:nvPr/>
        </p:nvSpPr>
        <p:spPr>
          <a:xfrm>
            <a:off x="10613136" y="4715256"/>
            <a:ext cx="740664" cy="72237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9A7E299-53EF-BA52-6F0C-23006044DC33}"/>
              </a:ext>
            </a:extLst>
          </p:cNvPr>
          <p:cNvCxnSpPr>
            <a:stCxn id="4" idx="4"/>
            <a:endCxn id="5" idx="0"/>
          </p:cNvCxnSpPr>
          <p:nvPr/>
        </p:nvCxnSpPr>
        <p:spPr>
          <a:xfrm flipH="1">
            <a:off x="8654796" y="3026664"/>
            <a:ext cx="740664" cy="3261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F6D301F-AE88-6DD8-4AF4-6A467EC71557}"/>
              </a:ext>
            </a:extLst>
          </p:cNvPr>
          <p:cNvCxnSpPr>
            <a:stCxn id="5" idx="4"/>
            <a:endCxn id="7" idx="0"/>
          </p:cNvCxnSpPr>
          <p:nvPr/>
        </p:nvCxnSpPr>
        <p:spPr>
          <a:xfrm flipH="1">
            <a:off x="7914132" y="4075176"/>
            <a:ext cx="740664" cy="6400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51796A1-57FC-F89F-1787-B4B87A243DC4}"/>
              </a:ext>
            </a:extLst>
          </p:cNvPr>
          <p:cNvCxnSpPr>
            <a:cxnSpLocks/>
            <a:stCxn id="9" idx="2"/>
            <a:endCxn id="8" idx="6"/>
          </p:cNvCxnSpPr>
          <p:nvPr/>
        </p:nvCxnSpPr>
        <p:spPr>
          <a:xfrm flipH="1">
            <a:off x="9901428" y="5076444"/>
            <a:ext cx="7117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F78E1D2-C38D-E889-0830-60D25AC1DD90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>
            <a:off x="9025128" y="3713988"/>
            <a:ext cx="84734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03571A9-FA61-838A-40D0-07EC5CF80825}"/>
              </a:ext>
            </a:extLst>
          </p:cNvPr>
          <p:cNvCxnSpPr>
            <a:stCxn id="6" idx="5"/>
            <a:endCxn id="9" idx="0"/>
          </p:cNvCxnSpPr>
          <p:nvPr/>
        </p:nvCxnSpPr>
        <p:spPr>
          <a:xfrm>
            <a:off x="10504668" y="3969386"/>
            <a:ext cx="478800" cy="7458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6A7983FD-ACA2-30A2-43AE-766F3EF8705B}"/>
              </a:ext>
            </a:extLst>
          </p:cNvPr>
          <p:cNvSpPr txBox="1"/>
          <p:nvPr/>
        </p:nvSpPr>
        <p:spPr>
          <a:xfrm>
            <a:off x="335016" y="2990088"/>
            <a:ext cx="707314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/>
              <a:t>1. Start with a frontier that contains the initial node.</a:t>
            </a:r>
          </a:p>
          <a:p>
            <a:pPr marL="0" indent="0">
              <a:buNone/>
            </a:pPr>
            <a:r>
              <a:rPr lang="en-GB" sz="2000" dirty="0"/>
              <a:t>2. Repeat:</a:t>
            </a:r>
          </a:p>
          <a:p>
            <a:pPr marL="0" indent="0">
              <a:buNone/>
            </a:pPr>
            <a:r>
              <a:rPr lang="en-GB" sz="2000" dirty="0"/>
              <a:t>	3. If the frontier is empty, then no solution exists.</a:t>
            </a:r>
          </a:p>
          <a:p>
            <a:pPr marL="0" indent="0">
              <a:buNone/>
            </a:pPr>
            <a:r>
              <a:rPr lang="en-GB" sz="2000" dirty="0"/>
              <a:t>	4. Remove a node from the frontier.</a:t>
            </a:r>
          </a:p>
          <a:p>
            <a:pPr marL="0" indent="0">
              <a:buNone/>
            </a:pPr>
            <a:r>
              <a:rPr lang="en-GB" sz="2000" dirty="0"/>
              <a:t>	5. If node contains goal state return the solution.</a:t>
            </a:r>
          </a:p>
          <a:p>
            <a:pPr marL="0" indent="0">
              <a:buNone/>
            </a:pPr>
            <a:r>
              <a:rPr lang="en-GB" sz="2000" dirty="0"/>
              <a:t>	6. Expand node, add resulting nodes to the frontier.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7C50378-3A45-FE83-44A6-374F72271782}"/>
              </a:ext>
            </a:extLst>
          </p:cNvPr>
          <p:cNvSpPr/>
          <p:nvPr/>
        </p:nvSpPr>
        <p:spPr>
          <a:xfrm>
            <a:off x="2055876" y="1943100"/>
            <a:ext cx="740664" cy="722376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A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12D69C8-4813-A808-17A8-7B621405A362}"/>
              </a:ext>
            </a:extLst>
          </p:cNvPr>
          <p:cNvSpPr/>
          <p:nvPr/>
        </p:nvSpPr>
        <p:spPr>
          <a:xfrm>
            <a:off x="658368" y="2990088"/>
            <a:ext cx="5437632" cy="362712"/>
          </a:xfrm>
          <a:prstGeom prst="rect">
            <a:avLst/>
          </a:prstGeom>
          <a:noFill/>
          <a:ln w="28575" cap="flat" cmpd="sng" algn="ctr">
            <a:solidFill>
              <a:schemeClr val="accent5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E9B2928-A55A-5A14-A401-D99B246B52BE}"/>
              </a:ext>
            </a:extLst>
          </p:cNvPr>
          <p:cNvSpPr/>
          <p:nvPr/>
        </p:nvSpPr>
        <p:spPr>
          <a:xfrm>
            <a:off x="1578864" y="3606674"/>
            <a:ext cx="5279136" cy="362712"/>
          </a:xfrm>
          <a:prstGeom prst="rect">
            <a:avLst/>
          </a:prstGeom>
          <a:noFill/>
          <a:ln w="28575" cap="flat" cmpd="sng" algn="ctr">
            <a:solidFill>
              <a:schemeClr val="accent5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DF1EFD5-6370-9493-AF0C-4B5950A96278}"/>
              </a:ext>
            </a:extLst>
          </p:cNvPr>
          <p:cNvSpPr/>
          <p:nvPr/>
        </p:nvSpPr>
        <p:spPr>
          <a:xfrm>
            <a:off x="1578864" y="3915388"/>
            <a:ext cx="3788664" cy="362712"/>
          </a:xfrm>
          <a:prstGeom prst="rect">
            <a:avLst/>
          </a:prstGeom>
          <a:noFill/>
          <a:ln w="28575" cap="flat" cmpd="sng" algn="ctr">
            <a:solidFill>
              <a:schemeClr val="accent5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0A2202B-C223-E21B-C532-77801C64EA5D}"/>
              </a:ext>
            </a:extLst>
          </p:cNvPr>
          <p:cNvSpPr/>
          <p:nvPr/>
        </p:nvSpPr>
        <p:spPr>
          <a:xfrm>
            <a:off x="1578864" y="4223260"/>
            <a:ext cx="5279136" cy="362712"/>
          </a:xfrm>
          <a:prstGeom prst="rect">
            <a:avLst/>
          </a:prstGeom>
          <a:noFill/>
          <a:ln w="28575" cap="flat" cmpd="sng" algn="ctr">
            <a:solidFill>
              <a:schemeClr val="accent5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F510D24-C94B-7D04-7B88-EF391F18B842}"/>
              </a:ext>
            </a:extLst>
          </p:cNvPr>
          <p:cNvSpPr/>
          <p:nvPr/>
        </p:nvSpPr>
        <p:spPr>
          <a:xfrm>
            <a:off x="1578864" y="4538948"/>
            <a:ext cx="5526024" cy="362712"/>
          </a:xfrm>
          <a:prstGeom prst="rect">
            <a:avLst/>
          </a:prstGeom>
          <a:noFill/>
          <a:ln w="28575" cap="flat" cmpd="sng" algn="ctr">
            <a:solidFill>
              <a:schemeClr val="accent5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9F34180-4BBB-EC8E-BB54-096314D06A57}"/>
              </a:ext>
            </a:extLst>
          </p:cNvPr>
          <p:cNvSpPr/>
          <p:nvPr/>
        </p:nvSpPr>
        <p:spPr>
          <a:xfrm>
            <a:off x="2849880" y="1937576"/>
            <a:ext cx="740664" cy="722376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F14C63E-4183-AB4E-F1B3-C101A56CB444}"/>
              </a:ext>
            </a:extLst>
          </p:cNvPr>
          <p:cNvSpPr/>
          <p:nvPr/>
        </p:nvSpPr>
        <p:spPr>
          <a:xfrm>
            <a:off x="3643884" y="1922574"/>
            <a:ext cx="740664" cy="722376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C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ED81F0B2-A376-D15C-5704-3CC200B97C5D}"/>
              </a:ext>
            </a:extLst>
          </p:cNvPr>
          <p:cNvSpPr/>
          <p:nvPr/>
        </p:nvSpPr>
        <p:spPr>
          <a:xfrm>
            <a:off x="4437888" y="1922574"/>
            <a:ext cx="740664" cy="722376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E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F4145828-FEB0-33FC-53F0-6A99E6CBE82F}"/>
              </a:ext>
            </a:extLst>
          </p:cNvPr>
          <p:cNvSpPr/>
          <p:nvPr/>
        </p:nvSpPr>
        <p:spPr>
          <a:xfrm>
            <a:off x="2849880" y="1937576"/>
            <a:ext cx="740664" cy="722376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F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E401281D-27F9-DF6E-4602-670677BED154}"/>
              </a:ext>
            </a:extLst>
          </p:cNvPr>
          <p:cNvSpPr/>
          <p:nvPr/>
        </p:nvSpPr>
        <p:spPr>
          <a:xfrm>
            <a:off x="5221224" y="1922574"/>
            <a:ext cx="740664" cy="722376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D</a:t>
            </a:r>
          </a:p>
        </p:txBody>
      </p:sp>
      <p:sp>
        <p:nvSpPr>
          <p:cNvPr id="33" name="Date Placeholder 32">
            <a:extLst>
              <a:ext uri="{FF2B5EF4-FFF2-40B4-BE49-F238E27FC236}">
                <a16:creationId xmlns:a16="http://schemas.microsoft.com/office/drawing/2014/main" id="{060F3FF5-39DF-138E-FC3A-D1B7014E5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15F4F-5C8B-4C28-B527-151A31FC0146}" type="datetime1">
              <a:rPr lang="en-GB" smtClean="0"/>
              <a:t>02/09/2025</a:t>
            </a:fld>
            <a:endParaRPr lang="en-GB"/>
          </a:p>
        </p:txBody>
      </p:sp>
      <p:sp>
        <p:nvSpPr>
          <p:cNvPr id="34" name="Slide Number Placeholder 33">
            <a:extLst>
              <a:ext uri="{FF2B5EF4-FFF2-40B4-BE49-F238E27FC236}">
                <a16:creationId xmlns:a16="http://schemas.microsoft.com/office/drawing/2014/main" id="{3EDE2242-6E54-3334-6FB4-3295055AF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6775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1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3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4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4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5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5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6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6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1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8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9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9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9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xit" presetSubtype="0" fill="hold" grpId="1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4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1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4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1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0" presetClass="exit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0" presetClass="exit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0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21" presetClass="emp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5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6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6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16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0" presetClass="exit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0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10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0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10" presetClass="exit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0" presetClass="entr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10" presetClass="exit" presetSubtype="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0" presetClass="entr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21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0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0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0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20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10" presetClass="exit" presetSubtype="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indefinite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10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10" presetClass="exit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indefinite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10" presetClass="entr" presetSubtype="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>
                      <p:stCondLst>
                        <p:cond delay="indefinite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presetID="24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2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2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2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>
                      <p:stCondLst>
                        <p:cond delay="indefinite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>
                      <p:stCondLst>
                        <p:cond delay="indefinite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presetID="10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6" fill="hold">
                      <p:stCondLst>
                        <p:cond delay="indefinite"/>
                      </p:stCondLst>
                      <p:childTnLst>
                        <p:par>
                          <p:cTn id="247" fill="hold">
                            <p:stCondLst>
                              <p:cond delay="0"/>
                            </p:stCondLst>
                            <p:childTnLst>
                              <p:par>
                                <p:cTn id="248" presetID="10" presetClass="exit" presetSubtype="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indefinite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presetID="10" presetClass="entr" presetSubtype="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6" fill="hold">
                      <p:stCondLst>
                        <p:cond delay="indefinite"/>
                      </p:stCondLst>
                      <p:childTnLst>
                        <p:par>
                          <p:cTn id="257" fill="hold">
                            <p:stCondLst>
                              <p:cond delay="0"/>
                            </p:stCondLst>
                            <p:childTnLst>
                              <p:par>
                                <p:cTn id="258" presetID="10" presetClass="exit" presetSubtype="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1" fill="hold">
                      <p:stCondLst>
                        <p:cond delay="indefinite"/>
                      </p:stCondLst>
                      <p:childTnLst>
                        <p:par>
                          <p:cTn id="262" fill="hold">
                            <p:stCondLst>
                              <p:cond delay="0"/>
                            </p:stCondLst>
                            <p:childTnLst>
                              <p:par>
                                <p:cTn id="263" presetID="10" presetClass="entr" presetSubtype="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6" fill="hold">
                      <p:stCondLst>
                        <p:cond delay="indefinite"/>
                      </p:stCondLst>
                      <p:childTnLst>
                        <p:par>
                          <p:cTn id="267" fill="hold">
                            <p:stCondLst>
                              <p:cond delay="0"/>
                            </p:stCondLst>
                            <p:childTnLst>
                              <p:par>
                                <p:cTn id="268" presetID="21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6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7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7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27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3" fill="hold">
                      <p:stCondLst>
                        <p:cond delay="indefinite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presetID="10" presetClass="exit" presetSubtype="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8" fill="hold">
                      <p:stCondLst>
                        <p:cond delay="indefinite"/>
                      </p:stCondLst>
                      <p:childTnLst>
                        <p:par>
                          <p:cTn id="279" fill="hold">
                            <p:stCondLst>
                              <p:cond delay="0"/>
                            </p:stCondLst>
                            <p:childTnLst>
                              <p:par>
                                <p:cTn id="280" presetID="10" presetClass="entr" presetSubtype="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3" fill="hold">
                      <p:stCondLst>
                        <p:cond delay="indefinite"/>
                      </p:stCondLst>
                      <p:childTnLst>
                        <p:par>
                          <p:cTn id="284" fill="hold">
                            <p:stCondLst>
                              <p:cond delay="0"/>
                            </p:stCondLst>
                            <p:childTnLst>
                              <p:par>
                                <p:cTn id="285" presetID="10" presetClass="exit" presetSubtype="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8" fill="hold">
                      <p:stCondLst>
                        <p:cond delay="indefinite"/>
                      </p:stCondLst>
                      <p:childTnLst>
                        <p:par>
                          <p:cTn id="289" fill="hold">
                            <p:stCondLst>
                              <p:cond delay="0"/>
                            </p:stCondLst>
                            <p:childTnLst>
                              <p:par>
                                <p:cTn id="290" presetID="10" presetClass="entr" presetSubtype="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3" fill="hold">
                      <p:stCondLst>
                        <p:cond delay="indefinite"/>
                      </p:stCondLst>
                      <p:childTnLst>
                        <p:par>
                          <p:cTn id="294" fill="hold">
                            <p:stCondLst>
                              <p:cond delay="0"/>
                            </p:stCondLst>
                            <p:childTnLst>
                              <p:par>
                                <p:cTn id="295" presetID="24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9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29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29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29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0" fill="hold">
                      <p:stCondLst>
                        <p:cond delay="indefinite"/>
                      </p:stCondLst>
                      <p:childTnLst>
                        <p:par>
                          <p:cTn id="301" fill="hold">
                            <p:stCondLst>
                              <p:cond delay="0"/>
                            </p:stCondLst>
                            <p:childTnLst>
                              <p:par>
                                <p:cTn id="3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5" fill="hold">
                      <p:stCondLst>
                        <p:cond delay="indefinite"/>
                      </p:stCondLst>
                      <p:childTnLst>
                        <p:par>
                          <p:cTn id="306" fill="hold">
                            <p:stCondLst>
                              <p:cond delay="0"/>
                            </p:stCondLst>
                            <p:childTnLst>
                              <p:par>
                                <p:cTn id="307" presetID="10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0" fill="hold">
                      <p:stCondLst>
                        <p:cond delay="indefinite"/>
                      </p:stCondLst>
                      <p:childTnLst>
                        <p:par>
                          <p:cTn id="311" fill="hold">
                            <p:stCondLst>
                              <p:cond delay="0"/>
                            </p:stCondLst>
                            <p:childTnLst>
                              <p:par>
                                <p:cTn id="312" presetID="10" presetClass="exit" presetSubtype="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5" fill="hold">
                      <p:stCondLst>
                        <p:cond delay="indefinite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10" presetClass="entr" presetSubtype="0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0" fill="hold">
                      <p:stCondLst>
                        <p:cond delay="indefinite"/>
                      </p:stCondLst>
                      <p:childTnLst>
                        <p:par>
                          <p:cTn id="321" fill="hold">
                            <p:stCondLst>
                              <p:cond delay="0"/>
                            </p:stCondLst>
                            <p:childTnLst>
                              <p:par>
                                <p:cTn id="322" presetID="10" presetClass="exit" presetSubtype="0" fill="hold" grpId="1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5" fill="hold">
                      <p:stCondLst>
                        <p:cond delay="indefinite"/>
                      </p:stCondLst>
                      <p:childTnLst>
                        <p:par>
                          <p:cTn id="326" fill="hold">
                            <p:stCondLst>
                              <p:cond delay="0"/>
                            </p:stCondLst>
                            <p:childTnLst>
                              <p:par>
                                <p:cTn id="327" presetID="10" presetClass="entr" presetSubtype="0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0" fill="hold">
                      <p:stCondLst>
                        <p:cond delay="indefinite"/>
                      </p:stCondLst>
                      <p:childTnLst>
                        <p:par>
                          <p:cTn id="331" fill="hold">
                            <p:stCondLst>
                              <p:cond delay="0"/>
                            </p:stCondLst>
                            <p:childTnLst>
                              <p:par>
                                <p:cTn id="332" presetID="21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33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3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3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33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7" fill="hold">
                      <p:stCondLst>
                        <p:cond delay="indefinite"/>
                      </p:stCondLst>
                      <p:childTnLst>
                        <p:par>
                          <p:cTn id="338" fill="hold">
                            <p:stCondLst>
                              <p:cond delay="0"/>
                            </p:stCondLst>
                            <p:childTnLst>
                              <p:par>
                                <p:cTn id="339" presetID="10" presetClass="exit" presetSubtype="0" fill="hold" grpId="1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2" fill="hold">
                      <p:stCondLst>
                        <p:cond delay="indefinite"/>
                      </p:stCondLst>
                      <p:childTnLst>
                        <p:par>
                          <p:cTn id="343" fill="hold">
                            <p:stCondLst>
                              <p:cond delay="0"/>
                            </p:stCondLst>
                            <p:childTnLst>
                              <p:par>
                                <p:cTn id="344" presetID="10" presetClass="entr" presetSubtype="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7" fill="hold">
                      <p:stCondLst>
                        <p:cond delay="indefinite"/>
                      </p:stCondLst>
                      <p:childTnLst>
                        <p:par>
                          <p:cTn id="348" fill="hold">
                            <p:stCondLst>
                              <p:cond delay="0"/>
                            </p:stCondLst>
                            <p:childTnLst>
                              <p:par>
                                <p:cTn id="349" presetID="21" presetClass="emp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35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5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5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35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4" fill="hold">
                      <p:stCondLst>
                        <p:cond delay="indefinite"/>
                      </p:stCondLst>
                      <p:childTnLst>
                        <p:par>
                          <p:cTn id="355" fill="hold">
                            <p:stCondLst>
                              <p:cond delay="0"/>
                            </p:stCondLst>
                            <p:childTnLst>
                              <p:par>
                                <p:cTn id="356" presetID="10" presetClass="exit" presetSubtype="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22" grpId="0" animBg="1"/>
      <p:bldP spid="22" grpId="1" animBg="1"/>
      <p:bldP spid="22" grpId="2" animBg="1"/>
      <p:bldP spid="23" grpId="0" animBg="1"/>
      <p:bldP spid="23" grpId="1" animBg="1"/>
      <p:bldP spid="24" grpId="0" animBg="1"/>
      <p:bldP spid="24" grpId="1" animBg="1"/>
      <p:bldP spid="24" grpId="2" animBg="1"/>
      <p:bldP spid="24" grpId="3" animBg="1"/>
      <p:bldP spid="24" grpId="4" animBg="1"/>
      <p:bldP spid="24" grpId="5" animBg="1"/>
      <p:bldP spid="24" grpId="6" animBg="1"/>
      <p:bldP spid="24" grpId="7" animBg="1"/>
      <p:bldP spid="24" grpId="8" animBg="1"/>
      <p:bldP spid="24" grpId="9" animBg="1"/>
      <p:bldP spid="24" grpId="10" animBg="1"/>
      <p:bldP spid="24" grpId="11" animBg="1"/>
      <p:bldP spid="25" grpId="0" animBg="1"/>
      <p:bldP spid="25" grpId="1" animBg="1"/>
      <p:bldP spid="25" grpId="2" animBg="1"/>
      <p:bldP spid="25" grpId="3" animBg="1"/>
      <p:bldP spid="25" grpId="4" animBg="1"/>
      <p:bldP spid="25" grpId="5" animBg="1"/>
      <p:bldP spid="25" grpId="6" animBg="1"/>
      <p:bldP spid="25" grpId="7" animBg="1"/>
      <p:bldP spid="25" grpId="8" animBg="1"/>
      <p:bldP spid="25" grpId="9" animBg="1"/>
      <p:bldP spid="25" grpId="10" animBg="1"/>
      <p:bldP spid="25" grpId="11" animBg="1"/>
      <p:bldP spid="26" grpId="0" animBg="1"/>
      <p:bldP spid="26" grpId="1" animBg="1"/>
      <p:bldP spid="26" grpId="2" animBg="1"/>
      <p:bldP spid="26" grpId="3" animBg="1"/>
      <p:bldP spid="26" grpId="4" animBg="1"/>
      <p:bldP spid="26" grpId="5" animBg="1"/>
      <p:bldP spid="26" grpId="6" animBg="1"/>
      <p:bldP spid="26" grpId="7" animBg="1"/>
      <p:bldP spid="26" grpId="8" animBg="1"/>
      <p:bldP spid="26" grpId="9" animBg="1"/>
      <p:bldP spid="26" grpId="10" animBg="1"/>
      <p:bldP spid="26" grpId="11" animBg="1"/>
      <p:bldP spid="27" grpId="0" animBg="1"/>
      <p:bldP spid="27" grpId="1" animBg="1"/>
      <p:bldP spid="27" grpId="2" animBg="1"/>
      <p:bldP spid="27" grpId="3" animBg="1"/>
      <p:bldP spid="27" grpId="4" animBg="1"/>
      <p:bldP spid="27" grpId="5" animBg="1"/>
      <p:bldP spid="27" grpId="6" animBg="1"/>
      <p:bldP spid="27" grpId="7" animBg="1"/>
      <p:bldP spid="27" grpId="8" animBg="1"/>
      <p:bldP spid="27" grpId="9" animBg="1"/>
      <p:bldP spid="28" grpId="0" animBg="1"/>
      <p:bldP spid="28" grpId="1" animBg="1"/>
      <p:bldP spid="28" grpId="2" animBg="1"/>
      <p:bldP spid="29" grpId="0" animBg="1"/>
      <p:bldP spid="29" grpId="2" animBg="1"/>
      <p:bldP spid="29" grpId="3" animBg="1"/>
      <p:bldP spid="30" grpId="0" animBg="1"/>
      <p:bldP spid="30" grpId="1" animBg="1"/>
      <p:bldP spid="30" grpId="3" animBg="1"/>
      <p:bldP spid="31" grpId="0" animBg="1"/>
      <p:bldP spid="31" grpId="1" animBg="1"/>
      <p:bldP spid="31" grpId="2" animBg="1"/>
      <p:bldP spid="32" grpId="0" animBg="1"/>
      <p:bldP spid="32" grpId="1" animBg="1"/>
      <p:bldP spid="32" grpId="2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545D2-F85D-EB07-803B-73732FCCE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General Approach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F0D7A6-5595-DFF0-00FC-2A76D99E59E8}"/>
              </a:ext>
            </a:extLst>
          </p:cNvPr>
          <p:cNvSpPr txBox="1"/>
          <p:nvPr/>
        </p:nvSpPr>
        <p:spPr>
          <a:xfrm>
            <a:off x="838200" y="1910864"/>
            <a:ext cx="707314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/>
              <a:t>1. Start with a frontier that contains the initial node.</a:t>
            </a:r>
          </a:p>
          <a:p>
            <a:pPr marL="0" indent="0">
              <a:buNone/>
            </a:pPr>
            <a:r>
              <a:rPr lang="en-GB" sz="2000" dirty="0"/>
              <a:t>2. Repeat:</a:t>
            </a:r>
          </a:p>
          <a:p>
            <a:pPr marL="0" indent="0">
              <a:buNone/>
            </a:pPr>
            <a:r>
              <a:rPr lang="en-GB" sz="2000" dirty="0"/>
              <a:t>	3. If the frontier is empty, then no solution exists.</a:t>
            </a:r>
          </a:p>
          <a:p>
            <a:pPr marL="0" indent="0">
              <a:buNone/>
            </a:pPr>
            <a:r>
              <a:rPr lang="en-GB" sz="2000" dirty="0"/>
              <a:t>	4. Remove a node from the frontier.</a:t>
            </a:r>
          </a:p>
          <a:p>
            <a:pPr marL="0" indent="0">
              <a:buNone/>
            </a:pPr>
            <a:r>
              <a:rPr lang="en-GB" sz="2000" dirty="0"/>
              <a:t>	5. If node contains goal state return the solution.</a:t>
            </a:r>
          </a:p>
          <a:p>
            <a:pPr marL="0" indent="0">
              <a:buNone/>
            </a:pPr>
            <a:r>
              <a:rPr lang="en-GB" sz="2000" dirty="0"/>
              <a:t>	6. Expand node, add resulting nodes to the frontier.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5E08EF-9F5D-7A97-61EB-31F586B61496}"/>
              </a:ext>
            </a:extLst>
          </p:cNvPr>
          <p:cNvSpPr txBox="1"/>
          <p:nvPr/>
        </p:nvSpPr>
        <p:spPr>
          <a:xfrm>
            <a:off x="568403" y="4207192"/>
            <a:ext cx="6643165" cy="52322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GB" sz="2800" dirty="0"/>
              <a:t>Is there any problem with this algorithm?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91A44D0-33E1-BD3F-EB76-F6C465294428}"/>
              </a:ext>
            </a:extLst>
          </p:cNvPr>
          <p:cNvGrpSpPr/>
          <p:nvPr/>
        </p:nvGrpSpPr>
        <p:grpSpPr>
          <a:xfrm>
            <a:off x="8284464" y="1949196"/>
            <a:ext cx="749808" cy="3616452"/>
            <a:chOff x="8284464" y="1949196"/>
            <a:chExt cx="749808" cy="3616452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8AAD6CC3-D676-DCB3-B474-D71B598029F8}"/>
                </a:ext>
              </a:extLst>
            </p:cNvPr>
            <p:cNvSpPr/>
            <p:nvPr/>
          </p:nvSpPr>
          <p:spPr>
            <a:xfrm>
              <a:off x="8284464" y="1949196"/>
              <a:ext cx="740664" cy="72237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A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EC3DB79B-D6DB-36D4-B6BD-5609A1FBE980}"/>
                </a:ext>
              </a:extLst>
            </p:cNvPr>
            <p:cNvSpPr/>
            <p:nvPr/>
          </p:nvSpPr>
          <p:spPr>
            <a:xfrm>
              <a:off x="8284464" y="3352800"/>
              <a:ext cx="740664" cy="72237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B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15E26DE9-3BC3-A565-5958-FCAC08840985}"/>
                </a:ext>
              </a:extLst>
            </p:cNvPr>
            <p:cNvSpPr/>
            <p:nvPr/>
          </p:nvSpPr>
          <p:spPr>
            <a:xfrm>
              <a:off x="8293608" y="4843272"/>
              <a:ext cx="740664" cy="72237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C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98BAA59A-8467-E387-F6AD-51CBEDFD5562}"/>
                </a:ext>
              </a:extLst>
            </p:cNvPr>
            <p:cNvCxnSpPr>
              <a:stCxn id="7" idx="4"/>
              <a:endCxn id="8" idx="0"/>
            </p:cNvCxnSpPr>
            <p:nvPr/>
          </p:nvCxnSpPr>
          <p:spPr>
            <a:xfrm>
              <a:off x="8654796" y="4075176"/>
              <a:ext cx="9144" cy="76809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85EF2824-3E44-952F-3EA1-1E2C06E93F96}"/>
                </a:ext>
              </a:extLst>
            </p:cNvPr>
            <p:cNvCxnSpPr>
              <a:cxnSpLocks/>
              <a:stCxn id="6" idx="3"/>
              <a:endCxn id="7" idx="1"/>
            </p:cNvCxnSpPr>
            <p:nvPr/>
          </p:nvCxnSpPr>
          <p:spPr>
            <a:xfrm>
              <a:off x="8392932" y="2565782"/>
              <a:ext cx="0" cy="89280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8653823F-CB05-3999-B3B8-D9D53DE9D088}"/>
                </a:ext>
              </a:extLst>
            </p:cNvPr>
            <p:cNvCxnSpPr>
              <a:stCxn id="7" idx="7"/>
              <a:endCxn id="6" idx="5"/>
            </p:cNvCxnSpPr>
            <p:nvPr/>
          </p:nvCxnSpPr>
          <p:spPr>
            <a:xfrm flipV="1">
              <a:off x="8916660" y="2565782"/>
              <a:ext cx="0" cy="89280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89345AEA-5653-B82F-41FF-3EA6624F4CE4}"/>
              </a:ext>
            </a:extLst>
          </p:cNvPr>
          <p:cNvSpPr txBox="1"/>
          <p:nvPr/>
        </p:nvSpPr>
        <p:spPr>
          <a:xfrm>
            <a:off x="9176019" y="2810333"/>
            <a:ext cx="2807179" cy="707886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GB" sz="2000" dirty="0"/>
              <a:t>Will this algorithm work</a:t>
            </a:r>
            <a:br>
              <a:rPr lang="en-GB" sz="2000" dirty="0"/>
            </a:br>
            <a:r>
              <a:rPr lang="en-GB" sz="2000" dirty="0"/>
              <a:t>on this graph?</a:t>
            </a:r>
          </a:p>
        </p:txBody>
      </p:sp>
      <p:sp>
        <p:nvSpPr>
          <p:cNvPr id="26" name="Date Placeholder 25">
            <a:extLst>
              <a:ext uri="{FF2B5EF4-FFF2-40B4-BE49-F238E27FC236}">
                <a16:creationId xmlns:a16="http://schemas.microsoft.com/office/drawing/2014/main" id="{874983CB-04A4-BD20-0C49-267197CEE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E120D-DBCF-4688-A29A-EAE02FBBC6A0}" type="datetime1">
              <a:rPr lang="en-GB" smtClean="0"/>
              <a:t>02/09/2025</a:t>
            </a:fld>
            <a:endParaRPr lang="en-GB"/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9E5519ED-E367-14D4-A139-A074A390F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0529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08CF3-A4D2-F227-EA8C-49AD86447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Revised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42B09E-CC9D-84B7-47C9-75BFCEE98B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AutoNum type="arabicPeriod"/>
            </a:pPr>
            <a:r>
              <a:rPr lang="en-GB" dirty="0"/>
              <a:t>Start with a frontier that contains the initial node.</a:t>
            </a:r>
          </a:p>
          <a:p>
            <a:pPr marL="514350" indent="-514350">
              <a:buAutoNum type="arabicPeriod"/>
            </a:pPr>
            <a:r>
              <a:rPr lang="en-GB" dirty="0">
                <a:solidFill>
                  <a:schemeClr val="accent5">
                    <a:lumMod val="75000"/>
                  </a:schemeClr>
                </a:solidFill>
              </a:rPr>
              <a:t>Start with an empty set.</a:t>
            </a:r>
          </a:p>
          <a:p>
            <a:pPr marL="0" indent="0">
              <a:buNone/>
            </a:pPr>
            <a:r>
              <a:rPr lang="en-GB" dirty="0"/>
              <a:t>2. Repeat:</a:t>
            </a:r>
          </a:p>
          <a:p>
            <a:pPr marL="0" indent="0">
              <a:buNone/>
            </a:pPr>
            <a:r>
              <a:rPr lang="en-GB" dirty="0"/>
              <a:t>	3. If the frontier is empty, then no solution exists.</a:t>
            </a:r>
          </a:p>
          <a:p>
            <a:pPr marL="0" indent="0">
              <a:buNone/>
            </a:pPr>
            <a:r>
              <a:rPr lang="en-GB" dirty="0"/>
              <a:t>	4. Remove a node from the frontier.</a:t>
            </a:r>
          </a:p>
          <a:p>
            <a:pPr marL="0" indent="0">
              <a:buNone/>
            </a:pPr>
            <a:r>
              <a:rPr lang="en-GB" dirty="0"/>
              <a:t>	5. If node contains goal state return the solution.</a:t>
            </a:r>
          </a:p>
          <a:p>
            <a:pPr marL="0" indent="0">
              <a:buNone/>
            </a:pPr>
            <a:r>
              <a:rPr lang="en-GB" dirty="0"/>
              <a:t>	6. Add the node to the explored set.</a:t>
            </a:r>
          </a:p>
          <a:p>
            <a:pPr marL="0" indent="0">
              <a:buNone/>
            </a:pPr>
            <a:r>
              <a:rPr lang="en-GB" dirty="0"/>
              <a:t>	7. Expand node, add resulting nodes to the </a:t>
            </a:r>
            <a:r>
              <a:rPr lang="en-GB" dirty="0">
                <a:solidFill>
                  <a:schemeClr val="accent5">
                    <a:lumMod val="75000"/>
                  </a:schemeClr>
                </a:solidFill>
              </a:rPr>
              <a:t>frontier if they aren’t already in the frontier or the explored set.</a:t>
            </a: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94C16C-086F-4C75-D0BE-3AEC94D56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02/09/2025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456854-6D9F-D4D3-BF97-24B2BD0CE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25731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2169A-B056-BC62-D482-1FD5613B1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Measuring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6E0A8A-2016-6937-7D59-5ABF264244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GB" u="sng" dirty="0"/>
              <a:t>Completeness</a:t>
            </a:r>
          </a:p>
          <a:p>
            <a:pPr marL="0" indent="0" algn="ctr">
              <a:buNone/>
            </a:pPr>
            <a:r>
              <a:rPr lang="en-GB" dirty="0"/>
              <a:t>Is the algorithm guaranteed to find a solution when there is one?</a:t>
            </a:r>
          </a:p>
          <a:p>
            <a:pPr marL="0" indent="0" algn="ctr">
              <a:buNone/>
            </a:pPr>
            <a:r>
              <a:rPr lang="en-GB" u="sng" dirty="0"/>
              <a:t>Optimality</a:t>
            </a:r>
          </a:p>
          <a:p>
            <a:pPr marL="0" indent="0" algn="ctr">
              <a:buNone/>
            </a:pPr>
            <a:r>
              <a:rPr lang="en-GB" dirty="0"/>
              <a:t>Does the strategy find the optimal solution?</a:t>
            </a:r>
          </a:p>
          <a:p>
            <a:pPr marL="0" indent="0" algn="ctr">
              <a:buNone/>
            </a:pPr>
            <a:r>
              <a:rPr lang="en-GB" u="sng" dirty="0"/>
              <a:t>Time Complexity</a:t>
            </a:r>
          </a:p>
          <a:p>
            <a:pPr marL="0" indent="0" algn="ctr">
              <a:buNone/>
            </a:pPr>
            <a:r>
              <a:rPr lang="en-GB" dirty="0"/>
              <a:t>How long does it take to find a solution?</a:t>
            </a:r>
          </a:p>
          <a:p>
            <a:pPr marL="0" indent="0" algn="ctr">
              <a:buNone/>
            </a:pPr>
            <a:r>
              <a:rPr lang="en-GB" u="sng" dirty="0"/>
              <a:t>Space Complexity</a:t>
            </a:r>
          </a:p>
          <a:p>
            <a:pPr marL="0" indent="0" algn="ctr">
              <a:buNone/>
            </a:pPr>
            <a:r>
              <a:rPr lang="en-GB" dirty="0"/>
              <a:t>How much memory is needed to perform the search?</a:t>
            </a:r>
          </a:p>
          <a:p>
            <a:pPr marL="0" indent="0" algn="ctr">
              <a:buNone/>
            </a:pP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C82642-1FBF-0D1E-00A7-A1500E6A6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02/09/2025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E70940-A6D0-42B1-8E2C-20029E1B5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0652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B31BE-AD8F-FE26-FEAB-0597F835C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Complexity in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42B78A-20B6-6032-0138-3F8FBC6B63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Graph is often represented implicitly.</a:t>
            </a:r>
          </a:p>
          <a:p>
            <a:pPr lvl="1"/>
            <a:r>
              <a:rPr lang="en-GB" dirty="0"/>
              <a:t>Initial state, actions and transition model.</a:t>
            </a:r>
          </a:p>
          <a:p>
            <a:pPr lvl="1"/>
            <a:r>
              <a:rPr lang="en-GB" dirty="0"/>
              <a:t>Often infinite.</a:t>
            </a:r>
          </a:p>
          <a:p>
            <a:r>
              <a:rPr lang="en-GB" dirty="0"/>
              <a:t>Traditional complexity doesn’t apply here.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2B668D-7495-9506-F116-506BA4DD2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02/09/2025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5F7412-6DD8-6AFA-4B18-9449AC2F4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7972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315C07-4DFB-8CDC-2161-9AE842B6E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65320-07E5-3D52-D2AB-A40D2576B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Complexity in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4496F9-0CE0-C9BC-E35D-8A16B96E87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Complexity is represented in terms of three quantities.</a:t>
            </a:r>
          </a:p>
          <a:p>
            <a:pPr marL="0" indent="0" algn="ctr">
              <a:buNone/>
            </a:pPr>
            <a:r>
              <a:rPr lang="en-GB" b="1" u="sng" dirty="0"/>
              <a:t>Branching factor(b)</a:t>
            </a:r>
          </a:p>
          <a:p>
            <a:pPr marL="0" indent="0" algn="ctr">
              <a:buNone/>
            </a:pPr>
            <a:r>
              <a:rPr lang="en-GB" dirty="0"/>
              <a:t>Maximum number of successor of any node.</a:t>
            </a:r>
          </a:p>
          <a:p>
            <a:pPr marL="0" indent="0" algn="ctr">
              <a:buNone/>
            </a:pPr>
            <a:r>
              <a:rPr lang="en-GB" b="1" u="sng" dirty="0"/>
              <a:t>Depth of the shallowest goal(d)</a:t>
            </a:r>
          </a:p>
          <a:p>
            <a:pPr marL="0" indent="0" algn="ctr">
              <a:buNone/>
            </a:pPr>
            <a:r>
              <a:rPr lang="en-GB" dirty="0"/>
              <a:t>The smallest number of steps needed to reach a goal from the root.</a:t>
            </a:r>
          </a:p>
          <a:p>
            <a:pPr marL="0" indent="0" algn="ctr">
              <a:buNone/>
            </a:pPr>
            <a:r>
              <a:rPr lang="en-GB" b="1" u="sng" dirty="0"/>
              <a:t>Maximum path length(m)</a:t>
            </a:r>
          </a:p>
          <a:p>
            <a:pPr marL="0" indent="0" algn="ctr">
              <a:buNone/>
            </a:pPr>
            <a:r>
              <a:rPr lang="en-GB" dirty="0"/>
              <a:t>Longest sequence of actions without repeating state.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39E3A8-9570-5983-7E0C-4D8832153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02/09/2025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AD31F6-8A25-CF38-9C96-F3FBE6614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4967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8CBC6-4751-C4BE-C820-6AAC48EE5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Complexity in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8C23C0-224D-5B7B-9F28-75F2E60B9A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Time complexity is measured in </a:t>
            </a:r>
            <a:r>
              <a:rPr lang="en-GB" b="1" dirty="0"/>
              <a:t>number of nodes generated</a:t>
            </a:r>
            <a:r>
              <a:rPr lang="en-GB" dirty="0"/>
              <a:t>.</a:t>
            </a:r>
          </a:p>
          <a:p>
            <a:r>
              <a:rPr lang="en-GB" dirty="0"/>
              <a:t>Space complexity is measured in </a:t>
            </a:r>
            <a:r>
              <a:rPr lang="en-GB" b="1" dirty="0"/>
              <a:t>maximum number of nodes stored in memory at any one time</a:t>
            </a:r>
            <a:r>
              <a:rPr lang="en-GB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BC901A-C336-89AF-7462-2051F4B2A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02/09/2025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EA7DEC-381B-72A8-C876-523FC617F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3970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D8008-D129-0A06-07F9-446FBE77F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Effectiveness of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565291-FC71-968E-D1ED-B01DBA9E07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GB" u="sng" dirty="0"/>
              <a:t>Search Cost</a:t>
            </a:r>
          </a:p>
          <a:p>
            <a:pPr marL="0" indent="0" algn="ctr">
              <a:buNone/>
            </a:pPr>
            <a:r>
              <a:rPr lang="en-GB" dirty="0"/>
              <a:t>Time spent computing the solution.</a:t>
            </a:r>
          </a:p>
          <a:p>
            <a:pPr marL="0" indent="0" algn="ctr">
              <a:buNone/>
            </a:pPr>
            <a:r>
              <a:rPr lang="en-GB" dirty="0"/>
              <a:t>Milliseconds, CPU cycles, or node expanded.</a:t>
            </a:r>
          </a:p>
          <a:p>
            <a:pPr marL="0" indent="0">
              <a:buNone/>
            </a:pPr>
            <a:endParaRPr lang="en-GB" dirty="0"/>
          </a:p>
          <a:p>
            <a:pPr marL="0" indent="0" algn="ctr">
              <a:buNone/>
            </a:pPr>
            <a:r>
              <a:rPr lang="en-GB" u="sng" dirty="0"/>
              <a:t>Path Cost</a:t>
            </a:r>
          </a:p>
          <a:p>
            <a:pPr marL="0" indent="0" algn="ctr">
              <a:buNone/>
            </a:pPr>
            <a:r>
              <a:rPr lang="en-GB" dirty="0"/>
              <a:t>Quality of the final solution in domain terms.</a:t>
            </a:r>
          </a:p>
          <a:p>
            <a:pPr marL="0" indent="0" algn="ctr">
              <a:buNone/>
            </a:pPr>
            <a:r>
              <a:rPr lang="en-GB" dirty="0"/>
              <a:t>Money, distance, etc.</a:t>
            </a:r>
          </a:p>
          <a:p>
            <a:pPr marL="0" indent="0">
              <a:buNone/>
            </a:pPr>
            <a:endParaRPr lang="en-GB" dirty="0"/>
          </a:p>
          <a:p>
            <a:pPr marL="0" indent="0" algn="ctr">
              <a:buNone/>
            </a:pPr>
            <a:r>
              <a:rPr lang="en-GB" b="1" dirty="0"/>
              <a:t>Total Cost = Search Cost + Path Cost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0FE084-A99C-6E43-D0FE-E7906DC61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02/09/2025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FD5650-27C8-2E0E-3DE8-CFDA70BC4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9409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25790CF-55E0-1359-F2F0-5C5B1B1AE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Thank You.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B08F5B-9D12-F7FE-BE84-F4C59E6BB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02/09/2025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BA5C24-E651-E2D1-76A5-AB82F7A04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45233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2001</TotalTime>
  <Words>1230</Words>
  <Application>Microsoft Office PowerPoint</Application>
  <PresentationFormat>Widescreen</PresentationFormat>
  <Paragraphs>236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Aptos</vt:lpstr>
      <vt:lpstr>Arial</vt:lpstr>
      <vt:lpstr>Cambria Math</vt:lpstr>
      <vt:lpstr>Verdana</vt:lpstr>
      <vt:lpstr>Office Theme</vt:lpstr>
      <vt:lpstr>Searching</vt:lpstr>
      <vt:lpstr>Artificial Intelligence</vt:lpstr>
      <vt:lpstr>Artificial Intelligence</vt:lpstr>
      <vt:lpstr>Searching in AI</vt:lpstr>
      <vt:lpstr>Basic Terminology</vt:lpstr>
      <vt:lpstr>Basic Terminology</vt:lpstr>
      <vt:lpstr>Basic Terminology</vt:lpstr>
      <vt:lpstr>Basic Terminology</vt:lpstr>
      <vt:lpstr>Basic Terminology</vt:lpstr>
      <vt:lpstr>Basic Terminology</vt:lpstr>
      <vt:lpstr>Basic Terminology</vt:lpstr>
      <vt:lpstr>Basic Terminology</vt:lpstr>
      <vt:lpstr>Basic Terminology</vt:lpstr>
      <vt:lpstr>Basic Terminology</vt:lpstr>
      <vt:lpstr>Search Problem</vt:lpstr>
      <vt:lpstr>Search Problem Solution</vt:lpstr>
      <vt:lpstr>node</vt:lpstr>
      <vt:lpstr>General Approach</vt:lpstr>
      <vt:lpstr>General Approach</vt:lpstr>
      <vt:lpstr>General Approach</vt:lpstr>
      <vt:lpstr>General Approach</vt:lpstr>
      <vt:lpstr>Revised Approach</vt:lpstr>
      <vt:lpstr>Measuring Performance</vt:lpstr>
      <vt:lpstr>Complexity in AI</vt:lpstr>
      <vt:lpstr>Complexity in AI</vt:lpstr>
      <vt:lpstr>Complexity in AI</vt:lpstr>
      <vt:lpstr>Effectiveness of Algorithm</vt:lpstr>
      <vt:lpstr>Thank You.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Md Mehrab Hossain Opi</dc:creator>
  <cp:lastModifiedBy>Md Mehrab Hossain Opi</cp:lastModifiedBy>
  <cp:revision>48</cp:revision>
  <dcterms:created xsi:type="dcterms:W3CDTF">2025-07-29T06:51:35Z</dcterms:created>
  <dcterms:modified xsi:type="dcterms:W3CDTF">2025-09-02T10:27:27Z</dcterms:modified>
</cp:coreProperties>
</file>