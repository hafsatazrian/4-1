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1" r:id="rId4"/>
    <p:sldId id="259" r:id="rId5"/>
    <p:sldId id="262" r:id="rId6"/>
    <p:sldId id="263" r:id="rId7"/>
    <p:sldId id="264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4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8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6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98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51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3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19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7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263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80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5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17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724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88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61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88A366-095D-4A75-831F-A24B14F6391C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330E8C-D456-4CFD-9316-C0E6EB645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60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and Incentive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6313" y="2677212"/>
            <a:ext cx="94456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 may be defined as payment for the use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are selling their services.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 means compensation paid on an hourly basis.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Salaries is used to mean compensation of executives, supervisors, salesman and other employees paid on a basis other than an hourly rate.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76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Wages and Incentive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818" y="2997723"/>
            <a:ext cx="102563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 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Incentive is an Inducement or a Reward which is given to a worker for his efficiency and hard work. It motivates and encourage a worker to produce more and better. 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Fringe Benefit 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money payment is called as fringe benefit</a:t>
            </a:r>
            <a:endParaRPr lang="en-US"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65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Incentive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2" y="2677212"/>
            <a:ext cx="97245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Piece Rate System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worker is paid straight for the number of pieces which he produces per day.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Earning of a worker =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No. of Pieces Produced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Per Piece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worker produces 16 flute per day and for each flute the wage rate is 5 taka, then he earns at the rate of 80 taka per day (8 hours per day)</a:t>
            </a:r>
          </a:p>
        </p:txBody>
      </p:sp>
    </p:spTree>
    <p:extLst>
      <p:ext uri="{BB962C8B-B14F-4D97-AF65-F5344CB8AC3E}">
        <p14:creationId xmlns:p14="http://schemas.microsoft.com/office/powerpoint/2010/main" val="231456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5292" y="603315"/>
            <a:ext cx="1046375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Piece Rate With Guaranteed Base Wage: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Assume,</a:t>
            </a:r>
          </a:p>
          <a:p>
            <a:pPr marL="457200" indent="-457200" algn="just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output standard of 16 pieces per day</a:t>
            </a:r>
          </a:p>
          <a:p>
            <a:pPr marL="457200" indent="-457200" algn="just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wage rate is 10 taka per hour</a:t>
            </a:r>
          </a:p>
          <a:p>
            <a:pPr marL="457200" indent="-457200" algn="just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working hours in a day</a:t>
            </a:r>
          </a:p>
          <a:p>
            <a:pPr marL="457200" indent="-457200" algn="just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piece wage is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taka</a:t>
            </a:r>
          </a:p>
          <a:p>
            <a:pPr marL="457200" indent="-457200" algn="just"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guaranteed wage rate is = 8 x 10 = 80 taka</a:t>
            </a:r>
          </a:p>
          <a:p>
            <a:pPr algn="just"/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marL="457200" indent="-457200" algn="just"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worker produces less than standard output he still gets 80 taka per day</a:t>
            </a:r>
          </a:p>
          <a:p>
            <a:pPr marL="457200" indent="-457200" algn="just">
              <a:buAutoNum type="alphaLcParenR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worker produces 20 pieces per day, his earning will be 20 x 5 = 100 taka per day</a:t>
            </a:r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is,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worker who produces ay 14 pieces per day, still gets 80 taka per day and his wage per piece is 80/14 = 5.71 taka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worker who produces 20 pieces per day, his wage per piece is = 100/20 = 5 taka</a:t>
            </a:r>
          </a:p>
          <a:p>
            <a:pPr algn="just"/>
            <a:endParaRPr lang="en-US"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0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1534" y="1423447"/>
            <a:ext cx="103223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Piece Rate System: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problem of Straight piece rate with a guaranteed base wage system, Differential piece rate system introduced.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worker who exceeds the output standard is paid a higher wage rate per piece and another who fails to do so gets his earning at a low piece rate.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inferior or fresh workers who were unable to reach output standard, could earn very little and hardly survive.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940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15" y="1536996"/>
            <a:ext cx="6042278" cy="393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8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8351" y="1027522"/>
            <a:ext cx="994527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Halsey Plan 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additional bonus is given to a worker who exceeds output standard(in a given time). He normally gets a percentage of the total bonus for the saved time. A very common percentage is 50-50. 50% bonus of the saved time is given to the worker and the rest 50% is enjoyed by management.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 = R x T + (S – T) x (P/100) x R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 = The hourly Wage rate = 10 taka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= Actual time taken to complete the job = 4 hours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 = Standard Time or Allowed Time = 6 Hours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 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 = 10 x 4 + (6-4) x (50/100) x 10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=  50 Taka </a:t>
            </a:r>
          </a:p>
        </p:txBody>
      </p:sp>
    </p:spTree>
    <p:extLst>
      <p:ext uri="{BB962C8B-B14F-4D97-AF65-F5344CB8AC3E}">
        <p14:creationId xmlns:p14="http://schemas.microsoft.com/office/powerpoint/2010/main" val="116502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1216" y="1432874"/>
            <a:ext cx="101715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Rowan Plan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Halsey Plan provides a minimum guaranteed base wage and relies upon output standards based upon past production.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Halsey Plan, Gives bonus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(S-T / 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on (S-T)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Rowan Plan,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  = R x T + (S – T / S) x R x 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=  10 x 4 + (6-4 / 6) x 10 x 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=   53.3 Taka</a:t>
            </a:r>
          </a:p>
        </p:txBody>
      </p:sp>
    </p:spTree>
    <p:extLst>
      <p:ext uri="{BB962C8B-B14F-4D97-AF65-F5344CB8AC3E}">
        <p14:creationId xmlns:p14="http://schemas.microsoft.com/office/powerpoint/2010/main" val="184499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3509" y="1018095"/>
            <a:ext cx="1016209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Bedaux</a:t>
            </a:r>
            <a:r>
              <a:rPr lang="en-US" b="1" u="sng" dirty="0"/>
              <a:t> Plan:</a:t>
            </a:r>
          </a:p>
          <a:p>
            <a:pPr marL="342900" indent="-342900">
              <a:buAutoNum type="arabi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represents unit of work. 1B stands for 1 standard work minute and it includes working time as well as rest time. A worker earning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“60B” per hour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reaches 100% efficiency.</a:t>
            </a:r>
          </a:p>
          <a:p>
            <a:pPr marL="342900" indent="-342900">
              <a:buAutoNum type="arabicPeriod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bonus is paid to a worker who earns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60B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 hour. The bonus rate is 75%.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878" y="2469583"/>
            <a:ext cx="4589915" cy="8826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912" y="3352259"/>
            <a:ext cx="94645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 =   The hourly Wage rate = 10 taka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=   Actual time taken to complete the job = 4 hours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Number of B’s earned = 60 x 4 = 240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 =   Standard Time or Allowed Time = 6 Hours</a:t>
            </a:r>
          </a:p>
          <a:p>
            <a:r>
              <a:rPr lang="en-US" dirty="0"/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Standard Number of  Point for that Job = 60 x 6 = 360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 = 10 x 4 + ( 360 – 240 / 60 ) x (75/100) x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= 55 taka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89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4656" y="1131216"/>
            <a:ext cx="101149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Emerson Efficiency Plan :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worker having efficiency from 67-100%, earns an incentive from 0 to 20%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efficiency above 100%, for every 1% increase in output, the worker gets 1% increase in incentive.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54" y="2709517"/>
            <a:ext cx="4133409" cy="333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95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6375" y="1131216"/>
            <a:ext cx="101903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Incentive Plan: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collective performance of the group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incentives and earnings, and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earnings in equal or any other proportion amongst the workers.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team spirit builds up amongst the workers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skilled workers learned from the skilled ones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supervision required.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worker gets the same money as speedy worker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of conflict due to unequal division of money.</a:t>
            </a:r>
          </a:p>
        </p:txBody>
      </p:sp>
    </p:spTree>
    <p:extLst>
      <p:ext uri="{BB962C8B-B14F-4D97-AF65-F5344CB8AC3E}">
        <p14:creationId xmlns:p14="http://schemas.microsoft.com/office/powerpoint/2010/main" val="2092732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179</TotalTime>
  <Words>631</Words>
  <Application>Microsoft Office PowerPoint</Application>
  <PresentationFormat>Custom</PresentationFormat>
  <Paragraphs>87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Organic</vt:lpstr>
      <vt:lpstr>Wages and Incentive Plan</vt:lpstr>
      <vt:lpstr>Wages and Incentive Plan</vt:lpstr>
      <vt:lpstr>Incentive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Management IEM - 4127</dc:title>
  <dc:creator>ASUS</dc:creator>
  <cp:lastModifiedBy>pc</cp:lastModifiedBy>
  <cp:revision>15</cp:revision>
  <dcterms:created xsi:type="dcterms:W3CDTF">2022-04-10T00:17:59Z</dcterms:created>
  <dcterms:modified xsi:type="dcterms:W3CDTF">2025-08-14T05:14:47Z</dcterms:modified>
</cp:coreProperties>
</file>