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72" r:id="rId16"/>
    <p:sldId id="273" r:id="rId17"/>
    <p:sldId id="274" r:id="rId18"/>
    <p:sldId id="275" r:id="rId19"/>
    <p:sldId id="276" r:id="rId20"/>
    <p:sldId id="283" r:id="rId21"/>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ju2x90VMoN+MHF5UcqIH08LOWSj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1644" y="-7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2078419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 name="Google Shape;46;p1: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 name="Google Shape;58;p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 name="Google Shape;63;p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p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1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1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2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2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2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5"/>
        <p:cNvGrpSpPr/>
        <p:nvPr/>
      </p:nvGrpSpPr>
      <p:grpSpPr>
        <a:xfrm>
          <a:off x="0" y="0"/>
          <a:ext cx="0" cy="0"/>
          <a:chOff x="0" y="0"/>
          <a:chExt cx="0" cy="0"/>
        </a:xfrm>
      </p:grpSpPr>
      <p:sp>
        <p:nvSpPr>
          <p:cNvPr id="16" name="Google Shape;16;p30"/>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0"/>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9"/>
        <p:cNvGrpSpPr/>
        <p:nvPr/>
      </p:nvGrpSpPr>
      <p:grpSpPr>
        <a:xfrm>
          <a:off x="0" y="0"/>
          <a:ext cx="0" cy="0"/>
          <a:chOff x="0" y="0"/>
          <a:chExt cx="0" cy="0"/>
        </a:xfrm>
      </p:grpSpPr>
      <p:sp>
        <p:nvSpPr>
          <p:cNvPr id="20" name="Google Shape;20;p31"/>
          <p:cNvSpPr txBox="1">
            <a:spLocks noGrp="1"/>
          </p:cNvSpPr>
          <p:nvPr>
            <p:ph type="title"/>
          </p:nvPr>
        </p:nvSpPr>
        <p:spPr>
          <a:xfrm>
            <a:off x="581888" y="198247"/>
            <a:ext cx="7980222" cy="123952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000" b="1" i="0">
                <a:solidFill>
                  <a:srgbClr val="C00000"/>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1"/>
          <p:cNvSpPr txBox="1">
            <a:spLocks noGrp="1"/>
          </p:cNvSpPr>
          <p:nvPr>
            <p:ph type="body" idx="1"/>
          </p:nvPr>
        </p:nvSpPr>
        <p:spPr>
          <a:xfrm>
            <a:off x="383540" y="2052040"/>
            <a:ext cx="8452485" cy="314706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3200" b="0" i="0">
                <a:solidFill>
                  <a:schemeClr val="dk1"/>
                </a:solidFill>
                <a:latin typeface="Comic Sans MS"/>
                <a:ea typeface="Comic Sans MS"/>
                <a:cs typeface="Comic Sans MS"/>
                <a:sym typeface="Comic Sans MS"/>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 name="Google Shape;22;p31"/>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1"/>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1"/>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5"/>
        <p:cNvGrpSpPr/>
        <p:nvPr/>
      </p:nvGrpSpPr>
      <p:grpSpPr>
        <a:xfrm>
          <a:off x="0" y="0"/>
          <a:ext cx="0" cy="0"/>
          <a:chOff x="0" y="0"/>
          <a:chExt cx="0" cy="0"/>
        </a:xfrm>
      </p:grpSpPr>
      <p:sp>
        <p:nvSpPr>
          <p:cNvPr id="26" name="Google Shape;26;p32"/>
          <p:cNvSpPr txBox="1">
            <a:spLocks noGrp="1"/>
          </p:cNvSpPr>
          <p:nvPr>
            <p:ph type="ctrTitle"/>
          </p:nvPr>
        </p:nvSpPr>
        <p:spPr>
          <a:xfrm>
            <a:off x="685800" y="2125980"/>
            <a:ext cx="77724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2"/>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2"/>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2"/>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33"/>
          <p:cNvSpPr txBox="1">
            <a:spLocks noGrp="1"/>
          </p:cNvSpPr>
          <p:nvPr>
            <p:ph type="title"/>
          </p:nvPr>
        </p:nvSpPr>
        <p:spPr>
          <a:xfrm>
            <a:off x="581888" y="198247"/>
            <a:ext cx="7980222" cy="123952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000" b="1" i="0">
                <a:solidFill>
                  <a:srgbClr val="C00000"/>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3"/>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33"/>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33"/>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3"/>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3"/>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8"/>
        <p:cNvGrpSpPr/>
        <p:nvPr/>
      </p:nvGrpSpPr>
      <p:grpSpPr>
        <a:xfrm>
          <a:off x="0" y="0"/>
          <a:ext cx="0" cy="0"/>
          <a:chOff x="0" y="0"/>
          <a:chExt cx="0" cy="0"/>
        </a:xfrm>
      </p:grpSpPr>
      <p:sp>
        <p:nvSpPr>
          <p:cNvPr id="39" name="Google Shape;39;p34"/>
          <p:cNvSpPr txBox="1">
            <a:spLocks noGrp="1"/>
          </p:cNvSpPr>
          <p:nvPr>
            <p:ph type="title"/>
          </p:nvPr>
        </p:nvSpPr>
        <p:spPr>
          <a:xfrm>
            <a:off x="581888" y="198247"/>
            <a:ext cx="7980222" cy="123952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000" b="1" i="0">
                <a:solidFill>
                  <a:srgbClr val="C00000"/>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4"/>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581888" y="198247"/>
            <a:ext cx="7980222" cy="123952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000" b="1" i="0" u="none" strike="noStrike" cap="none">
                <a:solidFill>
                  <a:srgbClr val="C00000"/>
                </a:solidFill>
                <a:latin typeface="Comic Sans MS"/>
                <a:ea typeface="Comic Sans MS"/>
                <a:cs typeface="Comic Sans MS"/>
                <a:sym typeface="Comic Sans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9"/>
          <p:cNvSpPr txBox="1">
            <a:spLocks noGrp="1"/>
          </p:cNvSpPr>
          <p:nvPr>
            <p:ph type="body" idx="1"/>
          </p:nvPr>
        </p:nvSpPr>
        <p:spPr>
          <a:xfrm>
            <a:off x="383540" y="2052040"/>
            <a:ext cx="8452485" cy="314706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3200" b="0" i="0" u="none" strike="noStrike" cap="none">
                <a:solidFill>
                  <a:schemeClr val="dk1"/>
                </a:solidFill>
                <a:latin typeface="Comic Sans MS"/>
                <a:ea typeface="Comic Sans MS"/>
                <a:cs typeface="Comic Sans MS"/>
                <a:sym typeface="Comic Sans MS"/>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29"/>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7"/>
        <p:cNvGrpSpPr/>
        <p:nvPr/>
      </p:nvGrpSpPr>
      <p:grpSpPr>
        <a:xfrm>
          <a:off x="0" y="0"/>
          <a:ext cx="0" cy="0"/>
          <a:chOff x="0" y="0"/>
          <a:chExt cx="0" cy="0"/>
        </a:xfrm>
      </p:grpSpPr>
      <p:sp>
        <p:nvSpPr>
          <p:cNvPr id="48" name="Google Shape;48;p1"/>
          <p:cNvSpPr/>
          <p:nvPr/>
        </p:nvSpPr>
        <p:spPr>
          <a:xfrm>
            <a:off x="2209800" y="1828800"/>
            <a:ext cx="51816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i="0" u="none" strike="noStrike" cap="none">
                <a:solidFill>
                  <a:srgbClr val="C00000"/>
                </a:solidFill>
                <a:latin typeface="Comic Sans MS"/>
                <a:ea typeface="Comic Sans MS"/>
                <a:cs typeface="Comic Sans MS"/>
                <a:sym typeface="Comic Sans MS"/>
              </a:rPr>
              <a:t>Motivation &amp; Theories of Motivation</a:t>
            </a:r>
            <a:endParaRPr sz="4800">
              <a:solidFill>
                <a:srgbClr val="C00000"/>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52"/>
        <p:cNvGrpSpPr/>
        <p:nvPr/>
      </p:nvGrpSpPr>
      <p:grpSpPr>
        <a:xfrm>
          <a:off x="0" y="0"/>
          <a:ext cx="0" cy="0"/>
          <a:chOff x="0" y="0"/>
          <a:chExt cx="0" cy="0"/>
        </a:xfrm>
      </p:grpSpPr>
      <p:sp>
        <p:nvSpPr>
          <p:cNvPr id="53" name="Google Shape;53;p2"/>
          <p:cNvSpPr txBox="1">
            <a:spLocks noGrp="1"/>
          </p:cNvSpPr>
          <p:nvPr>
            <p:ph type="title"/>
          </p:nvPr>
        </p:nvSpPr>
        <p:spPr>
          <a:xfrm>
            <a:off x="2895600" y="228600"/>
            <a:ext cx="3074035" cy="7569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800"/>
              <a:t>Motivation</a:t>
            </a:r>
            <a:endParaRPr sz="4800"/>
          </a:p>
        </p:txBody>
      </p:sp>
      <p:sp>
        <p:nvSpPr>
          <p:cNvPr id="54" name="Google Shape;54;p2"/>
          <p:cNvSpPr txBox="1"/>
          <p:nvPr/>
        </p:nvSpPr>
        <p:spPr>
          <a:xfrm>
            <a:off x="457200" y="914400"/>
            <a:ext cx="8458200" cy="5060360"/>
          </a:xfrm>
          <a:prstGeom prst="rect">
            <a:avLst/>
          </a:prstGeom>
          <a:noFill/>
          <a:ln>
            <a:noFill/>
          </a:ln>
        </p:spPr>
        <p:txBody>
          <a:bodyPr spcFirstLastPara="1" wrap="square" lIns="0" tIns="88900" rIns="0" bIns="0" anchor="t" anchorCtr="0">
            <a:spAutoFit/>
          </a:bodyPr>
          <a:lstStyle/>
          <a:p>
            <a:pPr marL="12700" marR="0" lvl="0" indent="0" algn="l" rtl="0">
              <a:lnSpc>
                <a:spcPct val="100000"/>
              </a:lnSpc>
              <a:spcBef>
                <a:spcPts val="0"/>
              </a:spcBef>
              <a:spcAft>
                <a:spcPts val="0"/>
              </a:spcAft>
              <a:buNone/>
            </a:pPr>
            <a:r>
              <a:rPr lang="en-US" sz="2400" b="1">
                <a:solidFill>
                  <a:srgbClr val="FF0000"/>
                </a:solidFill>
                <a:latin typeface="Comic Sans MS"/>
                <a:ea typeface="Comic Sans MS"/>
                <a:cs typeface="Comic Sans MS"/>
                <a:sym typeface="Comic Sans MS"/>
              </a:rPr>
              <a:t>Definition :</a:t>
            </a:r>
            <a:endParaRPr sz="2400">
              <a:solidFill>
                <a:schemeClr val="dk1"/>
              </a:solidFill>
              <a:latin typeface="Comic Sans MS"/>
              <a:ea typeface="Comic Sans MS"/>
              <a:cs typeface="Comic Sans MS"/>
              <a:sym typeface="Comic Sans MS"/>
            </a:endParaRPr>
          </a:p>
          <a:p>
            <a:pPr marL="355600" marR="5080" lvl="0" indent="0" algn="l" rtl="0">
              <a:lnSpc>
                <a:spcPct val="100000"/>
              </a:lnSpc>
              <a:spcBef>
                <a:spcPts val="575"/>
              </a:spcBef>
              <a:spcAft>
                <a:spcPts val="0"/>
              </a:spcAft>
              <a:buNone/>
            </a:pPr>
            <a:r>
              <a:rPr lang="en-US" sz="2400">
                <a:solidFill>
                  <a:srgbClr val="001F5F"/>
                </a:solidFill>
                <a:latin typeface="Comic Sans MS"/>
                <a:ea typeface="Comic Sans MS"/>
                <a:cs typeface="Comic Sans MS"/>
                <a:sym typeface="Comic Sans MS"/>
              </a:rPr>
              <a:t>Motivation	can	be	defined	as	an	inner	state	that  activates, energizes or moves behaviour towards goal.</a:t>
            </a:r>
            <a:endParaRPr sz="2400">
              <a:solidFill>
                <a:srgbClr val="001F5F"/>
              </a:solidFill>
              <a:latin typeface="Comic Sans MS"/>
              <a:ea typeface="Comic Sans MS"/>
              <a:cs typeface="Comic Sans MS"/>
              <a:sym typeface="Comic Sans MS"/>
            </a:endParaRPr>
          </a:p>
          <a:p>
            <a:pPr marL="355600" marR="5080" lvl="0" indent="0" algn="l" rtl="0">
              <a:lnSpc>
                <a:spcPct val="100000"/>
              </a:lnSpc>
              <a:spcBef>
                <a:spcPts val="575"/>
              </a:spcBef>
              <a:spcAft>
                <a:spcPts val="0"/>
              </a:spcAft>
              <a:buNone/>
            </a:pPr>
            <a:endParaRPr sz="2400">
              <a:solidFill>
                <a:srgbClr val="001F5F"/>
              </a:solidFill>
              <a:latin typeface="Comic Sans MS"/>
              <a:ea typeface="Comic Sans MS"/>
              <a:cs typeface="Comic Sans MS"/>
              <a:sym typeface="Comic Sans MS"/>
            </a:endParaRPr>
          </a:p>
          <a:p>
            <a:pPr marL="355600" marR="5080" lvl="0" indent="0" algn="l" rtl="0">
              <a:lnSpc>
                <a:spcPct val="100000"/>
              </a:lnSpc>
              <a:spcBef>
                <a:spcPts val="575"/>
              </a:spcBef>
              <a:spcAft>
                <a:spcPts val="0"/>
              </a:spcAft>
              <a:buNone/>
            </a:pPr>
            <a:r>
              <a:rPr lang="en-US" sz="2400">
                <a:solidFill>
                  <a:srgbClr val="001F5F"/>
                </a:solidFill>
                <a:latin typeface="Comic Sans MS"/>
                <a:ea typeface="Comic Sans MS"/>
                <a:cs typeface="Comic Sans MS"/>
                <a:sym typeface="Comic Sans MS"/>
              </a:rPr>
              <a:t>Motivation is the characteristic that helps you achieve your goal. </a:t>
            </a:r>
            <a:endParaRPr sz="2400">
              <a:solidFill>
                <a:srgbClr val="001F5F"/>
              </a:solidFill>
              <a:latin typeface="Comic Sans MS"/>
              <a:ea typeface="Comic Sans MS"/>
              <a:cs typeface="Comic Sans MS"/>
              <a:sym typeface="Comic Sans MS"/>
            </a:endParaRPr>
          </a:p>
          <a:p>
            <a:pPr marL="355600" marR="5080" lvl="0" indent="0" algn="l" rtl="0">
              <a:lnSpc>
                <a:spcPct val="100000"/>
              </a:lnSpc>
              <a:spcBef>
                <a:spcPts val="575"/>
              </a:spcBef>
              <a:spcAft>
                <a:spcPts val="0"/>
              </a:spcAft>
              <a:buNone/>
            </a:pPr>
            <a:endParaRPr sz="2400">
              <a:solidFill>
                <a:srgbClr val="001F5F"/>
              </a:solidFill>
              <a:latin typeface="Comic Sans MS"/>
              <a:ea typeface="Comic Sans MS"/>
              <a:cs typeface="Comic Sans MS"/>
              <a:sym typeface="Comic Sans MS"/>
            </a:endParaRPr>
          </a:p>
          <a:p>
            <a:pPr marL="355600" marR="5080" lvl="0" indent="0" algn="l" rtl="0">
              <a:lnSpc>
                <a:spcPct val="100000"/>
              </a:lnSpc>
              <a:spcBef>
                <a:spcPts val="575"/>
              </a:spcBef>
              <a:spcAft>
                <a:spcPts val="0"/>
              </a:spcAft>
              <a:buNone/>
            </a:pPr>
            <a:r>
              <a:rPr lang="en-US" sz="2400">
                <a:solidFill>
                  <a:srgbClr val="001F5F"/>
                </a:solidFill>
                <a:latin typeface="Comic Sans MS"/>
                <a:ea typeface="Comic Sans MS"/>
                <a:cs typeface="Comic Sans MS"/>
                <a:sym typeface="Comic Sans MS"/>
              </a:rPr>
              <a:t>It is the drive that pushes you to work hard .It is the energy that gives you the strength to get up and keep going - even when things are not going your way.</a:t>
            </a:r>
            <a:endParaRPr/>
          </a:p>
          <a:p>
            <a:pPr marL="355600" marR="5080" lvl="0" indent="0" algn="l" rtl="0">
              <a:lnSpc>
                <a:spcPct val="100000"/>
              </a:lnSpc>
              <a:spcBef>
                <a:spcPts val="575"/>
              </a:spcBef>
              <a:spcAft>
                <a:spcPts val="0"/>
              </a:spcAft>
              <a:buNone/>
            </a:pPr>
            <a:endParaRPr sz="2400">
              <a:solidFill>
                <a:srgbClr val="001F5F"/>
              </a:solidFill>
              <a:latin typeface="Comic Sans MS"/>
              <a:ea typeface="Comic Sans MS"/>
              <a:cs typeface="Comic Sans MS"/>
              <a:sym typeface="Comic Sans MS"/>
            </a:endParaRPr>
          </a:p>
          <a:p>
            <a:pPr marL="355600" marR="5080" lvl="0" indent="0" algn="l" rtl="0">
              <a:lnSpc>
                <a:spcPct val="100000"/>
              </a:lnSpc>
              <a:spcBef>
                <a:spcPts val="575"/>
              </a:spcBef>
              <a:spcAft>
                <a:spcPts val="0"/>
              </a:spcAft>
              <a:buNone/>
            </a:pPr>
            <a:endParaRPr sz="2400">
              <a:solidFill>
                <a:schemeClr val="dk1"/>
              </a:solidFill>
              <a:latin typeface="Comic Sans MS"/>
              <a:ea typeface="Comic Sans MS"/>
              <a:cs typeface="Comic Sans MS"/>
              <a:sym typeface="Comic Sans MS"/>
            </a:endParaRPr>
          </a:p>
        </p:txBody>
      </p:sp>
      <p:pic>
        <p:nvPicPr>
          <p:cNvPr id="55" name="Google Shape;55;p2"/>
          <p:cNvPicPr preferRelativeResize="0"/>
          <p:nvPr/>
        </p:nvPicPr>
        <p:blipFill rotWithShape="1">
          <a:blip r:embed="rId3">
            <a:alphaModFix/>
          </a:blip>
          <a:srcRect/>
          <a:stretch/>
        </p:blipFill>
        <p:spPr>
          <a:xfrm>
            <a:off x="36576" y="5486400"/>
            <a:ext cx="4230624" cy="13807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1600200" y="2743200"/>
            <a:ext cx="5650865" cy="6350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Theories of Motivation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p4" descr="Maslow’s Theory&lt;br /&gt;We each have a hierarchy of needs that ranges from &quot;lower&quot; to &quot;higher.&quot; As lower needs are fulfilled ..."/>
          <p:cNvPicPr preferRelativeResize="0"/>
          <p:nvPr/>
        </p:nvPicPr>
        <p:blipFill rotWithShape="1">
          <a:blip r:embed="rId3">
            <a:alphaModFix/>
          </a:blip>
          <a:srcRect/>
          <a:stretch/>
        </p:blipFill>
        <p:spPr>
          <a:xfrm>
            <a:off x="1" y="240633"/>
            <a:ext cx="9144000" cy="69221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9"/>
        <p:cNvGrpSpPr/>
        <p:nvPr/>
      </p:nvGrpSpPr>
      <p:grpSpPr>
        <a:xfrm>
          <a:off x="0" y="0"/>
          <a:ext cx="0" cy="0"/>
          <a:chOff x="0" y="0"/>
          <a:chExt cx="0" cy="0"/>
        </a:xfrm>
      </p:grpSpPr>
      <p:pic>
        <p:nvPicPr>
          <p:cNvPr id="70" name="Google Shape;70;p5"/>
          <p:cNvPicPr preferRelativeResize="0"/>
          <p:nvPr/>
        </p:nvPicPr>
        <p:blipFill rotWithShape="1">
          <a:blip r:embed="rId3">
            <a:alphaModFix/>
          </a:blip>
          <a:srcRect/>
          <a:stretch/>
        </p:blipFill>
        <p:spPr>
          <a:xfrm>
            <a:off x="135583" y="0"/>
            <a:ext cx="8872833"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6"/>
          <p:cNvPicPr preferRelativeResize="0"/>
          <p:nvPr/>
        </p:nvPicPr>
        <p:blipFill rotWithShape="1">
          <a:blip r:embed="rId3">
            <a:alphaModFix/>
          </a:blip>
          <a:srcRect/>
          <a:stretch/>
        </p:blipFill>
        <p:spPr>
          <a:xfrm>
            <a:off x="0" y="-20722"/>
            <a:ext cx="9144000" cy="68787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7"/>
          <p:cNvSpPr txBox="1">
            <a:spLocks noGrp="1"/>
          </p:cNvSpPr>
          <p:nvPr>
            <p:ph type="title"/>
          </p:nvPr>
        </p:nvSpPr>
        <p:spPr>
          <a:xfrm>
            <a:off x="581888" y="198247"/>
            <a:ext cx="7571512" cy="102095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solidFill>
                  <a:srgbClr val="001F5F"/>
                </a:solidFill>
              </a:rPr>
              <a:t>Herzberg Two Factor Theory</a:t>
            </a:r>
            <a:r>
              <a:rPr lang="en-US"/>
              <a:t/>
            </a:r>
            <a:br>
              <a:rPr lang="en-US"/>
            </a:br>
            <a:endParaRPr/>
          </a:p>
        </p:txBody>
      </p:sp>
      <p:sp>
        <p:nvSpPr>
          <p:cNvPr id="81" name="Google Shape;81;p7"/>
          <p:cNvSpPr txBox="1">
            <a:spLocks noGrp="1"/>
          </p:cNvSpPr>
          <p:nvPr>
            <p:ph type="body" idx="1"/>
          </p:nvPr>
        </p:nvSpPr>
        <p:spPr>
          <a:xfrm>
            <a:off x="914401" y="990601"/>
            <a:ext cx="6629400" cy="6524863"/>
          </a:xfrm>
          <a:prstGeom prst="rect">
            <a:avLst/>
          </a:prstGeom>
          <a:noFill/>
          <a:ln>
            <a:noFill/>
          </a:ln>
        </p:spPr>
        <p:txBody>
          <a:bodyPr spcFirstLastPara="1" wrap="square" lIns="0" tIns="0" rIns="0" bIns="0" anchor="t" anchorCtr="0">
            <a:spAutoFit/>
          </a:bodyPr>
          <a:lstStyle/>
          <a:p>
            <a:pPr marL="457200" lvl="0" indent="-304800" algn="l" rtl="0">
              <a:spcBef>
                <a:spcPts val="0"/>
              </a:spcBef>
              <a:spcAft>
                <a:spcPts val="0"/>
              </a:spcAft>
              <a:buClr>
                <a:schemeClr val="dk1"/>
              </a:buClr>
              <a:buSzPts val="2400"/>
              <a:buFont typeface="Arial"/>
              <a:buNone/>
            </a:pPr>
            <a:endParaRPr sz="2400" b="1"/>
          </a:p>
          <a:p>
            <a:pPr marL="457200" lvl="0" indent="-304800" algn="l" rtl="0">
              <a:spcBef>
                <a:spcPts val="0"/>
              </a:spcBef>
              <a:spcAft>
                <a:spcPts val="0"/>
              </a:spcAft>
              <a:buClr>
                <a:schemeClr val="dk1"/>
              </a:buClr>
              <a:buSzPts val="2400"/>
              <a:buFont typeface="Arial"/>
              <a:buNone/>
            </a:pPr>
            <a:endParaRPr sz="2400" b="1"/>
          </a:p>
          <a:p>
            <a:pPr marL="457200" lvl="0" indent="-304800" algn="l" rtl="0">
              <a:spcBef>
                <a:spcPts val="0"/>
              </a:spcBef>
              <a:spcAft>
                <a:spcPts val="0"/>
              </a:spcAft>
              <a:buClr>
                <a:schemeClr val="dk1"/>
              </a:buClr>
              <a:buSzPts val="2400"/>
              <a:buFont typeface="Arial"/>
              <a:buNone/>
            </a:pPr>
            <a:endParaRPr sz="2400" b="1"/>
          </a:p>
          <a:p>
            <a:pPr marL="457200" lvl="0" indent="-304800" algn="l" rtl="0">
              <a:spcBef>
                <a:spcPts val="0"/>
              </a:spcBef>
              <a:spcAft>
                <a:spcPts val="0"/>
              </a:spcAft>
              <a:buClr>
                <a:schemeClr val="dk1"/>
              </a:buClr>
              <a:buSzPts val="2400"/>
              <a:buFont typeface="Arial"/>
              <a:buNone/>
            </a:pPr>
            <a:endParaRPr sz="2400" b="1"/>
          </a:p>
          <a:p>
            <a:pPr marL="457200" lvl="0" indent="-457200" algn="l" rtl="0">
              <a:spcBef>
                <a:spcPts val="0"/>
              </a:spcBef>
              <a:spcAft>
                <a:spcPts val="0"/>
              </a:spcAft>
              <a:buClr>
                <a:schemeClr val="dk1"/>
              </a:buClr>
              <a:buSzPts val="2400"/>
              <a:buFont typeface="Arial"/>
              <a:buChar char="•"/>
            </a:pPr>
            <a:r>
              <a:rPr lang="en-US" sz="2400" b="1"/>
              <a:t>According	to	him	certain characteristics	tend	to	be consistently	related to job satisfaction  &amp;	others to job dissatisfaction.</a:t>
            </a:r>
            <a:endParaRPr/>
          </a:p>
          <a:p>
            <a:pPr marL="0" lvl="0" indent="0" algn="l" rtl="0">
              <a:spcBef>
                <a:spcPts val="0"/>
              </a:spcBef>
              <a:spcAft>
                <a:spcPts val="0"/>
              </a:spcAft>
              <a:buNone/>
            </a:pPr>
            <a:endParaRPr sz="2400" b="1"/>
          </a:p>
          <a:p>
            <a:pPr marL="0" lvl="0" indent="0" algn="l" rtl="0">
              <a:spcBef>
                <a:spcPts val="0"/>
              </a:spcBef>
              <a:spcAft>
                <a:spcPts val="0"/>
              </a:spcAft>
              <a:buNone/>
            </a:pPr>
            <a:endParaRPr sz="2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8"/>
          <p:cNvPicPr preferRelativeResize="0"/>
          <p:nvPr/>
        </p:nvPicPr>
        <p:blipFill rotWithShape="1">
          <a:blip r:embed="rId3">
            <a:alphaModFix/>
          </a:blip>
          <a:srcRect/>
          <a:stretch/>
        </p:blipFill>
        <p:spPr>
          <a:xfrm>
            <a:off x="381000" y="228600"/>
            <a:ext cx="7848600" cy="3733800"/>
          </a:xfrm>
          <a:prstGeom prst="rect">
            <a:avLst/>
          </a:prstGeom>
          <a:noFill/>
          <a:ln>
            <a:noFill/>
          </a:ln>
        </p:spPr>
      </p:pic>
      <p:sp>
        <p:nvSpPr>
          <p:cNvPr id="87" name="Google Shape;87;p8"/>
          <p:cNvSpPr/>
          <p:nvPr/>
        </p:nvSpPr>
        <p:spPr>
          <a:xfrm>
            <a:off x="4495800" y="4184904"/>
            <a:ext cx="4572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If the factors are provided then satisfaction, otherwise no satisfaction</a:t>
            </a:r>
            <a:endParaRPr/>
          </a:p>
        </p:txBody>
      </p:sp>
      <p:sp>
        <p:nvSpPr>
          <p:cNvPr id="88" name="Google Shape;88;p8"/>
          <p:cNvSpPr/>
          <p:nvPr/>
        </p:nvSpPr>
        <p:spPr>
          <a:xfrm>
            <a:off x="228600" y="4184904"/>
            <a:ext cx="4191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If the factors are provided then no dissatisfaction, otherwise dissatisfaction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92"/>
        <p:cNvGrpSpPr/>
        <p:nvPr/>
      </p:nvGrpSpPr>
      <p:grpSpPr>
        <a:xfrm>
          <a:off x="0" y="0"/>
          <a:ext cx="0" cy="0"/>
          <a:chOff x="0" y="0"/>
          <a:chExt cx="0" cy="0"/>
        </a:xfrm>
      </p:grpSpPr>
      <p:pic>
        <p:nvPicPr>
          <p:cNvPr id="93" name="Google Shape;93;p9"/>
          <p:cNvPicPr preferRelativeResize="0"/>
          <p:nvPr/>
        </p:nvPicPr>
        <p:blipFill rotWithShape="1">
          <a:blip r:embed="rId3">
            <a:alphaModFix/>
          </a:blip>
          <a:srcRect/>
          <a:stretch/>
        </p:blipFill>
        <p:spPr>
          <a:xfrm>
            <a:off x="0" y="381000"/>
            <a:ext cx="9144000" cy="6324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07"/>
        <p:cNvGrpSpPr/>
        <p:nvPr/>
      </p:nvGrpSpPr>
      <p:grpSpPr>
        <a:xfrm>
          <a:off x="0" y="0"/>
          <a:ext cx="0" cy="0"/>
          <a:chOff x="0" y="0"/>
          <a:chExt cx="0" cy="0"/>
        </a:xfrm>
      </p:grpSpPr>
      <p:sp>
        <p:nvSpPr>
          <p:cNvPr id="108" name="Google Shape;108;p12"/>
          <p:cNvSpPr txBox="1">
            <a:spLocks noGrp="1"/>
          </p:cNvSpPr>
          <p:nvPr>
            <p:ph type="title"/>
          </p:nvPr>
        </p:nvSpPr>
        <p:spPr>
          <a:xfrm>
            <a:off x="304800" y="152400"/>
            <a:ext cx="7980222" cy="1261884"/>
          </a:xfrm>
          <a:prstGeom prst="rect">
            <a:avLst/>
          </a:prstGeom>
          <a:noFill/>
          <a:ln>
            <a:noFill/>
          </a:ln>
        </p:spPr>
        <p:txBody>
          <a:bodyPr spcFirstLastPara="1" wrap="square" lIns="0" tIns="30475" rIns="0" bIns="0" anchor="t" anchorCtr="0">
            <a:spAutoFit/>
          </a:bodyPr>
          <a:lstStyle/>
          <a:p>
            <a:pPr marL="2933065" marR="5080" lvl="0" indent="-2915920" algn="l" rtl="0">
              <a:lnSpc>
                <a:spcPct val="119000"/>
              </a:lnSpc>
              <a:spcBef>
                <a:spcPts val="0"/>
              </a:spcBef>
              <a:spcAft>
                <a:spcPts val="0"/>
              </a:spcAft>
              <a:buNone/>
            </a:pPr>
            <a:r>
              <a:rPr lang="en-US"/>
              <a:t>Theories of Motivation:</a:t>
            </a:r>
            <a:br>
              <a:rPr lang="en-US"/>
            </a:br>
            <a:endParaRPr/>
          </a:p>
        </p:txBody>
      </p:sp>
      <p:sp>
        <p:nvSpPr>
          <p:cNvPr id="109" name="Google Shape;109;p12"/>
          <p:cNvSpPr txBox="1"/>
          <p:nvPr/>
        </p:nvSpPr>
        <p:spPr>
          <a:xfrm>
            <a:off x="535940" y="1592325"/>
            <a:ext cx="8150860" cy="4654479"/>
          </a:xfrm>
          <a:prstGeom prst="rect">
            <a:avLst/>
          </a:prstGeom>
          <a:noFill/>
          <a:ln>
            <a:noFill/>
          </a:ln>
        </p:spPr>
        <p:txBody>
          <a:bodyPr spcFirstLastPara="1" wrap="square" lIns="0" tIns="12050" rIns="0" bIns="0" anchor="t" anchorCtr="0">
            <a:spAutoFit/>
          </a:bodyPr>
          <a:lstStyle/>
          <a:p>
            <a:pPr marL="12700" marR="0" lvl="0" indent="0" algn="just" rtl="0">
              <a:lnSpc>
                <a:spcPct val="100000"/>
              </a:lnSpc>
              <a:spcBef>
                <a:spcPts val="0"/>
              </a:spcBef>
              <a:spcAft>
                <a:spcPts val="0"/>
              </a:spcAft>
              <a:buNone/>
            </a:pPr>
            <a:r>
              <a:rPr lang="en-US" sz="2000" b="1">
                <a:solidFill>
                  <a:srgbClr val="001F5F"/>
                </a:solidFill>
                <a:latin typeface="Comic Sans MS"/>
                <a:ea typeface="Comic Sans MS"/>
                <a:cs typeface="Comic Sans MS"/>
                <a:sym typeface="Comic Sans MS"/>
              </a:rPr>
              <a:t>Alderfer ERG Theory</a:t>
            </a:r>
            <a:endParaRPr sz="2000">
              <a:solidFill>
                <a:schemeClr val="dk1"/>
              </a:solidFill>
              <a:latin typeface="Comic Sans MS"/>
              <a:ea typeface="Comic Sans MS"/>
              <a:cs typeface="Comic Sans MS"/>
              <a:sym typeface="Comic Sans MS"/>
            </a:endParaRPr>
          </a:p>
          <a:p>
            <a:pPr marL="355600" marR="0" lvl="0" indent="-342900" algn="just" rtl="0">
              <a:lnSpc>
                <a:spcPct val="102750"/>
              </a:lnSpc>
              <a:spcBef>
                <a:spcPts val="25"/>
              </a:spcBef>
              <a:spcAft>
                <a:spcPts val="0"/>
              </a:spcAft>
              <a:buClr>
                <a:schemeClr val="dk1"/>
              </a:buClr>
              <a:buSzPts val="2000"/>
              <a:buFont typeface="Arial"/>
              <a:buChar char="•"/>
            </a:pPr>
            <a:r>
              <a:rPr lang="en-US" sz="2000">
                <a:solidFill>
                  <a:schemeClr val="dk1"/>
                </a:solidFill>
                <a:latin typeface="Comic Sans MS"/>
                <a:ea typeface="Comic Sans MS"/>
                <a:cs typeface="Comic Sans MS"/>
                <a:sym typeface="Comic Sans MS"/>
              </a:rPr>
              <a:t>Alderfer after reworking on Maslow’s theory argued that the are three  groups of core needs – existence,  relatedness &amp; growth.</a:t>
            </a:r>
            <a:endParaRPr sz="2000">
              <a:solidFill>
                <a:schemeClr val="dk1"/>
              </a:solidFill>
              <a:latin typeface="Comic Sans MS"/>
              <a:ea typeface="Comic Sans MS"/>
              <a:cs typeface="Comic Sans MS"/>
              <a:sym typeface="Comic Sans MS"/>
            </a:endParaRPr>
          </a:p>
          <a:p>
            <a:pPr marL="355600" marR="7620" lvl="0" indent="0" algn="just" rtl="0">
              <a:lnSpc>
                <a:spcPct val="91000"/>
              </a:lnSpc>
              <a:spcBef>
                <a:spcPts val="215"/>
              </a:spcBef>
              <a:spcAft>
                <a:spcPts val="0"/>
              </a:spcAft>
              <a:buNone/>
            </a:pPr>
            <a:endParaRPr sz="2000">
              <a:solidFill>
                <a:schemeClr val="dk1"/>
              </a:solidFill>
              <a:latin typeface="Comic Sans MS"/>
              <a:ea typeface="Comic Sans MS"/>
              <a:cs typeface="Comic Sans MS"/>
              <a:sym typeface="Comic Sans MS"/>
            </a:endParaRPr>
          </a:p>
          <a:p>
            <a:pPr marL="355600" marR="6350" lvl="0" indent="-342900" algn="just" rtl="0">
              <a:lnSpc>
                <a:spcPct val="91000"/>
              </a:lnSpc>
              <a:spcBef>
                <a:spcPts val="470"/>
              </a:spcBef>
              <a:spcAft>
                <a:spcPts val="0"/>
              </a:spcAft>
              <a:buClr>
                <a:srgbClr val="0000FF"/>
              </a:buClr>
              <a:buSzPts val="2000"/>
              <a:buFont typeface="Arial"/>
              <a:buChar char="•"/>
            </a:pPr>
            <a:r>
              <a:rPr lang="en-US" sz="2000" i="1">
                <a:solidFill>
                  <a:srgbClr val="0000FF"/>
                </a:solidFill>
                <a:latin typeface="Comic Sans MS"/>
                <a:ea typeface="Comic Sans MS"/>
                <a:cs typeface="Comic Sans MS"/>
                <a:sym typeface="Comic Sans MS"/>
              </a:rPr>
              <a:t>Existence needs </a:t>
            </a:r>
            <a:r>
              <a:rPr lang="en-US" sz="2000">
                <a:solidFill>
                  <a:schemeClr val="dk1"/>
                </a:solidFill>
                <a:latin typeface="Comic Sans MS"/>
                <a:ea typeface="Comic Sans MS"/>
                <a:cs typeface="Comic Sans MS"/>
                <a:sym typeface="Comic Sans MS"/>
              </a:rPr>
              <a:t>– concerned with providing  our basic material requirements.  They include the items of  physiological and safety needs.</a:t>
            </a:r>
            <a:endParaRPr sz="2000">
              <a:solidFill>
                <a:schemeClr val="dk1"/>
              </a:solidFill>
              <a:latin typeface="Comic Sans MS"/>
              <a:ea typeface="Comic Sans MS"/>
              <a:cs typeface="Comic Sans MS"/>
              <a:sym typeface="Comic Sans MS"/>
            </a:endParaRPr>
          </a:p>
          <a:p>
            <a:pPr marL="355600" marR="6350" lvl="0" indent="-215900" algn="just" rtl="0">
              <a:lnSpc>
                <a:spcPct val="91000"/>
              </a:lnSpc>
              <a:spcBef>
                <a:spcPts val="470"/>
              </a:spcBef>
              <a:spcAft>
                <a:spcPts val="0"/>
              </a:spcAft>
              <a:buClr>
                <a:schemeClr val="dk1"/>
              </a:buClr>
              <a:buSzPts val="2000"/>
              <a:buFont typeface="Arial"/>
              <a:buNone/>
            </a:pPr>
            <a:endParaRPr sz="2000">
              <a:solidFill>
                <a:schemeClr val="dk1"/>
              </a:solidFill>
              <a:latin typeface="Comic Sans MS"/>
              <a:ea typeface="Comic Sans MS"/>
              <a:cs typeface="Comic Sans MS"/>
              <a:sym typeface="Comic Sans MS"/>
            </a:endParaRPr>
          </a:p>
          <a:p>
            <a:pPr marL="355600" marR="6350" lvl="0" indent="-215900" algn="just" rtl="0">
              <a:lnSpc>
                <a:spcPct val="91000"/>
              </a:lnSpc>
              <a:spcBef>
                <a:spcPts val="470"/>
              </a:spcBef>
              <a:spcAft>
                <a:spcPts val="0"/>
              </a:spcAft>
              <a:buClr>
                <a:schemeClr val="dk1"/>
              </a:buClr>
              <a:buSzPts val="2000"/>
              <a:buFont typeface="Arial"/>
              <a:buNone/>
            </a:pPr>
            <a:endParaRPr sz="2000">
              <a:solidFill>
                <a:schemeClr val="dk1"/>
              </a:solidFill>
              <a:latin typeface="Comic Sans MS"/>
              <a:ea typeface="Comic Sans MS"/>
              <a:cs typeface="Comic Sans MS"/>
              <a:sym typeface="Comic Sans MS"/>
            </a:endParaRPr>
          </a:p>
          <a:p>
            <a:pPr marL="355600" marR="6350" lvl="0" indent="-342900" algn="just" rtl="0">
              <a:lnSpc>
                <a:spcPct val="91000"/>
              </a:lnSpc>
              <a:spcBef>
                <a:spcPts val="475"/>
              </a:spcBef>
              <a:spcAft>
                <a:spcPts val="0"/>
              </a:spcAft>
              <a:buClr>
                <a:srgbClr val="0000FF"/>
              </a:buClr>
              <a:buSzPts val="2000"/>
              <a:buFont typeface="Arial"/>
              <a:buChar char="•"/>
            </a:pPr>
            <a:r>
              <a:rPr lang="en-US" sz="2000" i="1">
                <a:solidFill>
                  <a:srgbClr val="0000FF"/>
                </a:solidFill>
                <a:latin typeface="Comic Sans MS"/>
                <a:ea typeface="Comic Sans MS"/>
                <a:cs typeface="Comic Sans MS"/>
                <a:sym typeface="Comic Sans MS"/>
              </a:rPr>
              <a:t>Relatedness needs </a:t>
            </a:r>
            <a:r>
              <a:rPr lang="en-US" sz="2000">
                <a:solidFill>
                  <a:schemeClr val="dk1"/>
                </a:solidFill>
                <a:latin typeface="Comic Sans MS"/>
                <a:ea typeface="Comic Sans MS"/>
                <a:cs typeface="Comic Sans MS"/>
                <a:sym typeface="Comic Sans MS"/>
              </a:rPr>
              <a:t>– the desire for  maintaining important interpersonal relationship. Thus includes the social  need.</a:t>
            </a:r>
            <a:endParaRPr sz="2000">
              <a:solidFill>
                <a:schemeClr val="dk1"/>
              </a:solidFill>
              <a:latin typeface="Comic Sans MS"/>
              <a:ea typeface="Comic Sans MS"/>
              <a:cs typeface="Comic Sans MS"/>
              <a:sym typeface="Comic Sans MS"/>
            </a:endParaRPr>
          </a:p>
          <a:p>
            <a:pPr marL="355600" marR="6350" lvl="0" indent="-215900" algn="just" rtl="0">
              <a:lnSpc>
                <a:spcPct val="91000"/>
              </a:lnSpc>
              <a:spcBef>
                <a:spcPts val="475"/>
              </a:spcBef>
              <a:spcAft>
                <a:spcPts val="0"/>
              </a:spcAft>
              <a:buClr>
                <a:schemeClr val="dk1"/>
              </a:buClr>
              <a:buSzPts val="2000"/>
              <a:buFont typeface="Arial"/>
              <a:buNone/>
            </a:pPr>
            <a:endParaRPr sz="2000">
              <a:solidFill>
                <a:schemeClr val="dk1"/>
              </a:solidFill>
              <a:latin typeface="Comic Sans MS"/>
              <a:ea typeface="Comic Sans MS"/>
              <a:cs typeface="Comic Sans MS"/>
              <a:sym typeface="Comic Sans MS"/>
            </a:endParaRPr>
          </a:p>
          <a:p>
            <a:pPr marL="355600" marR="6350" lvl="0" indent="-215900" algn="just" rtl="0">
              <a:lnSpc>
                <a:spcPct val="91000"/>
              </a:lnSpc>
              <a:spcBef>
                <a:spcPts val="475"/>
              </a:spcBef>
              <a:spcAft>
                <a:spcPts val="0"/>
              </a:spcAft>
              <a:buClr>
                <a:schemeClr val="dk1"/>
              </a:buClr>
              <a:buSzPts val="2000"/>
              <a:buFont typeface="Arial"/>
              <a:buNone/>
            </a:pPr>
            <a:endParaRPr sz="2000">
              <a:solidFill>
                <a:schemeClr val="dk1"/>
              </a:solidFill>
              <a:latin typeface="Comic Sans MS"/>
              <a:ea typeface="Comic Sans MS"/>
              <a:cs typeface="Comic Sans MS"/>
              <a:sym typeface="Comic Sans MS"/>
            </a:endParaRPr>
          </a:p>
          <a:p>
            <a:pPr marL="355600" marR="0" lvl="0" indent="-342900" algn="just" rtl="0">
              <a:lnSpc>
                <a:spcPct val="102500"/>
              </a:lnSpc>
              <a:spcBef>
                <a:spcPts val="20"/>
              </a:spcBef>
              <a:spcAft>
                <a:spcPts val="0"/>
              </a:spcAft>
              <a:buClr>
                <a:srgbClr val="0000FF"/>
              </a:buClr>
              <a:buSzPts val="2000"/>
              <a:buFont typeface="Arial"/>
              <a:buChar char="•"/>
            </a:pPr>
            <a:r>
              <a:rPr lang="en-US" sz="2000" i="1">
                <a:solidFill>
                  <a:srgbClr val="0000FF"/>
                </a:solidFill>
                <a:latin typeface="Comic Sans MS"/>
                <a:ea typeface="Comic Sans MS"/>
                <a:cs typeface="Comic Sans MS"/>
                <a:sym typeface="Comic Sans MS"/>
              </a:rPr>
              <a:t>Growth needs </a:t>
            </a:r>
            <a:r>
              <a:rPr lang="en-US" sz="2000">
                <a:solidFill>
                  <a:schemeClr val="dk1"/>
                </a:solidFill>
                <a:latin typeface="Comic Sans MS"/>
                <a:ea typeface="Comic Sans MS"/>
                <a:cs typeface="Comic Sans MS"/>
                <a:sym typeface="Comic Sans MS"/>
              </a:rPr>
              <a:t>– an   intrinsic desire for personal development. This includes  both self esteem and self  actualization needs.</a:t>
            </a:r>
            <a:endParaRPr sz="2000">
              <a:solidFill>
                <a:schemeClr val="dk1"/>
              </a:solidFill>
              <a:latin typeface="Comic Sans MS"/>
              <a:ea typeface="Comic Sans MS"/>
              <a:cs typeface="Comic Sans MS"/>
              <a:sym typeface="Comic Sans MS"/>
            </a:endParaRPr>
          </a:p>
          <a:p>
            <a:pPr marL="355600" marR="0" lvl="0" indent="-215900" algn="just" rtl="0">
              <a:lnSpc>
                <a:spcPct val="102500"/>
              </a:lnSpc>
              <a:spcBef>
                <a:spcPts val="20"/>
              </a:spcBef>
              <a:spcAft>
                <a:spcPts val="0"/>
              </a:spcAft>
              <a:buClr>
                <a:schemeClr val="dk1"/>
              </a:buClr>
              <a:buSzPts val="2000"/>
              <a:buFont typeface="Arial"/>
              <a:buNone/>
            </a:pPr>
            <a:endParaRPr sz="2000">
              <a:solidFill>
                <a:schemeClr val="dk1"/>
              </a:solidFill>
              <a:latin typeface="Comic Sans MS"/>
              <a:ea typeface="Comic Sans MS"/>
              <a:cs typeface="Comic Sans MS"/>
              <a:sym typeface="Comic Sans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13"/>
        <p:cNvGrpSpPr/>
        <p:nvPr/>
      </p:nvGrpSpPr>
      <p:grpSpPr>
        <a:xfrm>
          <a:off x="0" y="0"/>
          <a:ext cx="0" cy="0"/>
          <a:chOff x="0" y="0"/>
          <a:chExt cx="0" cy="0"/>
        </a:xfrm>
      </p:grpSpPr>
      <p:pic>
        <p:nvPicPr>
          <p:cNvPr id="114" name="Google Shape;114;p13"/>
          <p:cNvPicPr preferRelativeResize="0"/>
          <p:nvPr/>
        </p:nvPicPr>
        <p:blipFill rotWithShape="1">
          <a:blip r:embed="rId3">
            <a:alphaModFix/>
          </a:blip>
          <a:srcRect/>
          <a:stretch/>
        </p:blipFill>
        <p:spPr>
          <a:xfrm>
            <a:off x="457179" y="436551"/>
            <a:ext cx="8265454" cy="404947"/>
          </a:xfrm>
          <a:prstGeom prst="rect">
            <a:avLst/>
          </a:prstGeom>
          <a:noFill/>
          <a:ln>
            <a:noFill/>
          </a:ln>
        </p:spPr>
      </p:pic>
      <p:sp>
        <p:nvSpPr>
          <p:cNvPr id="115" name="Google Shape;115;p13"/>
          <p:cNvSpPr txBox="1">
            <a:spLocks noGrp="1"/>
          </p:cNvSpPr>
          <p:nvPr>
            <p:ph type="title"/>
          </p:nvPr>
        </p:nvSpPr>
        <p:spPr>
          <a:xfrm>
            <a:off x="428345" y="347217"/>
            <a:ext cx="8281670"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800"/>
              <a:t>Relationship of all content theory of Motivation</a:t>
            </a:r>
            <a:endParaRPr sz="2800"/>
          </a:p>
        </p:txBody>
      </p:sp>
      <p:grpSp>
        <p:nvGrpSpPr>
          <p:cNvPr id="116" name="Google Shape;116;p13"/>
          <p:cNvGrpSpPr/>
          <p:nvPr/>
        </p:nvGrpSpPr>
        <p:grpSpPr>
          <a:xfrm>
            <a:off x="803148" y="1844039"/>
            <a:ext cx="1541145" cy="721360"/>
            <a:chOff x="803148" y="1844039"/>
            <a:chExt cx="1541145" cy="721360"/>
          </a:xfrm>
        </p:grpSpPr>
        <p:sp>
          <p:nvSpPr>
            <p:cNvPr id="117" name="Google Shape;117;p13"/>
            <p:cNvSpPr/>
            <p:nvPr/>
          </p:nvSpPr>
          <p:spPr>
            <a:xfrm>
              <a:off x="803148" y="1844039"/>
              <a:ext cx="1541145" cy="721360"/>
            </a:xfrm>
            <a:custGeom>
              <a:avLst/>
              <a:gdLst/>
              <a:ahLst/>
              <a:cxnLst/>
              <a:rect l="l" t="t" r="r" b="b"/>
              <a:pathLst>
                <a:path w="1541145" h="721360" extrusionOk="0">
                  <a:moveTo>
                    <a:pt x="770382" y="0"/>
                  </a:moveTo>
                  <a:lnTo>
                    <a:pt x="707197" y="1195"/>
                  </a:lnTo>
                  <a:lnTo>
                    <a:pt x="645420" y="4718"/>
                  </a:lnTo>
                  <a:lnTo>
                    <a:pt x="585248" y="10477"/>
                  </a:lnTo>
                  <a:lnTo>
                    <a:pt x="526879" y="18379"/>
                  </a:lnTo>
                  <a:lnTo>
                    <a:pt x="470512" y="28330"/>
                  </a:lnTo>
                  <a:lnTo>
                    <a:pt x="416344" y="40239"/>
                  </a:lnTo>
                  <a:lnTo>
                    <a:pt x="364575" y="54011"/>
                  </a:lnTo>
                  <a:lnTo>
                    <a:pt x="315402" y="69555"/>
                  </a:lnTo>
                  <a:lnTo>
                    <a:pt x="269023" y="86777"/>
                  </a:lnTo>
                  <a:lnTo>
                    <a:pt x="225637" y="105584"/>
                  </a:lnTo>
                  <a:lnTo>
                    <a:pt x="185442" y="125884"/>
                  </a:lnTo>
                  <a:lnTo>
                    <a:pt x="148637" y="147584"/>
                  </a:lnTo>
                  <a:lnTo>
                    <a:pt x="115419" y="170590"/>
                  </a:lnTo>
                  <a:lnTo>
                    <a:pt x="85987" y="194811"/>
                  </a:lnTo>
                  <a:lnTo>
                    <a:pt x="39274" y="246522"/>
                  </a:lnTo>
                  <a:lnTo>
                    <a:pt x="10082" y="301974"/>
                  </a:lnTo>
                  <a:lnTo>
                    <a:pt x="0" y="360425"/>
                  </a:lnTo>
                  <a:lnTo>
                    <a:pt x="2553" y="389979"/>
                  </a:lnTo>
                  <a:lnTo>
                    <a:pt x="22389" y="447024"/>
                  </a:lnTo>
                  <a:lnTo>
                    <a:pt x="60539" y="500699"/>
                  </a:lnTo>
                  <a:lnTo>
                    <a:pt x="115419" y="550261"/>
                  </a:lnTo>
                  <a:lnTo>
                    <a:pt x="148637" y="573267"/>
                  </a:lnTo>
                  <a:lnTo>
                    <a:pt x="185442" y="594967"/>
                  </a:lnTo>
                  <a:lnTo>
                    <a:pt x="225637" y="615267"/>
                  </a:lnTo>
                  <a:lnTo>
                    <a:pt x="269023" y="634074"/>
                  </a:lnTo>
                  <a:lnTo>
                    <a:pt x="315402" y="651296"/>
                  </a:lnTo>
                  <a:lnTo>
                    <a:pt x="364575" y="666840"/>
                  </a:lnTo>
                  <a:lnTo>
                    <a:pt x="416344" y="680612"/>
                  </a:lnTo>
                  <a:lnTo>
                    <a:pt x="470512" y="692521"/>
                  </a:lnTo>
                  <a:lnTo>
                    <a:pt x="526879" y="702472"/>
                  </a:lnTo>
                  <a:lnTo>
                    <a:pt x="585248" y="710374"/>
                  </a:lnTo>
                  <a:lnTo>
                    <a:pt x="645420" y="716133"/>
                  </a:lnTo>
                  <a:lnTo>
                    <a:pt x="707197" y="719656"/>
                  </a:lnTo>
                  <a:lnTo>
                    <a:pt x="770382" y="720851"/>
                  </a:lnTo>
                  <a:lnTo>
                    <a:pt x="833562" y="719656"/>
                  </a:lnTo>
                  <a:lnTo>
                    <a:pt x="895337" y="716133"/>
                  </a:lnTo>
                  <a:lnTo>
                    <a:pt x="955507" y="710374"/>
                  </a:lnTo>
                  <a:lnTo>
                    <a:pt x="1013874" y="702472"/>
                  </a:lnTo>
                  <a:lnTo>
                    <a:pt x="1070240" y="692521"/>
                  </a:lnTo>
                  <a:lnTo>
                    <a:pt x="1124407" y="680612"/>
                  </a:lnTo>
                  <a:lnTo>
                    <a:pt x="1176177" y="666840"/>
                  </a:lnTo>
                  <a:lnTo>
                    <a:pt x="1225350" y="651296"/>
                  </a:lnTo>
                  <a:lnTo>
                    <a:pt x="1271730" y="634074"/>
                  </a:lnTo>
                  <a:lnTo>
                    <a:pt x="1315116" y="615267"/>
                  </a:lnTo>
                  <a:lnTo>
                    <a:pt x="1355312" y="594967"/>
                  </a:lnTo>
                  <a:lnTo>
                    <a:pt x="1392119" y="573267"/>
                  </a:lnTo>
                  <a:lnTo>
                    <a:pt x="1425338" y="550261"/>
                  </a:lnTo>
                  <a:lnTo>
                    <a:pt x="1454771" y="526040"/>
                  </a:lnTo>
                  <a:lnTo>
                    <a:pt x="1501487" y="474329"/>
                  </a:lnTo>
                  <a:lnTo>
                    <a:pt x="1530680" y="418877"/>
                  </a:lnTo>
                  <a:lnTo>
                    <a:pt x="1540764" y="360425"/>
                  </a:lnTo>
                  <a:lnTo>
                    <a:pt x="1538210" y="330872"/>
                  </a:lnTo>
                  <a:lnTo>
                    <a:pt x="1518373" y="273827"/>
                  </a:lnTo>
                  <a:lnTo>
                    <a:pt x="1480220" y="220152"/>
                  </a:lnTo>
                  <a:lnTo>
                    <a:pt x="1425338" y="170590"/>
                  </a:lnTo>
                  <a:lnTo>
                    <a:pt x="1392119" y="147584"/>
                  </a:lnTo>
                  <a:lnTo>
                    <a:pt x="1355312" y="125884"/>
                  </a:lnTo>
                  <a:lnTo>
                    <a:pt x="1315116" y="105584"/>
                  </a:lnTo>
                  <a:lnTo>
                    <a:pt x="1271730" y="86777"/>
                  </a:lnTo>
                  <a:lnTo>
                    <a:pt x="1225350" y="69555"/>
                  </a:lnTo>
                  <a:lnTo>
                    <a:pt x="1176177" y="54011"/>
                  </a:lnTo>
                  <a:lnTo>
                    <a:pt x="1124407" y="40239"/>
                  </a:lnTo>
                  <a:lnTo>
                    <a:pt x="1070240" y="28330"/>
                  </a:lnTo>
                  <a:lnTo>
                    <a:pt x="1013874" y="18379"/>
                  </a:lnTo>
                  <a:lnTo>
                    <a:pt x="955507" y="10477"/>
                  </a:lnTo>
                  <a:lnTo>
                    <a:pt x="895337" y="4718"/>
                  </a:lnTo>
                  <a:lnTo>
                    <a:pt x="833562" y="1195"/>
                  </a:lnTo>
                  <a:lnTo>
                    <a:pt x="770382" y="0"/>
                  </a:lnTo>
                  <a:close/>
                </a:path>
              </a:pathLst>
            </a:custGeom>
            <a:solidFill>
              <a:srgbClr val="4F81B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 name="Google Shape;118;p13"/>
            <p:cNvSpPr/>
            <p:nvPr/>
          </p:nvSpPr>
          <p:spPr>
            <a:xfrm>
              <a:off x="803148" y="1844039"/>
              <a:ext cx="1541145" cy="721360"/>
            </a:xfrm>
            <a:custGeom>
              <a:avLst/>
              <a:gdLst/>
              <a:ahLst/>
              <a:cxnLst/>
              <a:rect l="l" t="t" r="r" b="b"/>
              <a:pathLst>
                <a:path w="1541145" h="721360" extrusionOk="0">
                  <a:moveTo>
                    <a:pt x="0" y="360425"/>
                  </a:moveTo>
                  <a:lnTo>
                    <a:pt x="10082" y="301974"/>
                  </a:lnTo>
                  <a:lnTo>
                    <a:pt x="39274" y="246522"/>
                  </a:lnTo>
                  <a:lnTo>
                    <a:pt x="85987" y="194811"/>
                  </a:lnTo>
                  <a:lnTo>
                    <a:pt x="115419" y="170590"/>
                  </a:lnTo>
                  <a:lnTo>
                    <a:pt x="148637" y="147584"/>
                  </a:lnTo>
                  <a:lnTo>
                    <a:pt x="185442" y="125884"/>
                  </a:lnTo>
                  <a:lnTo>
                    <a:pt x="225637" y="105584"/>
                  </a:lnTo>
                  <a:lnTo>
                    <a:pt x="269023" y="86777"/>
                  </a:lnTo>
                  <a:lnTo>
                    <a:pt x="315402" y="69555"/>
                  </a:lnTo>
                  <a:lnTo>
                    <a:pt x="364575" y="54011"/>
                  </a:lnTo>
                  <a:lnTo>
                    <a:pt x="416344" y="40239"/>
                  </a:lnTo>
                  <a:lnTo>
                    <a:pt x="470512" y="28330"/>
                  </a:lnTo>
                  <a:lnTo>
                    <a:pt x="526879" y="18379"/>
                  </a:lnTo>
                  <a:lnTo>
                    <a:pt x="585248" y="10477"/>
                  </a:lnTo>
                  <a:lnTo>
                    <a:pt x="645420" y="4718"/>
                  </a:lnTo>
                  <a:lnTo>
                    <a:pt x="707197" y="1195"/>
                  </a:lnTo>
                  <a:lnTo>
                    <a:pt x="770382" y="0"/>
                  </a:lnTo>
                  <a:lnTo>
                    <a:pt x="833562" y="1195"/>
                  </a:lnTo>
                  <a:lnTo>
                    <a:pt x="895337" y="4718"/>
                  </a:lnTo>
                  <a:lnTo>
                    <a:pt x="955507" y="10477"/>
                  </a:lnTo>
                  <a:lnTo>
                    <a:pt x="1013874" y="18379"/>
                  </a:lnTo>
                  <a:lnTo>
                    <a:pt x="1070240" y="28330"/>
                  </a:lnTo>
                  <a:lnTo>
                    <a:pt x="1124407" y="40239"/>
                  </a:lnTo>
                  <a:lnTo>
                    <a:pt x="1176177" y="54011"/>
                  </a:lnTo>
                  <a:lnTo>
                    <a:pt x="1225350" y="69555"/>
                  </a:lnTo>
                  <a:lnTo>
                    <a:pt x="1271730" y="86777"/>
                  </a:lnTo>
                  <a:lnTo>
                    <a:pt x="1315116" y="105584"/>
                  </a:lnTo>
                  <a:lnTo>
                    <a:pt x="1355312" y="125884"/>
                  </a:lnTo>
                  <a:lnTo>
                    <a:pt x="1392119" y="147584"/>
                  </a:lnTo>
                  <a:lnTo>
                    <a:pt x="1425338" y="170590"/>
                  </a:lnTo>
                  <a:lnTo>
                    <a:pt x="1454771" y="194811"/>
                  </a:lnTo>
                  <a:lnTo>
                    <a:pt x="1501487" y="246522"/>
                  </a:lnTo>
                  <a:lnTo>
                    <a:pt x="1530680" y="301974"/>
                  </a:lnTo>
                  <a:lnTo>
                    <a:pt x="1540764" y="360425"/>
                  </a:lnTo>
                  <a:lnTo>
                    <a:pt x="1538210" y="389979"/>
                  </a:lnTo>
                  <a:lnTo>
                    <a:pt x="1518373" y="447024"/>
                  </a:lnTo>
                  <a:lnTo>
                    <a:pt x="1480220" y="500699"/>
                  </a:lnTo>
                  <a:lnTo>
                    <a:pt x="1425338" y="550261"/>
                  </a:lnTo>
                  <a:lnTo>
                    <a:pt x="1392119" y="573267"/>
                  </a:lnTo>
                  <a:lnTo>
                    <a:pt x="1355312" y="594967"/>
                  </a:lnTo>
                  <a:lnTo>
                    <a:pt x="1315116" y="615267"/>
                  </a:lnTo>
                  <a:lnTo>
                    <a:pt x="1271730" y="634074"/>
                  </a:lnTo>
                  <a:lnTo>
                    <a:pt x="1225350" y="651296"/>
                  </a:lnTo>
                  <a:lnTo>
                    <a:pt x="1176177" y="666840"/>
                  </a:lnTo>
                  <a:lnTo>
                    <a:pt x="1124407" y="680612"/>
                  </a:lnTo>
                  <a:lnTo>
                    <a:pt x="1070240" y="692521"/>
                  </a:lnTo>
                  <a:lnTo>
                    <a:pt x="1013874" y="702472"/>
                  </a:lnTo>
                  <a:lnTo>
                    <a:pt x="955507" y="710374"/>
                  </a:lnTo>
                  <a:lnTo>
                    <a:pt x="895337" y="716133"/>
                  </a:lnTo>
                  <a:lnTo>
                    <a:pt x="833562" y="719656"/>
                  </a:lnTo>
                  <a:lnTo>
                    <a:pt x="770382" y="720851"/>
                  </a:lnTo>
                  <a:lnTo>
                    <a:pt x="707197" y="719656"/>
                  </a:lnTo>
                  <a:lnTo>
                    <a:pt x="645420" y="716133"/>
                  </a:lnTo>
                  <a:lnTo>
                    <a:pt x="585248" y="710374"/>
                  </a:lnTo>
                  <a:lnTo>
                    <a:pt x="526879" y="702472"/>
                  </a:lnTo>
                  <a:lnTo>
                    <a:pt x="470512" y="692521"/>
                  </a:lnTo>
                  <a:lnTo>
                    <a:pt x="416344" y="680612"/>
                  </a:lnTo>
                  <a:lnTo>
                    <a:pt x="364575" y="666840"/>
                  </a:lnTo>
                  <a:lnTo>
                    <a:pt x="315402" y="651296"/>
                  </a:lnTo>
                  <a:lnTo>
                    <a:pt x="269023" y="634074"/>
                  </a:lnTo>
                  <a:lnTo>
                    <a:pt x="225637" y="615267"/>
                  </a:lnTo>
                  <a:lnTo>
                    <a:pt x="185442" y="594967"/>
                  </a:lnTo>
                  <a:lnTo>
                    <a:pt x="148637" y="573267"/>
                  </a:lnTo>
                  <a:lnTo>
                    <a:pt x="115419" y="550261"/>
                  </a:lnTo>
                  <a:lnTo>
                    <a:pt x="85987" y="526040"/>
                  </a:lnTo>
                  <a:lnTo>
                    <a:pt x="39274" y="474329"/>
                  </a:lnTo>
                  <a:lnTo>
                    <a:pt x="10082" y="418877"/>
                  </a:lnTo>
                  <a:lnTo>
                    <a:pt x="0" y="360425"/>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9" name="Google Shape;119;p13"/>
          <p:cNvSpPr txBox="1"/>
          <p:nvPr/>
        </p:nvSpPr>
        <p:spPr>
          <a:xfrm>
            <a:off x="928522" y="1939798"/>
            <a:ext cx="1292225" cy="513080"/>
          </a:xfrm>
          <a:prstGeom prst="rect">
            <a:avLst/>
          </a:prstGeom>
          <a:noFill/>
          <a:ln>
            <a:noFill/>
          </a:ln>
        </p:spPr>
        <p:txBody>
          <a:bodyPr spcFirstLastPara="1" wrap="square" lIns="0" tIns="12050" rIns="0" bIns="0" anchor="t" anchorCtr="0">
            <a:spAutoFit/>
          </a:bodyPr>
          <a:lstStyle/>
          <a:p>
            <a:pPr marL="12700" marR="5080" lvl="0" indent="426719" algn="l" rtl="0">
              <a:lnSpc>
                <a:spcPct val="100000"/>
              </a:lnSpc>
              <a:spcBef>
                <a:spcPts val="0"/>
              </a:spcBef>
              <a:spcAft>
                <a:spcPts val="0"/>
              </a:spcAft>
              <a:buNone/>
            </a:pPr>
            <a:r>
              <a:rPr lang="en-US" sz="1600" b="1">
                <a:solidFill>
                  <a:schemeClr val="dk1"/>
                </a:solidFill>
                <a:latin typeface="Comic Sans MS"/>
                <a:ea typeface="Comic Sans MS"/>
                <a:cs typeface="Comic Sans MS"/>
                <a:sym typeface="Comic Sans MS"/>
              </a:rPr>
              <a:t>Self  Actualization</a:t>
            </a:r>
            <a:endParaRPr sz="1600">
              <a:solidFill>
                <a:schemeClr val="dk1"/>
              </a:solidFill>
              <a:latin typeface="Comic Sans MS"/>
              <a:ea typeface="Comic Sans MS"/>
              <a:cs typeface="Comic Sans MS"/>
              <a:sym typeface="Comic Sans MS"/>
            </a:endParaRPr>
          </a:p>
        </p:txBody>
      </p:sp>
      <p:grpSp>
        <p:nvGrpSpPr>
          <p:cNvPr id="120" name="Google Shape;120;p13"/>
          <p:cNvGrpSpPr/>
          <p:nvPr/>
        </p:nvGrpSpPr>
        <p:grpSpPr>
          <a:xfrm>
            <a:off x="803148" y="2779776"/>
            <a:ext cx="1541145" cy="504825"/>
            <a:chOff x="803148" y="2779776"/>
            <a:chExt cx="1541145" cy="504825"/>
          </a:xfrm>
        </p:grpSpPr>
        <p:sp>
          <p:nvSpPr>
            <p:cNvPr id="121" name="Google Shape;121;p13"/>
            <p:cNvSpPr/>
            <p:nvPr/>
          </p:nvSpPr>
          <p:spPr>
            <a:xfrm>
              <a:off x="803148" y="2779776"/>
              <a:ext cx="1541145" cy="504825"/>
            </a:xfrm>
            <a:custGeom>
              <a:avLst/>
              <a:gdLst/>
              <a:ahLst/>
              <a:cxnLst/>
              <a:rect l="l" t="t" r="r" b="b"/>
              <a:pathLst>
                <a:path w="1541145" h="504825" extrusionOk="0">
                  <a:moveTo>
                    <a:pt x="770382" y="0"/>
                  </a:moveTo>
                  <a:lnTo>
                    <a:pt x="700260" y="1030"/>
                  </a:lnTo>
                  <a:lnTo>
                    <a:pt x="631903" y="4062"/>
                  </a:lnTo>
                  <a:lnTo>
                    <a:pt x="565582" y="9008"/>
                  </a:lnTo>
                  <a:lnTo>
                    <a:pt x="501568" y="15777"/>
                  </a:lnTo>
                  <a:lnTo>
                    <a:pt x="440135" y="24281"/>
                  </a:lnTo>
                  <a:lnTo>
                    <a:pt x="381553" y="34431"/>
                  </a:lnTo>
                  <a:lnTo>
                    <a:pt x="326095" y="46137"/>
                  </a:lnTo>
                  <a:lnTo>
                    <a:pt x="274032" y="59312"/>
                  </a:lnTo>
                  <a:lnTo>
                    <a:pt x="225637" y="73866"/>
                  </a:lnTo>
                  <a:lnTo>
                    <a:pt x="181182" y="89710"/>
                  </a:lnTo>
                  <a:lnTo>
                    <a:pt x="140938" y="106754"/>
                  </a:lnTo>
                  <a:lnTo>
                    <a:pt x="105178" y="124911"/>
                  </a:lnTo>
                  <a:lnTo>
                    <a:pt x="48196" y="164205"/>
                  </a:lnTo>
                  <a:lnTo>
                    <a:pt x="12411" y="206879"/>
                  </a:lnTo>
                  <a:lnTo>
                    <a:pt x="0" y="252222"/>
                  </a:lnTo>
                  <a:lnTo>
                    <a:pt x="3148" y="275182"/>
                  </a:lnTo>
                  <a:lnTo>
                    <a:pt x="27518" y="319279"/>
                  </a:lnTo>
                  <a:lnTo>
                    <a:pt x="74173" y="360352"/>
                  </a:lnTo>
                  <a:lnTo>
                    <a:pt x="140938" y="397689"/>
                  </a:lnTo>
                  <a:lnTo>
                    <a:pt x="181182" y="414733"/>
                  </a:lnTo>
                  <a:lnTo>
                    <a:pt x="225637" y="430577"/>
                  </a:lnTo>
                  <a:lnTo>
                    <a:pt x="274032" y="445131"/>
                  </a:lnTo>
                  <a:lnTo>
                    <a:pt x="326095" y="458306"/>
                  </a:lnTo>
                  <a:lnTo>
                    <a:pt x="381553" y="470012"/>
                  </a:lnTo>
                  <a:lnTo>
                    <a:pt x="440135" y="480162"/>
                  </a:lnTo>
                  <a:lnTo>
                    <a:pt x="501568" y="488666"/>
                  </a:lnTo>
                  <a:lnTo>
                    <a:pt x="565582" y="495435"/>
                  </a:lnTo>
                  <a:lnTo>
                    <a:pt x="631903" y="500381"/>
                  </a:lnTo>
                  <a:lnTo>
                    <a:pt x="700260" y="503413"/>
                  </a:lnTo>
                  <a:lnTo>
                    <a:pt x="770382" y="504444"/>
                  </a:lnTo>
                  <a:lnTo>
                    <a:pt x="840499" y="503413"/>
                  </a:lnTo>
                  <a:lnTo>
                    <a:pt x="908853" y="500381"/>
                  </a:lnTo>
                  <a:lnTo>
                    <a:pt x="975173" y="495435"/>
                  </a:lnTo>
                  <a:lnTo>
                    <a:pt x="1039185" y="488666"/>
                  </a:lnTo>
                  <a:lnTo>
                    <a:pt x="1100617" y="480162"/>
                  </a:lnTo>
                  <a:lnTo>
                    <a:pt x="1159199" y="470012"/>
                  </a:lnTo>
                  <a:lnTo>
                    <a:pt x="1214657" y="458306"/>
                  </a:lnTo>
                  <a:lnTo>
                    <a:pt x="1266720" y="445131"/>
                  </a:lnTo>
                  <a:lnTo>
                    <a:pt x="1315116" y="430577"/>
                  </a:lnTo>
                  <a:lnTo>
                    <a:pt x="1359573" y="414733"/>
                  </a:lnTo>
                  <a:lnTo>
                    <a:pt x="1399818" y="397689"/>
                  </a:lnTo>
                  <a:lnTo>
                    <a:pt x="1435579" y="379532"/>
                  </a:lnTo>
                  <a:lnTo>
                    <a:pt x="1492564" y="340238"/>
                  </a:lnTo>
                  <a:lnTo>
                    <a:pt x="1528351" y="297564"/>
                  </a:lnTo>
                  <a:lnTo>
                    <a:pt x="1540764" y="252222"/>
                  </a:lnTo>
                  <a:lnTo>
                    <a:pt x="1537615" y="229261"/>
                  </a:lnTo>
                  <a:lnTo>
                    <a:pt x="1513243" y="185164"/>
                  </a:lnTo>
                  <a:lnTo>
                    <a:pt x="1466585" y="144091"/>
                  </a:lnTo>
                  <a:lnTo>
                    <a:pt x="1399818" y="106754"/>
                  </a:lnTo>
                  <a:lnTo>
                    <a:pt x="1359573" y="89710"/>
                  </a:lnTo>
                  <a:lnTo>
                    <a:pt x="1315116" y="73866"/>
                  </a:lnTo>
                  <a:lnTo>
                    <a:pt x="1266720" y="59312"/>
                  </a:lnTo>
                  <a:lnTo>
                    <a:pt x="1214657" y="46137"/>
                  </a:lnTo>
                  <a:lnTo>
                    <a:pt x="1159199" y="34431"/>
                  </a:lnTo>
                  <a:lnTo>
                    <a:pt x="1100617" y="24281"/>
                  </a:lnTo>
                  <a:lnTo>
                    <a:pt x="1039185" y="15777"/>
                  </a:lnTo>
                  <a:lnTo>
                    <a:pt x="975173" y="9008"/>
                  </a:lnTo>
                  <a:lnTo>
                    <a:pt x="908853" y="4062"/>
                  </a:lnTo>
                  <a:lnTo>
                    <a:pt x="840499" y="1030"/>
                  </a:lnTo>
                  <a:lnTo>
                    <a:pt x="770382" y="0"/>
                  </a:lnTo>
                  <a:close/>
                </a:path>
              </a:pathLst>
            </a:custGeom>
            <a:solidFill>
              <a:srgbClr val="4F81B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 name="Google Shape;122;p13"/>
            <p:cNvSpPr/>
            <p:nvPr/>
          </p:nvSpPr>
          <p:spPr>
            <a:xfrm>
              <a:off x="803148" y="2779776"/>
              <a:ext cx="1541145" cy="504825"/>
            </a:xfrm>
            <a:custGeom>
              <a:avLst/>
              <a:gdLst/>
              <a:ahLst/>
              <a:cxnLst/>
              <a:rect l="l" t="t" r="r" b="b"/>
              <a:pathLst>
                <a:path w="1541145" h="504825" extrusionOk="0">
                  <a:moveTo>
                    <a:pt x="0" y="252222"/>
                  </a:moveTo>
                  <a:lnTo>
                    <a:pt x="12411" y="206879"/>
                  </a:lnTo>
                  <a:lnTo>
                    <a:pt x="48196" y="164205"/>
                  </a:lnTo>
                  <a:lnTo>
                    <a:pt x="105178" y="124911"/>
                  </a:lnTo>
                  <a:lnTo>
                    <a:pt x="140938" y="106754"/>
                  </a:lnTo>
                  <a:lnTo>
                    <a:pt x="181182" y="89710"/>
                  </a:lnTo>
                  <a:lnTo>
                    <a:pt x="225637" y="73866"/>
                  </a:lnTo>
                  <a:lnTo>
                    <a:pt x="274032" y="59312"/>
                  </a:lnTo>
                  <a:lnTo>
                    <a:pt x="326095" y="46137"/>
                  </a:lnTo>
                  <a:lnTo>
                    <a:pt x="381553" y="34431"/>
                  </a:lnTo>
                  <a:lnTo>
                    <a:pt x="440135" y="24281"/>
                  </a:lnTo>
                  <a:lnTo>
                    <a:pt x="501568" y="15777"/>
                  </a:lnTo>
                  <a:lnTo>
                    <a:pt x="565582" y="9008"/>
                  </a:lnTo>
                  <a:lnTo>
                    <a:pt x="631903" y="4062"/>
                  </a:lnTo>
                  <a:lnTo>
                    <a:pt x="700260" y="1030"/>
                  </a:lnTo>
                  <a:lnTo>
                    <a:pt x="770382" y="0"/>
                  </a:lnTo>
                  <a:lnTo>
                    <a:pt x="840499" y="1030"/>
                  </a:lnTo>
                  <a:lnTo>
                    <a:pt x="908853" y="4062"/>
                  </a:lnTo>
                  <a:lnTo>
                    <a:pt x="975173" y="9008"/>
                  </a:lnTo>
                  <a:lnTo>
                    <a:pt x="1039185" y="15777"/>
                  </a:lnTo>
                  <a:lnTo>
                    <a:pt x="1100617" y="24281"/>
                  </a:lnTo>
                  <a:lnTo>
                    <a:pt x="1159199" y="34431"/>
                  </a:lnTo>
                  <a:lnTo>
                    <a:pt x="1214657" y="46137"/>
                  </a:lnTo>
                  <a:lnTo>
                    <a:pt x="1266720" y="59312"/>
                  </a:lnTo>
                  <a:lnTo>
                    <a:pt x="1315116" y="73866"/>
                  </a:lnTo>
                  <a:lnTo>
                    <a:pt x="1359573" y="89710"/>
                  </a:lnTo>
                  <a:lnTo>
                    <a:pt x="1399818" y="106754"/>
                  </a:lnTo>
                  <a:lnTo>
                    <a:pt x="1435579" y="124911"/>
                  </a:lnTo>
                  <a:lnTo>
                    <a:pt x="1492564" y="164205"/>
                  </a:lnTo>
                  <a:lnTo>
                    <a:pt x="1528351" y="206879"/>
                  </a:lnTo>
                  <a:lnTo>
                    <a:pt x="1540764" y="252222"/>
                  </a:lnTo>
                  <a:lnTo>
                    <a:pt x="1537615" y="275182"/>
                  </a:lnTo>
                  <a:lnTo>
                    <a:pt x="1513243" y="319279"/>
                  </a:lnTo>
                  <a:lnTo>
                    <a:pt x="1466585" y="360352"/>
                  </a:lnTo>
                  <a:lnTo>
                    <a:pt x="1399818" y="397689"/>
                  </a:lnTo>
                  <a:lnTo>
                    <a:pt x="1359573" y="414733"/>
                  </a:lnTo>
                  <a:lnTo>
                    <a:pt x="1315116" y="430577"/>
                  </a:lnTo>
                  <a:lnTo>
                    <a:pt x="1266720" y="445131"/>
                  </a:lnTo>
                  <a:lnTo>
                    <a:pt x="1214657" y="458306"/>
                  </a:lnTo>
                  <a:lnTo>
                    <a:pt x="1159199" y="470012"/>
                  </a:lnTo>
                  <a:lnTo>
                    <a:pt x="1100617" y="480162"/>
                  </a:lnTo>
                  <a:lnTo>
                    <a:pt x="1039185" y="488666"/>
                  </a:lnTo>
                  <a:lnTo>
                    <a:pt x="975173" y="495435"/>
                  </a:lnTo>
                  <a:lnTo>
                    <a:pt x="908853" y="500381"/>
                  </a:lnTo>
                  <a:lnTo>
                    <a:pt x="840499" y="503413"/>
                  </a:lnTo>
                  <a:lnTo>
                    <a:pt x="770382" y="504444"/>
                  </a:lnTo>
                  <a:lnTo>
                    <a:pt x="700260" y="503413"/>
                  </a:lnTo>
                  <a:lnTo>
                    <a:pt x="631903" y="500381"/>
                  </a:lnTo>
                  <a:lnTo>
                    <a:pt x="565582" y="495435"/>
                  </a:lnTo>
                  <a:lnTo>
                    <a:pt x="501568" y="488666"/>
                  </a:lnTo>
                  <a:lnTo>
                    <a:pt x="440135" y="480162"/>
                  </a:lnTo>
                  <a:lnTo>
                    <a:pt x="381553" y="470012"/>
                  </a:lnTo>
                  <a:lnTo>
                    <a:pt x="326095" y="458306"/>
                  </a:lnTo>
                  <a:lnTo>
                    <a:pt x="274032" y="445131"/>
                  </a:lnTo>
                  <a:lnTo>
                    <a:pt x="225637" y="430577"/>
                  </a:lnTo>
                  <a:lnTo>
                    <a:pt x="181182" y="414733"/>
                  </a:lnTo>
                  <a:lnTo>
                    <a:pt x="140938" y="397689"/>
                  </a:lnTo>
                  <a:lnTo>
                    <a:pt x="105178" y="379532"/>
                  </a:lnTo>
                  <a:lnTo>
                    <a:pt x="48196" y="340238"/>
                  </a:lnTo>
                  <a:lnTo>
                    <a:pt x="12411" y="297564"/>
                  </a:lnTo>
                  <a:lnTo>
                    <a:pt x="0" y="25222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3" name="Google Shape;123;p13"/>
          <p:cNvSpPr txBox="1"/>
          <p:nvPr/>
        </p:nvSpPr>
        <p:spPr>
          <a:xfrm>
            <a:off x="1161999" y="2870708"/>
            <a:ext cx="82169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Esteem</a:t>
            </a:r>
            <a:endParaRPr sz="1800">
              <a:solidFill>
                <a:schemeClr val="dk1"/>
              </a:solidFill>
              <a:latin typeface="Comic Sans MS"/>
              <a:ea typeface="Comic Sans MS"/>
              <a:cs typeface="Comic Sans MS"/>
              <a:sym typeface="Comic Sans MS"/>
            </a:endParaRPr>
          </a:p>
        </p:txBody>
      </p:sp>
      <p:grpSp>
        <p:nvGrpSpPr>
          <p:cNvPr id="124" name="Google Shape;124;p13"/>
          <p:cNvGrpSpPr/>
          <p:nvPr/>
        </p:nvGrpSpPr>
        <p:grpSpPr>
          <a:xfrm>
            <a:off x="803148" y="3429000"/>
            <a:ext cx="1541145" cy="721360"/>
            <a:chOff x="803148" y="3429000"/>
            <a:chExt cx="1541145" cy="721360"/>
          </a:xfrm>
        </p:grpSpPr>
        <p:sp>
          <p:nvSpPr>
            <p:cNvPr id="125" name="Google Shape;125;p13"/>
            <p:cNvSpPr/>
            <p:nvPr/>
          </p:nvSpPr>
          <p:spPr>
            <a:xfrm>
              <a:off x="803148" y="3429000"/>
              <a:ext cx="1541145" cy="721360"/>
            </a:xfrm>
            <a:custGeom>
              <a:avLst/>
              <a:gdLst/>
              <a:ahLst/>
              <a:cxnLst/>
              <a:rect l="l" t="t" r="r" b="b"/>
              <a:pathLst>
                <a:path w="1541145" h="721360" extrusionOk="0">
                  <a:moveTo>
                    <a:pt x="770382" y="0"/>
                  </a:moveTo>
                  <a:lnTo>
                    <a:pt x="707197" y="1195"/>
                  </a:lnTo>
                  <a:lnTo>
                    <a:pt x="645420" y="4718"/>
                  </a:lnTo>
                  <a:lnTo>
                    <a:pt x="585248" y="10477"/>
                  </a:lnTo>
                  <a:lnTo>
                    <a:pt x="526879" y="18379"/>
                  </a:lnTo>
                  <a:lnTo>
                    <a:pt x="470512" y="28330"/>
                  </a:lnTo>
                  <a:lnTo>
                    <a:pt x="416344" y="40239"/>
                  </a:lnTo>
                  <a:lnTo>
                    <a:pt x="364575" y="54011"/>
                  </a:lnTo>
                  <a:lnTo>
                    <a:pt x="315402" y="69555"/>
                  </a:lnTo>
                  <a:lnTo>
                    <a:pt x="269023" y="86777"/>
                  </a:lnTo>
                  <a:lnTo>
                    <a:pt x="225637" y="105584"/>
                  </a:lnTo>
                  <a:lnTo>
                    <a:pt x="185442" y="125884"/>
                  </a:lnTo>
                  <a:lnTo>
                    <a:pt x="148637" y="147584"/>
                  </a:lnTo>
                  <a:lnTo>
                    <a:pt x="115419" y="170590"/>
                  </a:lnTo>
                  <a:lnTo>
                    <a:pt x="85987" y="194811"/>
                  </a:lnTo>
                  <a:lnTo>
                    <a:pt x="39274" y="246522"/>
                  </a:lnTo>
                  <a:lnTo>
                    <a:pt x="10082" y="301974"/>
                  </a:lnTo>
                  <a:lnTo>
                    <a:pt x="0" y="360425"/>
                  </a:lnTo>
                  <a:lnTo>
                    <a:pt x="2553" y="389979"/>
                  </a:lnTo>
                  <a:lnTo>
                    <a:pt x="22389" y="447024"/>
                  </a:lnTo>
                  <a:lnTo>
                    <a:pt x="60539" y="500699"/>
                  </a:lnTo>
                  <a:lnTo>
                    <a:pt x="115419" y="550261"/>
                  </a:lnTo>
                  <a:lnTo>
                    <a:pt x="148637" y="573267"/>
                  </a:lnTo>
                  <a:lnTo>
                    <a:pt x="185442" y="594967"/>
                  </a:lnTo>
                  <a:lnTo>
                    <a:pt x="225637" y="615267"/>
                  </a:lnTo>
                  <a:lnTo>
                    <a:pt x="269023" y="634074"/>
                  </a:lnTo>
                  <a:lnTo>
                    <a:pt x="315402" y="651296"/>
                  </a:lnTo>
                  <a:lnTo>
                    <a:pt x="364575" y="666840"/>
                  </a:lnTo>
                  <a:lnTo>
                    <a:pt x="416344" y="680612"/>
                  </a:lnTo>
                  <a:lnTo>
                    <a:pt x="470512" y="692521"/>
                  </a:lnTo>
                  <a:lnTo>
                    <a:pt x="526879" y="702472"/>
                  </a:lnTo>
                  <a:lnTo>
                    <a:pt x="585248" y="710374"/>
                  </a:lnTo>
                  <a:lnTo>
                    <a:pt x="645420" y="716133"/>
                  </a:lnTo>
                  <a:lnTo>
                    <a:pt x="707197" y="719656"/>
                  </a:lnTo>
                  <a:lnTo>
                    <a:pt x="770382" y="720851"/>
                  </a:lnTo>
                  <a:lnTo>
                    <a:pt x="833562" y="719656"/>
                  </a:lnTo>
                  <a:lnTo>
                    <a:pt x="895337" y="716133"/>
                  </a:lnTo>
                  <a:lnTo>
                    <a:pt x="955507" y="710374"/>
                  </a:lnTo>
                  <a:lnTo>
                    <a:pt x="1013874" y="702472"/>
                  </a:lnTo>
                  <a:lnTo>
                    <a:pt x="1070240" y="692521"/>
                  </a:lnTo>
                  <a:lnTo>
                    <a:pt x="1124407" y="680612"/>
                  </a:lnTo>
                  <a:lnTo>
                    <a:pt x="1176177" y="666840"/>
                  </a:lnTo>
                  <a:lnTo>
                    <a:pt x="1225350" y="651296"/>
                  </a:lnTo>
                  <a:lnTo>
                    <a:pt x="1271730" y="634074"/>
                  </a:lnTo>
                  <a:lnTo>
                    <a:pt x="1315116" y="615267"/>
                  </a:lnTo>
                  <a:lnTo>
                    <a:pt x="1355312" y="594967"/>
                  </a:lnTo>
                  <a:lnTo>
                    <a:pt x="1392119" y="573267"/>
                  </a:lnTo>
                  <a:lnTo>
                    <a:pt x="1425338" y="550261"/>
                  </a:lnTo>
                  <a:lnTo>
                    <a:pt x="1454771" y="526040"/>
                  </a:lnTo>
                  <a:lnTo>
                    <a:pt x="1501487" y="474329"/>
                  </a:lnTo>
                  <a:lnTo>
                    <a:pt x="1530680" y="418877"/>
                  </a:lnTo>
                  <a:lnTo>
                    <a:pt x="1540764" y="360425"/>
                  </a:lnTo>
                  <a:lnTo>
                    <a:pt x="1538210" y="330872"/>
                  </a:lnTo>
                  <a:lnTo>
                    <a:pt x="1518373" y="273827"/>
                  </a:lnTo>
                  <a:lnTo>
                    <a:pt x="1480220" y="220152"/>
                  </a:lnTo>
                  <a:lnTo>
                    <a:pt x="1425338" y="170590"/>
                  </a:lnTo>
                  <a:lnTo>
                    <a:pt x="1392119" y="147584"/>
                  </a:lnTo>
                  <a:lnTo>
                    <a:pt x="1355312" y="125884"/>
                  </a:lnTo>
                  <a:lnTo>
                    <a:pt x="1315116" y="105584"/>
                  </a:lnTo>
                  <a:lnTo>
                    <a:pt x="1271730" y="86777"/>
                  </a:lnTo>
                  <a:lnTo>
                    <a:pt x="1225350" y="69555"/>
                  </a:lnTo>
                  <a:lnTo>
                    <a:pt x="1176177" y="54011"/>
                  </a:lnTo>
                  <a:lnTo>
                    <a:pt x="1124407" y="40239"/>
                  </a:lnTo>
                  <a:lnTo>
                    <a:pt x="1070240" y="28330"/>
                  </a:lnTo>
                  <a:lnTo>
                    <a:pt x="1013874" y="18379"/>
                  </a:lnTo>
                  <a:lnTo>
                    <a:pt x="955507" y="10477"/>
                  </a:lnTo>
                  <a:lnTo>
                    <a:pt x="895337" y="4718"/>
                  </a:lnTo>
                  <a:lnTo>
                    <a:pt x="833562" y="1195"/>
                  </a:lnTo>
                  <a:lnTo>
                    <a:pt x="770382" y="0"/>
                  </a:lnTo>
                  <a:close/>
                </a:path>
              </a:pathLst>
            </a:custGeom>
            <a:solidFill>
              <a:srgbClr val="4F81B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13"/>
            <p:cNvSpPr/>
            <p:nvPr/>
          </p:nvSpPr>
          <p:spPr>
            <a:xfrm>
              <a:off x="803148" y="3429000"/>
              <a:ext cx="1541145" cy="721360"/>
            </a:xfrm>
            <a:custGeom>
              <a:avLst/>
              <a:gdLst/>
              <a:ahLst/>
              <a:cxnLst/>
              <a:rect l="l" t="t" r="r" b="b"/>
              <a:pathLst>
                <a:path w="1541145" h="721360" extrusionOk="0">
                  <a:moveTo>
                    <a:pt x="0" y="360425"/>
                  </a:moveTo>
                  <a:lnTo>
                    <a:pt x="10082" y="301974"/>
                  </a:lnTo>
                  <a:lnTo>
                    <a:pt x="39274" y="246522"/>
                  </a:lnTo>
                  <a:lnTo>
                    <a:pt x="85987" y="194811"/>
                  </a:lnTo>
                  <a:lnTo>
                    <a:pt x="115419" y="170590"/>
                  </a:lnTo>
                  <a:lnTo>
                    <a:pt x="148637" y="147584"/>
                  </a:lnTo>
                  <a:lnTo>
                    <a:pt x="185442" y="125884"/>
                  </a:lnTo>
                  <a:lnTo>
                    <a:pt x="225637" y="105584"/>
                  </a:lnTo>
                  <a:lnTo>
                    <a:pt x="269023" y="86777"/>
                  </a:lnTo>
                  <a:lnTo>
                    <a:pt x="315402" y="69555"/>
                  </a:lnTo>
                  <a:lnTo>
                    <a:pt x="364575" y="54011"/>
                  </a:lnTo>
                  <a:lnTo>
                    <a:pt x="416344" y="40239"/>
                  </a:lnTo>
                  <a:lnTo>
                    <a:pt x="470512" y="28330"/>
                  </a:lnTo>
                  <a:lnTo>
                    <a:pt x="526879" y="18379"/>
                  </a:lnTo>
                  <a:lnTo>
                    <a:pt x="585248" y="10477"/>
                  </a:lnTo>
                  <a:lnTo>
                    <a:pt x="645420" y="4718"/>
                  </a:lnTo>
                  <a:lnTo>
                    <a:pt x="707197" y="1195"/>
                  </a:lnTo>
                  <a:lnTo>
                    <a:pt x="770382" y="0"/>
                  </a:lnTo>
                  <a:lnTo>
                    <a:pt x="833562" y="1195"/>
                  </a:lnTo>
                  <a:lnTo>
                    <a:pt x="895337" y="4718"/>
                  </a:lnTo>
                  <a:lnTo>
                    <a:pt x="955507" y="10477"/>
                  </a:lnTo>
                  <a:lnTo>
                    <a:pt x="1013874" y="18379"/>
                  </a:lnTo>
                  <a:lnTo>
                    <a:pt x="1070240" y="28330"/>
                  </a:lnTo>
                  <a:lnTo>
                    <a:pt x="1124407" y="40239"/>
                  </a:lnTo>
                  <a:lnTo>
                    <a:pt x="1176177" y="54011"/>
                  </a:lnTo>
                  <a:lnTo>
                    <a:pt x="1225350" y="69555"/>
                  </a:lnTo>
                  <a:lnTo>
                    <a:pt x="1271730" y="86777"/>
                  </a:lnTo>
                  <a:lnTo>
                    <a:pt x="1315116" y="105584"/>
                  </a:lnTo>
                  <a:lnTo>
                    <a:pt x="1355312" y="125884"/>
                  </a:lnTo>
                  <a:lnTo>
                    <a:pt x="1392119" y="147584"/>
                  </a:lnTo>
                  <a:lnTo>
                    <a:pt x="1425338" y="170590"/>
                  </a:lnTo>
                  <a:lnTo>
                    <a:pt x="1454771" y="194811"/>
                  </a:lnTo>
                  <a:lnTo>
                    <a:pt x="1501487" y="246522"/>
                  </a:lnTo>
                  <a:lnTo>
                    <a:pt x="1530680" y="301974"/>
                  </a:lnTo>
                  <a:lnTo>
                    <a:pt x="1540764" y="360425"/>
                  </a:lnTo>
                  <a:lnTo>
                    <a:pt x="1538210" y="389979"/>
                  </a:lnTo>
                  <a:lnTo>
                    <a:pt x="1518373" y="447024"/>
                  </a:lnTo>
                  <a:lnTo>
                    <a:pt x="1480220" y="500699"/>
                  </a:lnTo>
                  <a:lnTo>
                    <a:pt x="1425338" y="550261"/>
                  </a:lnTo>
                  <a:lnTo>
                    <a:pt x="1392119" y="573267"/>
                  </a:lnTo>
                  <a:lnTo>
                    <a:pt x="1355312" y="594967"/>
                  </a:lnTo>
                  <a:lnTo>
                    <a:pt x="1315116" y="615267"/>
                  </a:lnTo>
                  <a:lnTo>
                    <a:pt x="1271730" y="634074"/>
                  </a:lnTo>
                  <a:lnTo>
                    <a:pt x="1225350" y="651296"/>
                  </a:lnTo>
                  <a:lnTo>
                    <a:pt x="1176177" y="666840"/>
                  </a:lnTo>
                  <a:lnTo>
                    <a:pt x="1124407" y="680612"/>
                  </a:lnTo>
                  <a:lnTo>
                    <a:pt x="1070240" y="692521"/>
                  </a:lnTo>
                  <a:lnTo>
                    <a:pt x="1013874" y="702472"/>
                  </a:lnTo>
                  <a:lnTo>
                    <a:pt x="955507" y="710374"/>
                  </a:lnTo>
                  <a:lnTo>
                    <a:pt x="895337" y="716133"/>
                  </a:lnTo>
                  <a:lnTo>
                    <a:pt x="833562" y="719656"/>
                  </a:lnTo>
                  <a:lnTo>
                    <a:pt x="770382" y="720851"/>
                  </a:lnTo>
                  <a:lnTo>
                    <a:pt x="707197" y="719656"/>
                  </a:lnTo>
                  <a:lnTo>
                    <a:pt x="645420" y="716133"/>
                  </a:lnTo>
                  <a:lnTo>
                    <a:pt x="585248" y="710374"/>
                  </a:lnTo>
                  <a:lnTo>
                    <a:pt x="526879" y="702472"/>
                  </a:lnTo>
                  <a:lnTo>
                    <a:pt x="470512" y="692521"/>
                  </a:lnTo>
                  <a:lnTo>
                    <a:pt x="416344" y="680612"/>
                  </a:lnTo>
                  <a:lnTo>
                    <a:pt x="364575" y="666840"/>
                  </a:lnTo>
                  <a:lnTo>
                    <a:pt x="315402" y="651296"/>
                  </a:lnTo>
                  <a:lnTo>
                    <a:pt x="269023" y="634074"/>
                  </a:lnTo>
                  <a:lnTo>
                    <a:pt x="225637" y="615267"/>
                  </a:lnTo>
                  <a:lnTo>
                    <a:pt x="185442" y="594967"/>
                  </a:lnTo>
                  <a:lnTo>
                    <a:pt x="148637" y="573267"/>
                  </a:lnTo>
                  <a:lnTo>
                    <a:pt x="115419" y="550261"/>
                  </a:lnTo>
                  <a:lnTo>
                    <a:pt x="85987" y="526040"/>
                  </a:lnTo>
                  <a:lnTo>
                    <a:pt x="39274" y="474329"/>
                  </a:lnTo>
                  <a:lnTo>
                    <a:pt x="10082" y="418877"/>
                  </a:lnTo>
                  <a:lnTo>
                    <a:pt x="0" y="360425"/>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7" name="Google Shape;127;p13"/>
          <p:cNvSpPr txBox="1"/>
          <p:nvPr/>
        </p:nvSpPr>
        <p:spPr>
          <a:xfrm>
            <a:off x="909015" y="3646423"/>
            <a:ext cx="1331595" cy="517449"/>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1600" b="1">
                <a:solidFill>
                  <a:schemeClr val="dk1"/>
                </a:solidFill>
                <a:latin typeface="Comic Sans MS"/>
                <a:ea typeface="Comic Sans MS"/>
                <a:cs typeface="Comic Sans MS"/>
                <a:sym typeface="Comic Sans MS"/>
              </a:rPr>
              <a:t>   Social</a:t>
            </a:r>
            <a:endParaRPr/>
          </a:p>
          <a:p>
            <a:pPr marL="12700" marR="0" lvl="0" indent="0" algn="l" rtl="0">
              <a:lnSpc>
                <a:spcPct val="100000"/>
              </a:lnSpc>
              <a:spcBef>
                <a:spcPts val="95"/>
              </a:spcBef>
              <a:spcAft>
                <a:spcPts val="0"/>
              </a:spcAft>
              <a:buNone/>
            </a:pPr>
            <a:endParaRPr sz="1600">
              <a:solidFill>
                <a:schemeClr val="dk1"/>
              </a:solidFill>
              <a:latin typeface="Comic Sans MS"/>
              <a:ea typeface="Comic Sans MS"/>
              <a:cs typeface="Comic Sans MS"/>
              <a:sym typeface="Comic Sans MS"/>
            </a:endParaRPr>
          </a:p>
        </p:txBody>
      </p:sp>
      <p:grpSp>
        <p:nvGrpSpPr>
          <p:cNvPr id="128" name="Google Shape;128;p13"/>
          <p:cNvGrpSpPr/>
          <p:nvPr/>
        </p:nvGrpSpPr>
        <p:grpSpPr>
          <a:xfrm>
            <a:off x="803148" y="4293107"/>
            <a:ext cx="1541145" cy="721360"/>
            <a:chOff x="803148" y="4293107"/>
            <a:chExt cx="1541145" cy="721360"/>
          </a:xfrm>
        </p:grpSpPr>
        <p:sp>
          <p:nvSpPr>
            <p:cNvPr id="129" name="Google Shape;129;p13"/>
            <p:cNvSpPr/>
            <p:nvPr/>
          </p:nvSpPr>
          <p:spPr>
            <a:xfrm>
              <a:off x="803148" y="4293107"/>
              <a:ext cx="1541145" cy="721360"/>
            </a:xfrm>
            <a:custGeom>
              <a:avLst/>
              <a:gdLst/>
              <a:ahLst/>
              <a:cxnLst/>
              <a:rect l="l" t="t" r="r" b="b"/>
              <a:pathLst>
                <a:path w="1541145" h="721360" extrusionOk="0">
                  <a:moveTo>
                    <a:pt x="770382" y="0"/>
                  </a:moveTo>
                  <a:lnTo>
                    <a:pt x="707197" y="1195"/>
                  </a:lnTo>
                  <a:lnTo>
                    <a:pt x="645420" y="4718"/>
                  </a:lnTo>
                  <a:lnTo>
                    <a:pt x="585248" y="10477"/>
                  </a:lnTo>
                  <a:lnTo>
                    <a:pt x="526879" y="18379"/>
                  </a:lnTo>
                  <a:lnTo>
                    <a:pt x="470512" y="28330"/>
                  </a:lnTo>
                  <a:lnTo>
                    <a:pt x="416344" y="40239"/>
                  </a:lnTo>
                  <a:lnTo>
                    <a:pt x="364575" y="54011"/>
                  </a:lnTo>
                  <a:lnTo>
                    <a:pt x="315402" y="69555"/>
                  </a:lnTo>
                  <a:lnTo>
                    <a:pt x="269023" y="86777"/>
                  </a:lnTo>
                  <a:lnTo>
                    <a:pt x="225637" y="105584"/>
                  </a:lnTo>
                  <a:lnTo>
                    <a:pt x="185442" y="125884"/>
                  </a:lnTo>
                  <a:lnTo>
                    <a:pt x="148637" y="147584"/>
                  </a:lnTo>
                  <a:lnTo>
                    <a:pt x="115419" y="170590"/>
                  </a:lnTo>
                  <a:lnTo>
                    <a:pt x="85987" y="194811"/>
                  </a:lnTo>
                  <a:lnTo>
                    <a:pt x="39274" y="246522"/>
                  </a:lnTo>
                  <a:lnTo>
                    <a:pt x="10082" y="301974"/>
                  </a:lnTo>
                  <a:lnTo>
                    <a:pt x="0" y="360426"/>
                  </a:lnTo>
                  <a:lnTo>
                    <a:pt x="2553" y="389979"/>
                  </a:lnTo>
                  <a:lnTo>
                    <a:pt x="22389" y="447024"/>
                  </a:lnTo>
                  <a:lnTo>
                    <a:pt x="60539" y="500699"/>
                  </a:lnTo>
                  <a:lnTo>
                    <a:pt x="115419" y="550261"/>
                  </a:lnTo>
                  <a:lnTo>
                    <a:pt x="148637" y="573267"/>
                  </a:lnTo>
                  <a:lnTo>
                    <a:pt x="185442" y="594967"/>
                  </a:lnTo>
                  <a:lnTo>
                    <a:pt x="225637" y="615267"/>
                  </a:lnTo>
                  <a:lnTo>
                    <a:pt x="269023" y="634074"/>
                  </a:lnTo>
                  <a:lnTo>
                    <a:pt x="315402" y="651296"/>
                  </a:lnTo>
                  <a:lnTo>
                    <a:pt x="364575" y="666840"/>
                  </a:lnTo>
                  <a:lnTo>
                    <a:pt x="416344" y="680612"/>
                  </a:lnTo>
                  <a:lnTo>
                    <a:pt x="470512" y="692521"/>
                  </a:lnTo>
                  <a:lnTo>
                    <a:pt x="526879" y="702472"/>
                  </a:lnTo>
                  <a:lnTo>
                    <a:pt x="585248" y="710374"/>
                  </a:lnTo>
                  <a:lnTo>
                    <a:pt x="645420" y="716133"/>
                  </a:lnTo>
                  <a:lnTo>
                    <a:pt x="707197" y="719656"/>
                  </a:lnTo>
                  <a:lnTo>
                    <a:pt x="770382" y="720852"/>
                  </a:lnTo>
                  <a:lnTo>
                    <a:pt x="833562" y="719656"/>
                  </a:lnTo>
                  <a:lnTo>
                    <a:pt x="895337" y="716133"/>
                  </a:lnTo>
                  <a:lnTo>
                    <a:pt x="955507" y="710374"/>
                  </a:lnTo>
                  <a:lnTo>
                    <a:pt x="1013874" y="702472"/>
                  </a:lnTo>
                  <a:lnTo>
                    <a:pt x="1070240" y="692521"/>
                  </a:lnTo>
                  <a:lnTo>
                    <a:pt x="1124407" y="680612"/>
                  </a:lnTo>
                  <a:lnTo>
                    <a:pt x="1176177" y="666840"/>
                  </a:lnTo>
                  <a:lnTo>
                    <a:pt x="1225350" y="651296"/>
                  </a:lnTo>
                  <a:lnTo>
                    <a:pt x="1271730" y="634074"/>
                  </a:lnTo>
                  <a:lnTo>
                    <a:pt x="1315116" y="615267"/>
                  </a:lnTo>
                  <a:lnTo>
                    <a:pt x="1355312" y="594967"/>
                  </a:lnTo>
                  <a:lnTo>
                    <a:pt x="1392119" y="573267"/>
                  </a:lnTo>
                  <a:lnTo>
                    <a:pt x="1425338" y="550261"/>
                  </a:lnTo>
                  <a:lnTo>
                    <a:pt x="1454771" y="526040"/>
                  </a:lnTo>
                  <a:lnTo>
                    <a:pt x="1501487" y="474329"/>
                  </a:lnTo>
                  <a:lnTo>
                    <a:pt x="1530680" y="418877"/>
                  </a:lnTo>
                  <a:lnTo>
                    <a:pt x="1540764" y="360426"/>
                  </a:lnTo>
                  <a:lnTo>
                    <a:pt x="1538210" y="330872"/>
                  </a:lnTo>
                  <a:lnTo>
                    <a:pt x="1518373" y="273827"/>
                  </a:lnTo>
                  <a:lnTo>
                    <a:pt x="1480220" y="220152"/>
                  </a:lnTo>
                  <a:lnTo>
                    <a:pt x="1425338" y="170590"/>
                  </a:lnTo>
                  <a:lnTo>
                    <a:pt x="1392119" y="147584"/>
                  </a:lnTo>
                  <a:lnTo>
                    <a:pt x="1355312" y="125884"/>
                  </a:lnTo>
                  <a:lnTo>
                    <a:pt x="1315116" y="105584"/>
                  </a:lnTo>
                  <a:lnTo>
                    <a:pt x="1271730" y="86777"/>
                  </a:lnTo>
                  <a:lnTo>
                    <a:pt x="1225350" y="69555"/>
                  </a:lnTo>
                  <a:lnTo>
                    <a:pt x="1176177" y="54011"/>
                  </a:lnTo>
                  <a:lnTo>
                    <a:pt x="1124407" y="40239"/>
                  </a:lnTo>
                  <a:lnTo>
                    <a:pt x="1070240" y="28330"/>
                  </a:lnTo>
                  <a:lnTo>
                    <a:pt x="1013874" y="18379"/>
                  </a:lnTo>
                  <a:lnTo>
                    <a:pt x="955507" y="10477"/>
                  </a:lnTo>
                  <a:lnTo>
                    <a:pt x="895337" y="4718"/>
                  </a:lnTo>
                  <a:lnTo>
                    <a:pt x="833562" y="1195"/>
                  </a:lnTo>
                  <a:lnTo>
                    <a:pt x="770382" y="0"/>
                  </a:lnTo>
                  <a:close/>
                </a:path>
              </a:pathLst>
            </a:custGeom>
            <a:solidFill>
              <a:srgbClr val="4F81B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 name="Google Shape;130;p13"/>
            <p:cNvSpPr/>
            <p:nvPr/>
          </p:nvSpPr>
          <p:spPr>
            <a:xfrm>
              <a:off x="803148" y="4293107"/>
              <a:ext cx="1541145" cy="721360"/>
            </a:xfrm>
            <a:custGeom>
              <a:avLst/>
              <a:gdLst/>
              <a:ahLst/>
              <a:cxnLst/>
              <a:rect l="l" t="t" r="r" b="b"/>
              <a:pathLst>
                <a:path w="1541145" h="721360" extrusionOk="0">
                  <a:moveTo>
                    <a:pt x="0" y="360426"/>
                  </a:moveTo>
                  <a:lnTo>
                    <a:pt x="10082" y="301974"/>
                  </a:lnTo>
                  <a:lnTo>
                    <a:pt x="39274" y="246522"/>
                  </a:lnTo>
                  <a:lnTo>
                    <a:pt x="85987" y="194811"/>
                  </a:lnTo>
                  <a:lnTo>
                    <a:pt x="115419" y="170590"/>
                  </a:lnTo>
                  <a:lnTo>
                    <a:pt x="148637" y="147584"/>
                  </a:lnTo>
                  <a:lnTo>
                    <a:pt x="185442" y="125884"/>
                  </a:lnTo>
                  <a:lnTo>
                    <a:pt x="225637" y="105584"/>
                  </a:lnTo>
                  <a:lnTo>
                    <a:pt x="269023" y="86777"/>
                  </a:lnTo>
                  <a:lnTo>
                    <a:pt x="315402" y="69555"/>
                  </a:lnTo>
                  <a:lnTo>
                    <a:pt x="364575" y="54011"/>
                  </a:lnTo>
                  <a:lnTo>
                    <a:pt x="416344" y="40239"/>
                  </a:lnTo>
                  <a:lnTo>
                    <a:pt x="470512" y="28330"/>
                  </a:lnTo>
                  <a:lnTo>
                    <a:pt x="526879" y="18379"/>
                  </a:lnTo>
                  <a:lnTo>
                    <a:pt x="585248" y="10477"/>
                  </a:lnTo>
                  <a:lnTo>
                    <a:pt x="645420" y="4718"/>
                  </a:lnTo>
                  <a:lnTo>
                    <a:pt x="707197" y="1195"/>
                  </a:lnTo>
                  <a:lnTo>
                    <a:pt x="770382" y="0"/>
                  </a:lnTo>
                  <a:lnTo>
                    <a:pt x="833562" y="1195"/>
                  </a:lnTo>
                  <a:lnTo>
                    <a:pt x="895337" y="4718"/>
                  </a:lnTo>
                  <a:lnTo>
                    <a:pt x="955507" y="10477"/>
                  </a:lnTo>
                  <a:lnTo>
                    <a:pt x="1013874" y="18379"/>
                  </a:lnTo>
                  <a:lnTo>
                    <a:pt x="1070240" y="28330"/>
                  </a:lnTo>
                  <a:lnTo>
                    <a:pt x="1124407" y="40239"/>
                  </a:lnTo>
                  <a:lnTo>
                    <a:pt x="1176177" y="54011"/>
                  </a:lnTo>
                  <a:lnTo>
                    <a:pt x="1225350" y="69555"/>
                  </a:lnTo>
                  <a:lnTo>
                    <a:pt x="1271730" y="86777"/>
                  </a:lnTo>
                  <a:lnTo>
                    <a:pt x="1315116" y="105584"/>
                  </a:lnTo>
                  <a:lnTo>
                    <a:pt x="1355312" y="125884"/>
                  </a:lnTo>
                  <a:lnTo>
                    <a:pt x="1392119" y="147584"/>
                  </a:lnTo>
                  <a:lnTo>
                    <a:pt x="1425338" y="170590"/>
                  </a:lnTo>
                  <a:lnTo>
                    <a:pt x="1454771" y="194811"/>
                  </a:lnTo>
                  <a:lnTo>
                    <a:pt x="1501487" y="246522"/>
                  </a:lnTo>
                  <a:lnTo>
                    <a:pt x="1530680" y="301974"/>
                  </a:lnTo>
                  <a:lnTo>
                    <a:pt x="1540764" y="360426"/>
                  </a:lnTo>
                  <a:lnTo>
                    <a:pt x="1538210" y="389979"/>
                  </a:lnTo>
                  <a:lnTo>
                    <a:pt x="1518373" y="447024"/>
                  </a:lnTo>
                  <a:lnTo>
                    <a:pt x="1480220" y="500699"/>
                  </a:lnTo>
                  <a:lnTo>
                    <a:pt x="1425338" y="550261"/>
                  </a:lnTo>
                  <a:lnTo>
                    <a:pt x="1392119" y="573267"/>
                  </a:lnTo>
                  <a:lnTo>
                    <a:pt x="1355312" y="594967"/>
                  </a:lnTo>
                  <a:lnTo>
                    <a:pt x="1315116" y="615267"/>
                  </a:lnTo>
                  <a:lnTo>
                    <a:pt x="1271730" y="634074"/>
                  </a:lnTo>
                  <a:lnTo>
                    <a:pt x="1225350" y="651296"/>
                  </a:lnTo>
                  <a:lnTo>
                    <a:pt x="1176177" y="666840"/>
                  </a:lnTo>
                  <a:lnTo>
                    <a:pt x="1124407" y="680612"/>
                  </a:lnTo>
                  <a:lnTo>
                    <a:pt x="1070240" y="692521"/>
                  </a:lnTo>
                  <a:lnTo>
                    <a:pt x="1013874" y="702472"/>
                  </a:lnTo>
                  <a:lnTo>
                    <a:pt x="955507" y="710374"/>
                  </a:lnTo>
                  <a:lnTo>
                    <a:pt x="895337" y="716133"/>
                  </a:lnTo>
                  <a:lnTo>
                    <a:pt x="833562" y="719656"/>
                  </a:lnTo>
                  <a:lnTo>
                    <a:pt x="770382" y="720852"/>
                  </a:lnTo>
                  <a:lnTo>
                    <a:pt x="707197" y="719656"/>
                  </a:lnTo>
                  <a:lnTo>
                    <a:pt x="645420" y="716133"/>
                  </a:lnTo>
                  <a:lnTo>
                    <a:pt x="585248" y="710374"/>
                  </a:lnTo>
                  <a:lnTo>
                    <a:pt x="526879" y="702472"/>
                  </a:lnTo>
                  <a:lnTo>
                    <a:pt x="470512" y="692521"/>
                  </a:lnTo>
                  <a:lnTo>
                    <a:pt x="416344" y="680612"/>
                  </a:lnTo>
                  <a:lnTo>
                    <a:pt x="364575" y="666840"/>
                  </a:lnTo>
                  <a:lnTo>
                    <a:pt x="315402" y="651296"/>
                  </a:lnTo>
                  <a:lnTo>
                    <a:pt x="269023" y="634074"/>
                  </a:lnTo>
                  <a:lnTo>
                    <a:pt x="225637" y="615267"/>
                  </a:lnTo>
                  <a:lnTo>
                    <a:pt x="185442" y="594967"/>
                  </a:lnTo>
                  <a:lnTo>
                    <a:pt x="148637" y="573267"/>
                  </a:lnTo>
                  <a:lnTo>
                    <a:pt x="115419" y="550261"/>
                  </a:lnTo>
                  <a:lnTo>
                    <a:pt x="85987" y="526040"/>
                  </a:lnTo>
                  <a:lnTo>
                    <a:pt x="39274" y="474329"/>
                  </a:lnTo>
                  <a:lnTo>
                    <a:pt x="10082" y="418877"/>
                  </a:lnTo>
                  <a:lnTo>
                    <a:pt x="0" y="36042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1" name="Google Shape;131;p13"/>
          <p:cNvSpPr txBox="1"/>
          <p:nvPr/>
        </p:nvSpPr>
        <p:spPr>
          <a:xfrm>
            <a:off x="1096467" y="4491990"/>
            <a:ext cx="95631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Safety</a:t>
            </a:r>
            <a:endParaRPr sz="1800">
              <a:solidFill>
                <a:schemeClr val="dk1"/>
              </a:solidFill>
              <a:latin typeface="Comic Sans MS"/>
              <a:ea typeface="Comic Sans MS"/>
              <a:cs typeface="Comic Sans MS"/>
              <a:sym typeface="Comic Sans MS"/>
            </a:endParaRPr>
          </a:p>
        </p:txBody>
      </p:sp>
      <p:grpSp>
        <p:nvGrpSpPr>
          <p:cNvPr id="132" name="Google Shape;132;p13"/>
          <p:cNvGrpSpPr/>
          <p:nvPr/>
        </p:nvGrpSpPr>
        <p:grpSpPr>
          <a:xfrm>
            <a:off x="803148" y="5372100"/>
            <a:ext cx="1541145" cy="721360"/>
            <a:chOff x="803148" y="5372100"/>
            <a:chExt cx="1541145" cy="721360"/>
          </a:xfrm>
        </p:grpSpPr>
        <p:sp>
          <p:nvSpPr>
            <p:cNvPr id="133" name="Google Shape;133;p13"/>
            <p:cNvSpPr/>
            <p:nvPr/>
          </p:nvSpPr>
          <p:spPr>
            <a:xfrm>
              <a:off x="803148" y="5372100"/>
              <a:ext cx="1541145" cy="721360"/>
            </a:xfrm>
            <a:custGeom>
              <a:avLst/>
              <a:gdLst/>
              <a:ahLst/>
              <a:cxnLst/>
              <a:rect l="l" t="t" r="r" b="b"/>
              <a:pathLst>
                <a:path w="1541145" h="721360" extrusionOk="0">
                  <a:moveTo>
                    <a:pt x="770382" y="0"/>
                  </a:moveTo>
                  <a:lnTo>
                    <a:pt x="707197" y="1195"/>
                  </a:lnTo>
                  <a:lnTo>
                    <a:pt x="645420" y="4718"/>
                  </a:lnTo>
                  <a:lnTo>
                    <a:pt x="585248" y="10477"/>
                  </a:lnTo>
                  <a:lnTo>
                    <a:pt x="526879" y="18379"/>
                  </a:lnTo>
                  <a:lnTo>
                    <a:pt x="470512" y="28330"/>
                  </a:lnTo>
                  <a:lnTo>
                    <a:pt x="416344" y="40239"/>
                  </a:lnTo>
                  <a:lnTo>
                    <a:pt x="364575" y="54011"/>
                  </a:lnTo>
                  <a:lnTo>
                    <a:pt x="315402" y="69555"/>
                  </a:lnTo>
                  <a:lnTo>
                    <a:pt x="269023" y="86777"/>
                  </a:lnTo>
                  <a:lnTo>
                    <a:pt x="225637" y="105584"/>
                  </a:lnTo>
                  <a:lnTo>
                    <a:pt x="185442" y="125884"/>
                  </a:lnTo>
                  <a:lnTo>
                    <a:pt x="148637" y="147584"/>
                  </a:lnTo>
                  <a:lnTo>
                    <a:pt x="115419" y="170590"/>
                  </a:lnTo>
                  <a:lnTo>
                    <a:pt x="85987" y="194811"/>
                  </a:lnTo>
                  <a:lnTo>
                    <a:pt x="39274" y="246522"/>
                  </a:lnTo>
                  <a:lnTo>
                    <a:pt x="10082" y="301974"/>
                  </a:lnTo>
                  <a:lnTo>
                    <a:pt x="0" y="360425"/>
                  </a:lnTo>
                  <a:lnTo>
                    <a:pt x="2553" y="389986"/>
                  </a:lnTo>
                  <a:lnTo>
                    <a:pt x="22389" y="447041"/>
                  </a:lnTo>
                  <a:lnTo>
                    <a:pt x="60539" y="500720"/>
                  </a:lnTo>
                  <a:lnTo>
                    <a:pt x="115419" y="550283"/>
                  </a:lnTo>
                  <a:lnTo>
                    <a:pt x="148637" y="573289"/>
                  </a:lnTo>
                  <a:lnTo>
                    <a:pt x="185442" y="594988"/>
                  </a:lnTo>
                  <a:lnTo>
                    <a:pt x="225637" y="615286"/>
                  </a:lnTo>
                  <a:lnTo>
                    <a:pt x="269023" y="634091"/>
                  </a:lnTo>
                  <a:lnTo>
                    <a:pt x="315402" y="651311"/>
                  </a:lnTo>
                  <a:lnTo>
                    <a:pt x="364575" y="666852"/>
                  </a:lnTo>
                  <a:lnTo>
                    <a:pt x="416344" y="680622"/>
                  </a:lnTo>
                  <a:lnTo>
                    <a:pt x="470512" y="692528"/>
                  </a:lnTo>
                  <a:lnTo>
                    <a:pt x="526879" y="702477"/>
                  </a:lnTo>
                  <a:lnTo>
                    <a:pt x="585248" y="710377"/>
                  </a:lnTo>
                  <a:lnTo>
                    <a:pt x="645420" y="716134"/>
                  </a:lnTo>
                  <a:lnTo>
                    <a:pt x="707197" y="719657"/>
                  </a:lnTo>
                  <a:lnTo>
                    <a:pt x="770382" y="720852"/>
                  </a:lnTo>
                  <a:lnTo>
                    <a:pt x="833562" y="719657"/>
                  </a:lnTo>
                  <a:lnTo>
                    <a:pt x="895337" y="716134"/>
                  </a:lnTo>
                  <a:lnTo>
                    <a:pt x="955507" y="710377"/>
                  </a:lnTo>
                  <a:lnTo>
                    <a:pt x="1013874" y="702477"/>
                  </a:lnTo>
                  <a:lnTo>
                    <a:pt x="1070240" y="692528"/>
                  </a:lnTo>
                  <a:lnTo>
                    <a:pt x="1124407" y="680622"/>
                  </a:lnTo>
                  <a:lnTo>
                    <a:pt x="1176177" y="666852"/>
                  </a:lnTo>
                  <a:lnTo>
                    <a:pt x="1225350" y="651311"/>
                  </a:lnTo>
                  <a:lnTo>
                    <a:pt x="1271730" y="634091"/>
                  </a:lnTo>
                  <a:lnTo>
                    <a:pt x="1315116" y="615286"/>
                  </a:lnTo>
                  <a:lnTo>
                    <a:pt x="1355312" y="594988"/>
                  </a:lnTo>
                  <a:lnTo>
                    <a:pt x="1392119" y="573289"/>
                  </a:lnTo>
                  <a:lnTo>
                    <a:pt x="1425338" y="550283"/>
                  </a:lnTo>
                  <a:lnTo>
                    <a:pt x="1454771" y="526063"/>
                  </a:lnTo>
                  <a:lnTo>
                    <a:pt x="1501487" y="474349"/>
                  </a:lnTo>
                  <a:lnTo>
                    <a:pt x="1530680" y="418889"/>
                  </a:lnTo>
                  <a:lnTo>
                    <a:pt x="1540764" y="360425"/>
                  </a:lnTo>
                  <a:lnTo>
                    <a:pt x="1538210" y="330872"/>
                  </a:lnTo>
                  <a:lnTo>
                    <a:pt x="1518373" y="273827"/>
                  </a:lnTo>
                  <a:lnTo>
                    <a:pt x="1480220" y="220152"/>
                  </a:lnTo>
                  <a:lnTo>
                    <a:pt x="1425338" y="170590"/>
                  </a:lnTo>
                  <a:lnTo>
                    <a:pt x="1392119" y="147584"/>
                  </a:lnTo>
                  <a:lnTo>
                    <a:pt x="1355312" y="125884"/>
                  </a:lnTo>
                  <a:lnTo>
                    <a:pt x="1315116" y="105584"/>
                  </a:lnTo>
                  <a:lnTo>
                    <a:pt x="1271730" y="86777"/>
                  </a:lnTo>
                  <a:lnTo>
                    <a:pt x="1225350" y="69555"/>
                  </a:lnTo>
                  <a:lnTo>
                    <a:pt x="1176177" y="54011"/>
                  </a:lnTo>
                  <a:lnTo>
                    <a:pt x="1124407" y="40239"/>
                  </a:lnTo>
                  <a:lnTo>
                    <a:pt x="1070240" y="28330"/>
                  </a:lnTo>
                  <a:lnTo>
                    <a:pt x="1013874" y="18379"/>
                  </a:lnTo>
                  <a:lnTo>
                    <a:pt x="955507" y="10477"/>
                  </a:lnTo>
                  <a:lnTo>
                    <a:pt x="895337" y="4718"/>
                  </a:lnTo>
                  <a:lnTo>
                    <a:pt x="833562" y="1195"/>
                  </a:lnTo>
                  <a:lnTo>
                    <a:pt x="770382" y="0"/>
                  </a:lnTo>
                  <a:close/>
                </a:path>
              </a:pathLst>
            </a:custGeom>
            <a:solidFill>
              <a:srgbClr val="4F81B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13"/>
            <p:cNvSpPr/>
            <p:nvPr/>
          </p:nvSpPr>
          <p:spPr>
            <a:xfrm>
              <a:off x="803148" y="5372100"/>
              <a:ext cx="1541145" cy="721360"/>
            </a:xfrm>
            <a:custGeom>
              <a:avLst/>
              <a:gdLst/>
              <a:ahLst/>
              <a:cxnLst/>
              <a:rect l="l" t="t" r="r" b="b"/>
              <a:pathLst>
                <a:path w="1541145" h="721360" extrusionOk="0">
                  <a:moveTo>
                    <a:pt x="0" y="360425"/>
                  </a:moveTo>
                  <a:lnTo>
                    <a:pt x="10082" y="301974"/>
                  </a:lnTo>
                  <a:lnTo>
                    <a:pt x="39274" y="246522"/>
                  </a:lnTo>
                  <a:lnTo>
                    <a:pt x="85987" y="194811"/>
                  </a:lnTo>
                  <a:lnTo>
                    <a:pt x="115419" y="170590"/>
                  </a:lnTo>
                  <a:lnTo>
                    <a:pt x="148637" y="147584"/>
                  </a:lnTo>
                  <a:lnTo>
                    <a:pt x="185442" y="125884"/>
                  </a:lnTo>
                  <a:lnTo>
                    <a:pt x="225637" y="105584"/>
                  </a:lnTo>
                  <a:lnTo>
                    <a:pt x="269023" y="86777"/>
                  </a:lnTo>
                  <a:lnTo>
                    <a:pt x="315402" y="69555"/>
                  </a:lnTo>
                  <a:lnTo>
                    <a:pt x="364575" y="54011"/>
                  </a:lnTo>
                  <a:lnTo>
                    <a:pt x="416344" y="40239"/>
                  </a:lnTo>
                  <a:lnTo>
                    <a:pt x="470512" y="28330"/>
                  </a:lnTo>
                  <a:lnTo>
                    <a:pt x="526879" y="18379"/>
                  </a:lnTo>
                  <a:lnTo>
                    <a:pt x="585248" y="10477"/>
                  </a:lnTo>
                  <a:lnTo>
                    <a:pt x="645420" y="4718"/>
                  </a:lnTo>
                  <a:lnTo>
                    <a:pt x="707197" y="1195"/>
                  </a:lnTo>
                  <a:lnTo>
                    <a:pt x="770382" y="0"/>
                  </a:lnTo>
                  <a:lnTo>
                    <a:pt x="833562" y="1195"/>
                  </a:lnTo>
                  <a:lnTo>
                    <a:pt x="895337" y="4718"/>
                  </a:lnTo>
                  <a:lnTo>
                    <a:pt x="955507" y="10477"/>
                  </a:lnTo>
                  <a:lnTo>
                    <a:pt x="1013874" y="18379"/>
                  </a:lnTo>
                  <a:lnTo>
                    <a:pt x="1070240" y="28330"/>
                  </a:lnTo>
                  <a:lnTo>
                    <a:pt x="1124407" y="40239"/>
                  </a:lnTo>
                  <a:lnTo>
                    <a:pt x="1176177" y="54011"/>
                  </a:lnTo>
                  <a:lnTo>
                    <a:pt x="1225350" y="69555"/>
                  </a:lnTo>
                  <a:lnTo>
                    <a:pt x="1271730" y="86777"/>
                  </a:lnTo>
                  <a:lnTo>
                    <a:pt x="1315116" y="105584"/>
                  </a:lnTo>
                  <a:lnTo>
                    <a:pt x="1355312" y="125884"/>
                  </a:lnTo>
                  <a:lnTo>
                    <a:pt x="1392119" y="147584"/>
                  </a:lnTo>
                  <a:lnTo>
                    <a:pt x="1425338" y="170590"/>
                  </a:lnTo>
                  <a:lnTo>
                    <a:pt x="1454771" y="194811"/>
                  </a:lnTo>
                  <a:lnTo>
                    <a:pt x="1501487" y="246522"/>
                  </a:lnTo>
                  <a:lnTo>
                    <a:pt x="1530680" y="301974"/>
                  </a:lnTo>
                  <a:lnTo>
                    <a:pt x="1540764" y="360425"/>
                  </a:lnTo>
                  <a:lnTo>
                    <a:pt x="1538210" y="389986"/>
                  </a:lnTo>
                  <a:lnTo>
                    <a:pt x="1518373" y="447041"/>
                  </a:lnTo>
                  <a:lnTo>
                    <a:pt x="1480220" y="500720"/>
                  </a:lnTo>
                  <a:lnTo>
                    <a:pt x="1425338" y="550283"/>
                  </a:lnTo>
                  <a:lnTo>
                    <a:pt x="1392119" y="573289"/>
                  </a:lnTo>
                  <a:lnTo>
                    <a:pt x="1355312" y="594988"/>
                  </a:lnTo>
                  <a:lnTo>
                    <a:pt x="1315116" y="615286"/>
                  </a:lnTo>
                  <a:lnTo>
                    <a:pt x="1271730" y="634091"/>
                  </a:lnTo>
                  <a:lnTo>
                    <a:pt x="1225350" y="651311"/>
                  </a:lnTo>
                  <a:lnTo>
                    <a:pt x="1176177" y="666852"/>
                  </a:lnTo>
                  <a:lnTo>
                    <a:pt x="1124407" y="680622"/>
                  </a:lnTo>
                  <a:lnTo>
                    <a:pt x="1070240" y="692528"/>
                  </a:lnTo>
                  <a:lnTo>
                    <a:pt x="1013874" y="702477"/>
                  </a:lnTo>
                  <a:lnTo>
                    <a:pt x="955507" y="710377"/>
                  </a:lnTo>
                  <a:lnTo>
                    <a:pt x="895337" y="716134"/>
                  </a:lnTo>
                  <a:lnTo>
                    <a:pt x="833562" y="719657"/>
                  </a:lnTo>
                  <a:lnTo>
                    <a:pt x="770382" y="720852"/>
                  </a:lnTo>
                  <a:lnTo>
                    <a:pt x="707197" y="719657"/>
                  </a:lnTo>
                  <a:lnTo>
                    <a:pt x="645420" y="716134"/>
                  </a:lnTo>
                  <a:lnTo>
                    <a:pt x="585248" y="710377"/>
                  </a:lnTo>
                  <a:lnTo>
                    <a:pt x="526879" y="702477"/>
                  </a:lnTo>
                  <a:lnTo>
                    <a:pt x="470512" y="692528"/>
                  </a:lnTo>
                  <a:lnTo>
                    <a:pt x="416344" y="680622"/>
                  </a:lnTo>
                  <a:lnTo>
                    <a:pt x="364575" y="666852"/>
                  </a:lnTo>
                  <a:lnTo>
                    <a:pt x="315402" y="651311"/>
                  </a:lnTo>
                  <a:lnTo>
                    <a:pt x="269023" y="634091"/>
                  </a:lnTo>
                  <a:lnTo>
                    <a:pt x="225637" y="615286"/>
                  </a:lnTo>
                  <a:lnTo>
                    <a:pt x="185442" y="594988"/>
                  </a:lnTo>
                  <a:lnTo>
                    <a:pt x="148637" y="573289"/>
                  </a:lnTo>
                  <a:lnTo>
                    <a:pt x="115419" y="550283"/>
                  </a:lnTo>
                  <a:lnTo>
                    <a:pt x="85987" y="526063"/>
                  </a:lnTo>
                  <a:lnTo>
                    <a:pt x="39274" y="474349"/>
                  </a:lnTo>
                  <a:lnTo>
                    <a:pt x="10082" y="418889"/>
                  </a:lnTo>
                  <a:lnTo>
                    <a:pt x="0" y="360425"/>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35" name="Google Shape;135;p13"/>
          <p:cNvSpPr txBox="1"/>
          <p:nvPr/>
        </p:nvSpPr>
        <p:spPr>
          <a:xfrm>
            <a:off x="886155" y="5571540"/>
            <a:ext cx="181419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Physiological	</a:t>
            </a:r>
            <a:r>
              <a:rPr lang="en-US" sz="1800" b="1" u="sng">
                <a:solidFill>
                  <a:schemeClr val="dk1"/>
                </a:solidFill>
                <a:latin typeface="Comic Sans MS"/>
                <a:ea typeface="Comic Sans MS"/>
                <a:cs typeface="Comic Sans MS"/>
                <a:sym typeface="Comic Sans MS"/>
              </a:rPr>
              <a:t>  </a:t>
            </a:r>
            <a:endParaRPr sz="1800">
              <a:solidFill>
                <a:schemeClr val="dk1"/>
              </a:solidFill>
              <a:latin typeface="Comic Sans MS"/>
              <a:ea typeface="Comic Sans MS"/>
              <a:cs typeface="Comic Sans MS"/>
              <a:sym typeface="Comic Sans MS"/>
            </a:endParaRPr>
          </a:p>
        </p:txBody>
      </p:sp>
      <p:sp>
        <p:nvSpPr>
          <p:cNvPr id="136" name="Google Shape;136;p13"/>
          <p:cNvSpPr txBox="1"/>
          <p:nvPr/>
        </p:nvSpPr>
        <p:spPr>
          <a:xfrm>
            <a:off x="3035807" y="2205227"/>
            <a:ext cx="1473835" cy="647700"/>
          </a:xfrm>
          <a:prstGeom prst="rect">
            <a:avLst/>
          </a:prstGeom>
          <a:solidFill>
            <a:srgbClr val="4F81BC"/>
          </a:solidFill>
          <a:ln w="9525" cap="flat" cmpd="sng">
            <a:solidFill>
              <a:srgbClr val="000000"/>
            </a:solidFill>
            <a:prstDash val="solid"/>
            <a:round/>
            <a:headEnd type="none" w="sm" len="sm"/>
            <a:tailEnd type="none" w="sm" len="sm"/>
          </a:ln>
        </p:spPr>
        <p:txBody>
          <a:bodyPr spcFirstLastPara="1" wrap="square" lIns="0" tIns="174625" rIns="0" bIns="0" anchor="t" anchorCtr="0">
            <a:spAutoFit/>
          </a:bodyPr>
          <a:lstStyle/>
          <a:p>
            <a:pPr marL="344170"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Growth</a:t>
            </a:r>
            <a:endParaRPr sz="1800">
              <a:solidFill>
                <a:schemeClr val="dk1"/>
              </a:solidFill>
              <a:latin typeface="Comic Sans MS"/>
              <a:ea typeface="Comic Sans MS"/>
              <a:cs typeface="Comic Sans MS"/>
              <a:sym typeface="Comic Sans MS"/>
            </a:endParaRPr>
          </a:p>
        </p:txBody>
      </p:sp>
      <p:sp>
        <p:nvSpPr>
          <p:cNvPr id="137" name="Google Shape;137;p13"/>
          <p:cNvSpPr txBox="1"/>
          <p:nvPr/>
        </p:nvSpPr>
        <p:spPr>
          <a:xfrm>
            <a:off x="3035807" y="3429000"/>
            <a:ext cx="1473835" cy="647700"/>
          </a:xfrm>
          <a:prstGeom prst="rect">
            <a:avLst/>
          </a:prstGeom>
          <a:solidFill>
            <a:srgbClr val="4F81BC"/>
          </a:solidFill>
          <a:ln w="9525" cap="flat" cmpd="sng">
            <a:solidFill>
              <a:srgbClr val="000000"/>
            </a:solidFill>
            <a:prstDash val="solid"/>
            <a:round/>
            <a:headEnd type="none" w="sm" len="sm"/>
            <a:tailEnd type="none" w="sm" len="sm"/>
          </a:ln>
        </p:spPr>
        <p:txBody>
          <a:bodyPr spcFirstLastPara="1" wrap="square" lIns="0" tIns="175250" rIns="0" bIns="0" anchor="t" anchorCtr="0">
            <a:spAutoFit/>
          </a:bodyPr>
          <a:lstStyle/>
          <a:p>
            <a:pPr marL="85090"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Relatedness</a:t>
            </a:r>
            <a:endParaRPr sz="1800">
              <a:solidFill>
                <a:schemeClr val="dk1"/>
              </a:solidFill>
              <a:latin typeface="Comic Sans MS"/>
              <a:ea typeface="Comic Sans MS"/>
              <a:cs typeface="Comic Sans MS"/>
              <a:sym typeface="Comic Sans MS"/>
            </a:endParaRPr>
          </a:p>
        </p:txBody>
      </p:sp>
      <p:sp>
        <p:nvSpPr>
          <p:cNvPr id="138" name="Google Shape;138;p13"/>
          <p:cNvSpPr txBox="1"/>
          <p:nvPr/>
        </p:nvSpPr>
        <p:spPr>
          <a:xfrm>
            <a:off x="3108960" y="5013959"/>
            <a:ext cx="1473835" cy="647700"/>
          </a:xfrm>
          <a:prstGeom prst="rect">
            <a:avLst/>
          </a:prstGeom>
          <a:solidFill>
            <a:srgbClr val="4F81BC"/>
          </a:solidFill>
          <a:ln w="9525" cap="flat" cmpd="sng">
            <a:solidFill>
              <a:srgbClr val="000000"/>
            </a:solidFill>
            <a:prstDash val="solid"/>
            <a:round/>
            <a:headEnd type="none" w="sm" len="sm"/>
            <a:tailEnd type="none" w="sm" len="sm"/>
          </a:ln>
        </p:spPr>
        <p:txBody>
          <a:bodyPr spcFirstLastPara="1" wrap="square" lIns="0" tIns="174625" rIns="0" bIns="0" anchor="t" anchorCtr="0">
            <a:spAutoFit/>
          </a:bodyPr>
          <a:lstStyle/>
          <a:p>
            <a:pPr marL="208915"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Existence</a:t>
            </a:r>
            <a:endParaRPr sz="1800">
              <a:solidFill>
                <a:schemeClr val="dk1"/>
              </a:solidFill>
              <a:latin typeface="Comic Sans MS"/>
              <a:ea typeface="Comic Sans MS"/>
              <a:cs typeface="Comic Sans MS"/>
              <a:sym typeface="Comic Sans MS"/>
            </a:endParaRPr>
          </a:p>
        </p:txBody>
      </p:sp>
      <p:sp>
        <p:nvSpPr>
          <p:cNvPr id="139" name="Google Shape;139;p13"/>
          <p:cNvSpPr txBox="1"/>
          <p:nvPr/>
        </p:nvSpPr>
        <p:spPr>
          <a:xfrm>
            <a:off x="5125211" y="2205227"/>
            <a:ext cx="1473835" cy="647700"/>
          </a:xfrm>
          <a:prstGeom prst="rect">
            <a:avLst/>
          </a:prstGeom>
          <a:solidFill>
            <a:srgbClr val="4F81BC"/>
          </a:solidFill>
          <a:ln w="9525" cap="flat" cmpd="sng">
            <a:solidFill>
              <a:srgbClr val="000000"/>
            </a:solidFill>
            <a:prstDash val="solid"/>
            <a:round/>
            <a:headEnd type="none" w="sm" len="sm"/>
            <a:tailEnd type="none" w="sm" len="sm"/>
          </a:ln>
        </p:spPr>
        <p:txBody>
          <a:bodyPr spcFirstLastPara="1" wrap="square" lIns="0" tIns="174625" rIns="0" bIns="0" anchor="t" anchorCtr="0">
            <a:spAutoFit/>
          </a:bodyPr>
          <a:lstStyle/>
          <a:p>
            <a:pPr marL="164465"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Motivation</a:t>
            </a:r>
            <a:endParaRPr sz="1800">
              <a:solidFill>
                <a:schemeClr val="dk1"/>
              </a:solidFill>
              <a:latin typeface="Comic Sans MS"/>
              <a:ea typeface="Comic Sans MS"/>
              <a:cs typeface="Comic Sans MS"/>
              <a:sym typeface="Comic Sans MS"/>
            </a:endParaRPr>
          </a:p>
        </p:txBody>
      </p:sp>
      <p:sp>
        <p:nvSpPr>
          <p:cNvPr id="140" name="Google Shape;140;p13"/>
          <p:cNvSpPr txBox="1"/>
          <p:nvPr/>
        </p:nvSpPr>
        <p:spPr>
          <a:xfrm>
            <a:off x="5195315" y="4581144"/>
            <a:ext cx="1475740" cy="647700"/>
          </a:xfrm>
          <a:prstGeom prst="rect">
            <a:avLst/>
          </a:prstGeom>
          <a:solidFill>
            <a:srgbClr val="4F81BC"/>
          </a:solidFill>
          <a:ln w="9525" cap="flat" cmpd="sng">
            <a:solidFill>
              <a:srgbClr val="000000"/>
            </a:solidFill>
            <a:prstDash val="solid"/>
            <a:round/>
            <a:headEnd type="none" w="sm" len="sm"/>
            <a:tailEnd type="none" w="sm" len="sm"/>
          </a:ln>
        </p:spPr>
        <p:txBody>
          <a:bodyPr spcFirstLastPara="1" wrap="square" lIns="0" tIns="175875" rIns="0" bIns="0" anchor="t" anchorCtr="0">
            <a:spAutoFit/>
          </a:bodyPr>
          <a:lstStyle/>
          <a:p>
            <a:pPr marL="306070"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Hygiene</a:t>
            </a:r>
            <a:endParaRPr sz="1800">
              <a:solidFill>
                <a:schemeClr val="dk1"/>
              </a:solidFill>
              <a:latin typeface="Comic Sans MS"/>
              <a:ea typeface="Comic Sans MS"/>
              <a:cs typeface="Comic Sans MS"/>
              <a:sym typeface="Comic Sans MS"/>
            </a:endParaRPr>
          </a:p>
        </p:txBody>
      </p:sp>
      <p:grpSp>
        <p:nvGrpSpPr>
          <p:cNvPr id="141" name="Google Shape;141;p13"/>
          <p:cNvGrpSpPr/>
          <p:nvPr/>
        </p:nvGrpSpPr>
        <p:grpSpPr>
          <a:xfrm>
            <a:off x="2459735" y="2133599"/>
            <a:ext cx="545846" cy="1007744"/>
            <a:chOff x="2459735" y="2133599"/>
            <a:chExt cx="545846" cy="1007744"/>
          </a:xfrm>
        </p:grpSpPr>
        <p:sp>
          <p:nvSpPr>
            <p:cNvPr id="142" name="Google Shape;142;p13"/>
            <p:cNvSpPr/>
            <p:nvPr/>
          </p:nvSpPr>
          <p:spPr>
            <a:xfrm>
              <a:off x="2459735" y="2133599"/>
              <a:ext cx="143510" cy="1007744"/>
            </a:xfrm>
            <a:custGeom>
              <a:avLst/>
              <a:gdLst/>
              <a:ahLst/>
              <a:cxnLst/>
              <a:rect l="l" t="t" r="r" b="b"/>
              <a:pathLst>
                <a:path w="143510" h="1007744" extrusionOk="0">
                  <a:moveTo>
                    <a:pt x="143256" y="0"/>
                  </a:moveTo>
                  <a:lnTo>
                    <a:pt x="143256" y="1007363"/>
                  </a:lnTo>
                </a:path>
                <a:path w="143510" h="1007744" extrusionOk="0">
                  <a:moveTo>
                    <a:pt x="0" y="0"/>
                  </a:moveTo>
                  <a:lnTo>
                    <a:pt x="134112" y="0"/>
                  </a:lnTo>
                </a:path>
                <a:path w="143510" h="1007744" extrusionOk="0">
                  <a:moveTo>
                    <a:pt x="0" y="1007363"/>
                  </a:moveTo>
                  <a:lnTo>
                    <a:pt x="134112" y="1007363"/>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13"/>
            <p:cNvSpPr/>
            <p:nvPr/>
          </p:nvSpPr>
          <p:spPr>
            <a:xfrm>
              <a:off x="2602991" y="2526791"/>
              <a:ext cx="402590" cy="76200"/>
            </a:xfrm>
            <a:custGeom>
              <a:avLst/>
              <a:gdLst/>
              <a:ahLst/>
              <a:cxnLst/>
              <a:rect l="l" t="t" r="r" b="b"/>
              <a:pathLst>
                <a:path w="402589" h="76200" extrusionOk="0">
                  <a:moveTo>
                    <a:pt x="326135" y="0"/>
                  </a:moveTo>
                  <a:lnTo>
                    <a:pt x="326135" y="76200"/>
                  </a:lnTo>
                  <a:lnTo>
                    <a:pt x="389635" y="44450"/>
                  </a:lnTo>
                  <a:lnTo>
                    <a:pt x="338835" y="44450"/>
                  </a:lnTo>
                  <a:lnTo>
                    <a:pt x="338835" y="31750"/>
                  </a:lnTo>
                  <a:lnTo>
                    <a:pt x="389635" y="31750"/>
                  </a:lnTo>
                  <a:lnTo>
                    <a:pt x="326135" y="0"/>
                  </a:lnTo>
                  <a:close/>
                </a:path>
                <a:path w="402589" h="76200" extrusionOk="0">
                  <a:moveTo>
                    <a:pt x="326135" y="31750"/>
                  </a:moveTo>
                  <a:lnTo>
                    <a:pt x="0" y="31750"/>
                  </a:lnTo>
                  <a:lnTo>
                    <a:pt x="0" y="44450"/>
                  </a:lnTo>
                  <a:lnTo>
                    <a:pt x="326135" y="44450"/>
                  </a:lnTo>
                  <a:lnTo>
                    <a:pt x="326135" y="31750"/>
                  </a:lnTo>
                  <a:close/>
                </a:path>
                <a:path w="402589" h="76200" extrusionOk="0">
                  <a:moveTo>
                    <a:pt x="389635" y="31750"/>
                  </a:moveTo>
                  <a:lnTo>
                    <a:pt x="338835" y="31750"/>
                  </a:lnTo>
                  <a:lnTo>
                    <a:pt x="338835" y="44450"/>
                  </a:lnTo>
                  <a:lnTo>
                    <a:pt x="389635" y="44450"/>
                  </a:lnTo>
                  <a:lnTo>
                    <a:pt x="402335" y="38100"/>
                  </a:lnTo>
                  <a:lnTo>
                    <a:pt x="389635" y="3175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44" name="Google Shape;144;p13"/>
          <p:cNvSpPr/>
          <p:nvPr/>
        </p:nvSpPr>
        <p:spPr>
          <a:xfrm>
            <a:off x="4619244" y="2453639"/>
            <a:ext cx="469900" cy="76200"/>
          </a:xfrm>
          <a:custGeom>
            <a:avLst/>
            <a:gdLst/>
            <a:ahLst/>
            <a:cxnLst/>
            <a:rect l="l" t="t" r="r" b="b"/>
            <a:pathLst>
              <a:path w="469900" h="76200" extrusionOk="0">
                <a:moveTo>
                  <a:pt x="393191" y="0"/>
                </a:moveTo>
                <a:lnTo>
                  <a:pt x="393191" y="76200"/>
                </a:lnTo>
                <a:lnTo>
                  <a:pt x="456691" y="44450"/>
                </a:lnTo>
                <a:lnTo>
                  <a:pt x="405891" y="44450"/>
                </a:lnTo>
                <a:lnTo>
                  <a:pt x="405891" y="31750"/>
                </a:lnTo>
                <a:lnTo>
                  <a:pt x="456691" y="31750"/>
                </a:lnTo>
                <a:lnTo>
                  <a:pt x="393191" y="0"/>
                </a:lnTo>
                <a:close/>
              </a:path>
              <a:path w="469900" h="76200" extrusionOk="0">
                <a:moveTo>
                  <a:pt x="393191" y="31750"/>
                </a:moveTo>
                <a:lnTo>
                  <a:pt x="0" y="31750"/>
                </a:lnTo>
                <a:lnTo>
                  <a:pt x="0" y="44450"/>
                </a:lnTo>
                <a:lnTo>
                  <a:pt x="393191" y="44450"/>
                </a:lnTo>
                <a:lnTo>
                  <a:pt x="393191" y="31750"/>
                </a:lnTo>
                <a:close/>
              </a:path>
              <a:path w="469900" h="76200" extrusionOk="0">
                <a:moveTo>
                  <a:pt x="456691" y="31750"/>
                </a:moveTo>
                <a:lnTo>
                  <a:pt x="405891" y="31750"/>
                </a:lnTo>
                <a:lnTo>
                  <a:pt x="405891" y="44450"/>
                </a:lnTo>
                <a:lnTo>
                  <a:pt x="456691" y="44450"/>
                </a:lnTo>
                <a:lnTo>
                  <a:pt x="469391" y="38100"/>
                </a:lnTo>
                <a:lnTo>
                  <a:pt x="456691" y="3175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13"/>
          <p:cNvSpPr/>
          <p:nvPr/>
        </p:nvSpPr>
        <p:spPr>
          <a:xfrm>
            <a:off x="2459735" y="3750564"/>
            <a:ext cx="535305" cy="76200"/>
          </a:xfrm>
          <a:custGeom>
            <a:avLst/>
            <a:gdLst/>
            <a:ahLst/>
            <a:cxnLst/>
            <a:rect l="l" t="t" r="r" b="b"/>
            <a:pathLst>
              <a:path w="535305" h="76200" extrusionOk="0">
                <a:moveTo>
                  <a:pt x="458724" y="0"/>
                </a:moveTo>
                <a:lnTo>
                  <a:pt x="458724" y="76200"/>
                </a:lnTo>
                <a:lnTo>
                  <a:pt x="522224" y="44450"/>
                </a:lnTo>
                <a:lnTo>
                  <a:pt x="471424" y="44450"/>
                </a:lnTo>
                <a:lnTo>
                  <a:pt x="471424" y="31750"/>
                </a:lnTo>
                <a:lnTo>
                  <a:pt x="522224" y="31750"/>
                </a:lnTo>
                <a:lnTo>
                  <a:pt x="458724" y="0"/>
                </a:lnTo>
                <a:close/>
              </a:path>
              <a:path w="535305" h="76200" extrusionOk="0">
                <a:moveTo>
                  <a:pt x="458724" y="31750"/>
                </a:moveTo>
                <a:lnTo>
                  <a:pt x="0" y="31750"/>
                </a:lnTo>
                <a:lnTo>
                  <a:pt x="0" y="44450"/>
                </a:lnTo>
                <a:lnTo>
                  <a:pt x="458724" y="44450"/>
                </a:lnTo>
                <a:lnTo>
                  <a:pt x="458724" y="31750"/>
                </a:lnTo>
                <a:close/>
              </a:path>
              <a:path w="535305" h="76200" extrusionOk="0">
                <a:moveTo>
                  <a:pt x="522224" y="31750"/>
                </a:moveTo>
                <a:lnTo>
                  <a:pt x="471424" y="31750"/>
                </a:lnTo>
                <a:lnTo>
                  <a:pt x="471424" y="44450"/>
                </a:lnTo>
                <a:lnTo>
                  <a:pt x="522224" y="44450"/>
                </a:lnTo>
                <a:lnTo>
                  <a:pt x="534924" y="38100"/>
                </a:lnTo>
                <a:lnTo>
                  <a:pt x="522224" y="3175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46" name="Google Shape;146;p13"/>
          <p:cNvGrpSpPr/>
          <p:nvPr/>
        </p:nvGrpSpPr>
        <p:grpSpPr>
          <a:xfrm>
            <a:off x="2459735" y="4652772"/>
            <a:ext cx="614426" cy="1224280"/>
            <a:chOff x="2459735" y="4652772"/>
            <a:chExt cx="614426" cy="1224280"/>
          </a:xfrm>
        </p:grpSpPr>
        <p:sp>
          <p:nvSpPr>
            <p:cNvPr id="147" name="Google Shape;147;p13"/>
            <p:cNvSpPr/>
            <p:nvPr/>
          </p:nvSpPr>
          <p:spPr>
            <a:xfrm>
              <a:off x="2459735" y="4652772"/>
              <a:ext cx="143510" cy="1224280"/>
            </a:xfrm>
            <a:custGeom>
              <a:avLst/>
              <a:gdLst/>
              <a:ahLst/>
              <a:cxnLst/>
              <a:rect l="l" t="t" r="r" b="b"/>
              <a:pathLst>
                <a:path w="143510" h="1224279" extrusionOk="0">
                  <a:moveTo>
                    <a:pt x="143256" y="0"/>
                  </a:moveTo>
                  <a:lnTo>
                    <a:pt x="143256" y="1223771"/>
                  </a:lnTo>
                </a:path>
                <a:path w="143510" h="1224279" extrusionOk="0">
                  <a:moveTo>
                    <a:pt x="0" y="0"/>
                  </a:moveTo>
                  <a:lnTo>
                    <a:pt x="134112"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8" name="Google Shape;148;p13"/>
            <p:cNvSpPr/>
            <p:nvPr/>
          </p:nvSpPr>
          <p:spPr>
            <a:xfrm>
              <a:off x="2602991" y="5262372"/>
              <a:ext cx="471170" cy="76200"/>
            </a:xfrm>
            <a:custGeom>
              <a:avLst/>
              <a:gdLst/>
              <a:ahLst/>
              <a:cxnLst/>
              <a:rect l="l" t="t" r="r" b="b"/>
              <a:pathLst>
                <a:path w="471169" h="76200" extrusionOk="0">
                  <a:moveTo>
                    <a:pt x="394715" y="0"/>
                  </a:moveTo>
                  <a:lnTo>
                    <a:pt x="394715" y="76199"/>
                  </a:lnTo>
                  <a:lnTo>
                    <a:pt x="458215" y="44449"/>
                  </a:lnTo>
                  <a:lnTo>
                    <a:pt x="407415" y="44449"/>
                  </a:lnTo>
                  <a:lnTo>
                    <a:pt x="407415" y="31749"/>
                  </a:lnTo>
                  <a:lnTo>
                    <a:pt x="458215" y="31749"/>
                  </a:lnTo>
                  <a:lnTo>
                    <a:pt x="394715" y="0"/>
                  </a:lnTo>
                  <a:close/>
                </a:path>
                <a:path w="471169" h="76200" extrusionOk="0">
                  <a:moveTo>
                    <a:pt x="394715" y="31749"/>
                  </a:moveTo>
                  <a:lnTo>
                    <a:pt x="0" y="31749"/>
                  </a:lnTo>
                  <a:lnTo>
                    <a:pt x="0" y="44449"/>
                  </a:lnTo>
                  <a:lnTo>
                    <a:pt x="394715" y="44449"/>
                  </a:lnTo>
                  <a:lnTo>
                    <a:pt x="394715" y="31749"/>
                  </a:lnTo>
                  <a:close/>
                </a:path>
                <a:path w="471169" h="76200" extrusionOk="0">
                  <a:moveTo>
                    <a:pt x="458215" y="31749"/>
                  </a:moveTo>
                  <a:lnTo>
                    <a:pt x="407415" y="31749"/>
                  </a:lnTo>
                  <a:lnTo>
                    <a:pt x="407415" y="44449"/>
                  </a:lnTo>
                  <a:lnTo>
                    <a:pt x="458215" y="44449"/>
                  </a:lnTo>
                  <a:lnTo>
                    <a:pt x="470915" y="38099"/>
                  </a:lnTo>
                  <a:lnTo>
                    <a:pt x="458215" y="31749"/>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49" name="Google Shape;149;p13"/>
          <p:cNvGrpSpPr/>
          <p:nvPr/>
        </p:nvGrpSpPr>
        <p:grpSpPr>
          <a:xfrm>
            <a:off x="4619244" y="3717036"/>
            <a:ext cx="551688" cy="1511935"/>
            <a:chOff x="4619244" y="3717036"/>
            <a:chExt cx="551688" cy="1511935"/>
          </a:xfrm>
        </p:grpSpPr>
        <p:sp>
          <p:nvSpPr>
            <p:cNvPr id="150" name="Google Shape;150;p13"/>
            <p:cNvSpPr/>
            <p:nvPr/>
          </p:nvSpPr>
          <p:spPr>
            <a:xfrm>
              <a:off x="4619244" y="3717036"/>
              <a:ext cx="216535" cy="1511935"/>
            </a:xfrm>
            <a:custGeom>
              <a:avLst/>
              <a:gdLst/>
              <a:ahLst/>
              <a:cxnLst/>
              <a:rect l="l" t="t" r="r" b="b"/>
              <a:pathLst>
                <a:path w="216535" h="1511935" extrusionOk="0">
                  <a:moveTo>
                    <a:pt x="216407" y="0"/>
                  </a:moveTo>
                  <a:lnTo>
                    <a:pt x="216407" y="1511808"/>
                  </a:lnTo>
                </a:path>
                <a:path w="216535" h="1511935" extrusionOk="0">
                  <a:moveTo>
                    <a:pt x="73151" y="1511808"/>
                  </a:moveTo>
                  <a:lnTo>
                    <a:pt x="205739" y="1511808"/>
                  </a:lnTo>
                </a:path>
                <a:path w="216535" h="1511935" extrusionOk="0">
                  <a:moveTo>
                    <a:pt x="0" y="0"/>
                  </a:moveTo>
                  <a:lnTo>
                    <a:pt x="201167"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1" name="Google Shape;151;p13"/>
            <p:cNvSpPr/>
            <p:nvPr/>
          </p:nvSpPr>
          <p:spPr>
            <a:xfrm>
              <a:off x="4835652" y="4831080"/>
              <a:ext cx="335280" cy="76200"/>
            </a:xfrm>
            <a:custGeom>
              <a:avLst/>
              <a:gdLst/>
              <a:ahLst/>
              <a:cxnLst/>
              <a:rect l="l" t="t" r="r" b="b"/>
              <a:pathLst>
                <a:path w="335279" h="76200" extrusionOk="0">
                  <a:moveTo>
                    <a:pt x="259080" y="0"/>
                  </a:moveTo>
                  <a:lnTo>
                    <a:pt x="259080" y="76200"/>
                  </a:lnTo>
                  <a:lnTo>
                    <a:pt x="322580" y="44450"/>
                  </a:lnTo>
                  <a:lnTo>
                    <a:pt x="271780" y="44450"/>
                  </a:lnTo>
                  <a:lnTo>
                    <a:pt x="271780" y="31750"/>
                  </a:lnTo>
                  <a:lnTo>
                    <a:pt x="322580" y="31750"/>
                  </a:lnTo>
                  <a:lnTo>
                    <a:pt x="259080" y="0"/>
                  </a:lnTo>
                  <a:close/>
                </a:path>
                <a:path w="335279" h="76200" extrusionOk="0">
                  <a:moveTo>
                    <a:pt x="259080" y="31750"/>
                  </a:moveTo>
                  <a:lnTo>
                    <a:pt x="0" y="31750"/>
                  </a:lnTo>
                  <a:lnTo>
                    <a:pt x="0" y="44450"/>
                  </a:lnTo>
                  <a:lnTo>
                    <a:pt x="259080" y="44450"/>
                  </a:lnTo>
                  <a:lnTo>
                    <a:pt x="259080" y="31750"/>
                  </a:lnTo>
                  <a:close/>
                </a:path>
                <a:path w="335279" h="76200" extrusionOk="0">
                  <a:moveTo>
                    <a:pt x="322580" y="31750"/>
                  </a:moveTo>
                  <a:lnTo>
                    <a:pt x="271780" y="31750"/>
                  </a:lnTo>
                  <a:lnTo>
                    <a:pt x="271780" y="44450"/>
                  </a:lnTo>
                  <a:lnTo>
                    <a:pt x="322580" y="44450"/>
                  </a:lnTo>
                  <a:lnTo>
                    <a:pt x="335280" y="38100"/>
                  </a:lnTo>
                  <a:lnTo>
                    <a:pt x="322580" y="3175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52" name="Google Shape;152;p13"/>
          <p:cNvSpPr txBox="1"/>
          <p:nvPr/>
        </p:nvSpPr>
        <p:spPr>
          <a:xfrm>
            <a:off x="804773" y="1021207"/>
            <a:ext cx="1114425" cy="574040"/>
          </a:xfrm>
          <a:prstGeom prst="rect">
            <a:avLst/>
          </a:prstGeom>
          <a:noFill/>
          <a:ln>
            <a:noFill/>
          </a:ln>
        </p:spPr>
        <p:txBody>
          <a:bodyPr spcFirstLastPara="1" wrap="square" lIns="0" tIns="12700" rIns="0" bIns="0" anchor="t" anchorCtr="0">
            <a:spAutoFit/>
          </a:bodyPr>
          <a:lstStyle/>
          <a:p>
            <a:pPr marL="12700" marR="5080" lvl="0" indent="257175"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Need  Hierarchy</a:t>
            </a:r>
            <a:endParaRPr sz="1800">
              <a:solidFill>
                <a:schemeClr val="dk1"/>
              </a:solidFill>
              <a:latin typeface="Comic Sans MS"/>
              <a:ea typeface="Comic Sans MS"/>
              <a:cs typeface="Comic Sans MS"/>
              <a:sym typeface="Comic Sans MS"/>
            </a:endParaRPr>
          </a:p>
        </p:txBody>
      </p:sp>
      <p:sp>
        <p:nvSpPr>
          <p:cNvPr id="153" name="Google Shape;153;p13"/>
          <p:cNvSpPr txBox="1"/>
          <p:nvPr/>
        </p:nvSpPr>
        <p:spPr>
          <a:xfrm>
            <a:off x="3284982" y="949833"/>
            <a:ext cx="47117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ERG</a:t>
            </a:r>
            <a:endParaRPr sz="1800">
              <a:solidFill>
                <a:schemeClr val="dk1"/>
              </a:solidFill>
              <a:latin typeface="Comic Sans MS"/>
              <a:ea typeface="Comic Sans MS"/>
              <a:cs typeface="Comic Sans MS"/>
              <a:sym typeface="Comic Sans MS"/>
            </a:endParaRPr>
          </a:p>
        </p:txBody>
      </p:sp>
      <p:sp>
        <p:nvSpPr>
          <p:cNvPr id="154" name="Google Shape;154;p13"/>
          <p:cNvSpPr txBox="1"/>
          <p:nvPr/>
        </p:nvSpPr>
        <p:spPr>
          <a:xfrm>
            <a:off x="3118866" y="1224153"/>
            <a:ext cx="80137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Theory</a:t>
            </a:r>
            <a:endParaRPr sz="1800">
              <a:solidFill>
                <a:schemeClr val="dk1"/>
              </a:solidFill>
              <a:latin typeface="Comic Sans MS"/>
              <a:ea typeface="Comic Sans MS"/>
              <a:cs typeface="Comic Sans MS"/>
              <a:sym typeface="Comic Sans MS"/>
            </a:endParaRPr>
          </a:p>
        </p:txBody>
      </p:sp>
      <p:sp>
        <p:nvSpPr>
          <p:cNvPr id="155" name="Google Shape;155;p13"/>
          <p:cNvSpPr txBox="1"/>
          <p:nvPr/>
        </p:nvSpPr>
        <p:spPr>
          <a:xfrm>
            <a:off x="5246623" y="1011682"/>
            <a:ext cx="1282065" cy="574040"/>
          </a:xfrm>
          <a:prstGeom prst="rect">
            <a:avLst/>
          </a:prstGeom>
          <a:noFill/>
          <a:ln>
            <a:noFill/>
          </a:ln>
        </p:spPr>
        <p:txBody>
          <a:bodyPr spcFirstLastPara="1" wrap="square" lIns="0" tIns="12700" rIns="0" bIns="0" anchor="t" anchorCtr="0">
            <a:spAutoFit/>
          </a:bodyPr>
          <a:lstStyle/>
          <a:p>
            <a:pPr marL="253365" marR="5080" lvl="0" indent="-241300" algn="l" rtl="0">
              <a:lnSpc>
                <a:spcPct val="100000"/>
              </a:lnSpc>
              <a:spcBef>
                <a:spcPts val="0"/>
              </a:spcBef>
              <a:spcAft>
                <a:spcPts val="0"/>
              </a:spcAft>
              <a:buNone/>
            </a:pPr>
            <a:r>
              <a:rPr lang="en-US" sz="1800" b="1">
                <a:solidFill>
                  <a:schemeClr val="dk1"/>
                </a:solidFill>
                <a:latin typeface="Comic Sans MS"/>
                <a:ea typeface="Comic Sans MS"/>
                <a:cs typeface="Comic Sans MS"/>
                <a:sym typeface="Comic Sans MS"/>
              </a:rPr>
              <a:t>Two Factor  Theory</a:t>
            </a:r>
            <a:endParaRPr sz="1800">
              <a:solidFill>
                <a:schemeClr val="dk1"/>
              </a:solidFill>
              <a:latin typeface="Comic Sans MS"/>
              <a:ea typeface="Comic Sans MS"/>
              <a:cs typeface="Comic Sans MS"/>
              <a:sym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4"/>
          <p:cNvSpPr txBox="1">
            <a:spLocks noGrp="1"/>
          </p:cNvSpPr>
          <p:nvPr>
            <p:ph type="title"/>
          </p:nvPr>
        </p:nvSpPr>
        <p:spPr>
          <a:xfrm>
            <a:off x="581888" y="198247"/>
            <a:ext cx="7980222" cy="61555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t>Reinforcement Theory</a:t>
            </a:r>
            <a:endParaRPr/>
          </a:p>
        </p:txBody>
      </p:sp>
      <p:sp>
        <p:nvSpPr>
          <p:cNvPr id="161" name="Google Shape;161;p14"/>
          <p:cNvSpPr txBox="1">
            <a:spLocks noGrp="1"/>
          </p:cNvSpPr>
          <p:nvPr>
            <p:ph type="body" idx="1"/>
          </p:nvPr>
        </p:nvSpPr>
        <p:spPr>
          <a:xfrm>
            <a:off x="457200" y="1143000"/>
            <a:ext cx="8452485" cy="3581400"/>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None/>
            </a:pPr>
            <a:r>
              <a:rPr lang="en-US"/>
              <a:t> </a:t>
            </a:r>
            <a:r>
              <a:rPr lang="en-US" sz="2800"/>
              <a:t>According to reinforcement theory, </a:t>
            </a:r>
            <a:r>
              <a:rPr lang="en-US" sz="2800" b="1"/>
              <a:t>behavior is a function of its outcomes.</a:t>
            </a:r>
            <a:endParaRPr/>
          </a:p>
          <a:p>
            <a:pPr marL="0" lvl="0" indent="0" algn="just" rtl="0">
              <a:spcBef>
                <a:spcPts val="0"/>
              </a:spcBef>
              <a:spcAft>
                <a:spcPts val="0"/>
              </a:spcAft>
              <a:buNone/>
            </a:pPr>
            <a:r>
              <a:rPr lang="en-US" sz="2800">
                <a:solidFill>
                  <a:srgbClr val="FF0000"/>
                </a:solidFill>
              </a:rPr>
              <a:t>Reinforcement theory </a:t>
            </a:r>
            <a:r>
              <a:rPr lang="en-US" sz="2800"/>
              <a:t>describes four interventions to modify employee behavior. Two of these are methods of increasing the frequency of desired behaviors, while the remaining two are methods of reducing the frequency of undesired behaviors.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5"/>
          <p:cNvSpPr txBox="1">
            <a:spLocks noGrp="1"/>
          </p:cNvSpPr>
          <p:nvPr>
            <p:ph type="title"/>
          </p:nvPr>
        </p:nvSpPr>
        <p:spPr>
          <a:xfrm>
            <a:off x="581888" y="198247"/>
            <a:ext cx="7980222" cy="61555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t>Reinforcement Theory</a:t>
            </a:r>
            <a:endParaRPr/>
          </a:p>
        </p:txBody>
      </p:sp>
      <p:sp>
        <p:nvSpPr>
          <p:cNvPr id="167" name="Google Shape;167;p15"/>
          <p:cNvSpPr txBox="1">
            <a:spLocks noGrp="1"/>
          </p:cNvSpPr>
          <p:nvPr>
            <p:ph type="body" idx="1"/>
          </p:nvPr>
        </p:nvSpPr>
        <p:spPr>
          <a:xfrm>
            <a:off x="581888" y="1066800"/>
            <a:ext cx="8452485" cy="1231106"/>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None/>
            </a:pPr>
            <a:r>
              <a:rPr lang="en-US" sz="2000"/>
              <a:t>Reinforcement theory describes four interventions to modify employee behavior. Two of these are methods of increasing the frequency of desired behaviors, while the remaining two are methods of reducing the frequency of undesired behaviors.</a:t>
            </a:r>
            <a:endParaRPr/>
          </a:p>
        </p:txBody>
      </p:sp>
      <p:pic>
        <p:nvPicPr>
          <p:cNvPr id="168" name="Google Shape;168;p15"/>
          <p:cNvPicPr preferRelativeResize="0"/>
          <p:nvPr/>
        </p:nvPicPr>
        <p:blipFill rotWithShape="1">
          <a:blip r:embed="rId3">
            <a:alphaModFix/>
          </a:blip>
          <a:srcRect/>
          <a:stretch/>
        </p:blipFill>
        <p:spPr>
          <a:xfrm>
            <a:off x="371474" y="2667000"/>
            <a:ext cx="8401050" cy="3962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6"/>
          <p:cNvSpPr txBox="1">
            <a:spLocks noGrp="1"/>
          </p:cNvSpPr>
          <p:nvPr>
            <p:ph type="title"/>
          </p:nvPr>
        </p:nvSpPr>
        <p:spPr>
          <a:xfrm>
            <a:off x="581888" y="198247"/>
            <a:ext cx="7980222" cy="61555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t>Reinforcement Theory</a:t>
            </a:r>
            <a:endParaRPr/>
          </a:p>
        </p:txBody>
      </p:sp>
      <p:sp>
        <p:nvSpPr>
          <p:cNvPr id="174" name="Google Shape;174;p16"/>
          <p:cNvSpPr txBox="1">
            <a:spLocks noGrp="1"/>
          </p:cNvSpPr>
          <p:nvPr>
            <p:ph type="body" idx="1"/>
          </p:nvPr>
        </p:nvSpPr>
        <p:spPr>
          <a:xfrm>
            <a:off x="345756" y="1143000"/>
            <a:ext cx="8452485" cy="49244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t> </a:t>
            </a:r>
            <a:r>
              <a:rPr lang="en-US" sz="2800"/>
              <a:t>Some tips to make this process more effective.</a:t>
            </a:r>
            <a:endParaRPr/>
          </a:p>
        </p:txBody>
      </p:sp>
      <p:sp>
        <p:nvSpPr>
          <p:cNvPr id="175" name="Google Shape;175;p16"/>
          <p:cNvSpPr/>
          <p:nvPr/>
        </p:nvSpPr>
        <p:spPr>
          <a:xfrm>
            <a:off x="345756" y="1939622"/>
            <a:ext cx="8216354" cy="2677656"/>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800"/>
              <a:buFont typeface="Comic Sans MS"/>
              <a:buAutoNum type="arabicPeriod"/>
            </a:pPr>
            <a:r>
              <a:rPr lang="en-US" sz="2800">
                <a:solidFill>
                  <a:schemeClr val="dk1"/>
                </a:solidFill>
                <a:latin typeface="Comic Sans MS"/>
                <a:ea typeface="Comic Sans MS"/>
                <a:cs typeface="Comic Sans MS"/>
                <a:sym typeface="Comic Sans MS"/>
              </a:rPr>
              <a:t>Consider whether punishment is the most effective way to modify behavior. </a:t>
            </a:r>
            <a:endParaRPr sz="2800">
              <a:solidFill>
                <a:schemeClr val="dk1"/>
              </a:solidFill>
              <a:latin typeface="Comic Sans MS"/>
              <a:ea typeface="Comic Sans MS"/>
              <a:cs typeface="Comic Sans MS"/>
              <a:sym typeface="Comic Sans MS"/>
            </a:endParaRPr>
          </a:p>
          <a:p>
            <a:pPr marL="342900" marR="0" lvl="0" indent="-342900" algn="just" rtl="0">
              <a:spcBef>
                <a:spcPts val="0"/>
              </a:spcBef>
              <a:spcAft>
                <a:spcPts val="0"/>
              </a:spcAft>
              <a:buClr>
                <a:schemeClr val="dk1"/>
              </a:buClr>
              <a:buSzPts val="2800"/>
              <a:buFont typeface="Comic Sans MS"/>
              <a:buAutoNum type="arabicPeriod"/>
            </a:pPr>
            <a:r>
              <a:rPr lang="en-US" sz="2800">
                <a:solidFill>
                  <a:schemeClr val="dk1"/>
                </a:solidFill>
                <a:latin typeface="Comic Sans MS"/>
                <a:ea typeface="Comic Sans MS"/>
                <a:cs typeface="Comic Sans MS"/>
                <a:sym typeface="Comic Sans MS"/>
              </a:rPr>
              <a:t>Be sure that the punishment fits the crime.</a:t>
            </a:r>
            <a:endParaRPr/>
          </a:p>
          <a:p>
            <a:pPr marL="342900" marR="0" lvl="0" indent="-342900" algn="just" rtl="0">
              <a:spcBef>
                <a:spcPts val="0"/>
              </a:spcBef>
              <a:spcAft>
                <a:spcPts val="0"/>
              </a:spcAft>
              <a:buClr>
                <a:schemeClr val="dk1"/>
              </a:buClr>
              <a:buSzPts val="2800"/>
              <a:buFont typeface="Comic Sans MS"/>
              <a:buAutoNum type="arabicPeriod"/>
            </a:pPr>
            <a:r>
              <a:rPr lang="en-US" sz="2800">
                <a:solidFill>
                  <a:schemeClr val="dk1"/>
                </a:solidFill>
                <a:latin typeface="Comic Sans MS"/>
                <a:ea typeface="Comic Sans MS"/>
                <a:cs typeface="Comic Sans MS"/>
                <a:sym typeface="Comic Sans MS"/>
              </a:rPr>
              <a:t>Be consistent in your treatment of employees. </a:t>
            </a:r>
            <a:endParaRPr sz="2800">
              <a:solidFill>
                <a:schemeClr val="dk1"/>
              </a:solidFill>
              <a:latin typeface="Comic Sans MS"/>
              <a:ea typeface="Comic Sans MS"/>
              <a:cs typeface="Comic Sans MS"/>
              <a:sym typeface="Comic Sans MS"/>
            </a:endParaRPr>
          </a:p>
          <a:p>
            <a:pPr marL="342900" marR="0" lvl="0" indent="-342900" algn="just" rtl="0">
              <a:spcBef>
                <a:spcPts val="0"/>
              </a:spcBef>
              <a:spcAft>
                <a:spcPts val="0"/>
              </a:spcAft>
              <a:buClr>
                <a:schemeClr val="dk1"/>
              </a:buClr>
              <a:buSzPts val="2800"/>
              <a:buFont typeface="Comic Sans MS"/>
              <a:buAutoNum type="arabicPeriod"/>
            </a:pPr>
            <a:r>
              <a:rPr lang="en-US" sz="2800">
                <a:solidFill>
                  <a:schemeClr val="dk1"/>
                </a:solidFill>
                <a:latin typeface="Comic Sans MS"/>
                <a:ea typeface="Comic Sans MS"/>
                <a:cs typeface="Comic Sans MS"/>
                <a:sym typeface="Comic Sans MS"/>
              </a:rPr>
              <a:t>Document the behavior in question. </a:t>
            </a:r>
            <a:endParaRPr sz="2800">
              <a:solidFill>
                <a:schemeClr val="dk1"/>
              </a:solidFill>
              <a:latin typeface="Comic Sans MS"/>
              <a:ea typeface="Comic Sans MS"/>
              <a:cs typeface="Comic Sans MS"/>
              <a:sym typeface="Comic Sans MS"/>
            </a:endParaRPr>
          </a:p>
          <a:p>
            <a:pPr marL="342900" marR="0" lvl="0" indent="-342900" algn="just" rtl="0">
              <a:spcBef>
                <a:spcPts val="0"/>
              </a:spcBef>
              <a:spcAft>
                <a:spcPts val="0"/>
              </a:spcAft>
              <a:buClr>
                <a:schemeClr val="dk1"/>
              </a:buClr>
              <a:buSzPts val="2800"/>
              <a:buFont typeface="Comic Sans MS"/>
              <a:buAutoNum type="arabicPeriod"/>
            </a:pPr>
            <a:r>
              <a:rPr lang="en-US" sz="2800">
                <a:solidFill>
                  <a:schemeClr val="dk1"/>
                </a:solidFill>
                <a:latin typeface="Comic Sans MS"/>
                <a:ea typeface="Comic Sans MS"/>
                <a:cs typeface="Comic Sans MS"/>
                <a:sym typeface="Comic Sans MS"/>
              </a:rPr>
              <a:t>Be timely with discipline.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17"/>
          <p:cNvPicPr preferRelativeResize="0"/>
          <p:nvPr/>
        </p:nvPicPr>
        <p:blipFill rotWithShape="1">
          <a:blip r:embed="rId3">
            <a:alphaModFix/>
          </a:blip>
          <a:srcRect/>
          <a:stretch/>
        </p:blipFill>
        <p:spPr>
          <a:xfrm>
            <a:off x="3355847" y="3939256"/>
            <a:ext cx="5125455" cy="2362200"/>
          </a:xfrm>
          <a:prstGeom prst="rect">
            <a:avLst/>
          </a:prstGeom>
          <a:noFill/>
          <a:ln>
            <a:noFill/>
          </a:ln>
        </p:spPr>
      </p:pic>
      <p:sp>
        <p:nvSpPr>
          <p:cNvPr id="181" name="Google Shape;181;p17"/>
          <p:cNvSpPr txBox="1"/>
          <p:nvPr/>
        </p:nvSpPr>
        <p:spPr>
          <a:xfrm>
            <a:off x="79247" y="4498032"/>
            <a:ext cx="3276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omic Sans MS"/>
                <a:ea typeface="Comic Sans MS"/>
                <a:cs typeface="Comic Sans MS"/>
                <a:sym typeface="Comic Sans MS"/>
              </a:rPr>
              <a:t>Force of motivation</a:t>
            </a:r>
            <a:endParaRPr sz="2400">
              <a:solidFill>
                <a:schemeClr val="dk1"/>
              </a:solidFill>
              <a:latin typeface="Comic Sans MS"/>
              <a:ea typeface="Comic Sans MS"/>
              <a:cs typeface="Comic Sans MS"/>
              <a:sym typeface="Comic Sans MS"/>
            </a:endParaRPr>
          </a:p>
        </p:txBody>
      </p:sp>
      <p:pic>
        <p:nvPicPr>
          <p:cNvPr id="182" name="Google Shape;182;p17"/>
          <p:cNvPicPr preferRelativeResize="0"/>
          <p:nvPr/>
        </p:nvPicPr>
        <p:blipFill rotWithShape="1">
          <a:blip r:embed="rId4">
            <a:alphaModFix/>
          </a:blip>
          <a:srcRect/>
          <a:stretch/>
        </p:blipFill>
        <p:spPr>
          <a:xfrm>
            <a:off x="0" y="-33168"/>
            <a:ext cx="9144000" cy="39801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8"/>
          <p:cNvSpPr txBox="1">
            <a:spLocks noGrp="1"/>
          </p:cNvSpPr>
          <p:nvPr>
            <p:ph type="body" idx="1"/>
          </p:nvPr>
        </p:nvSpPr>
        <p:spPr>
          <a:xfrm>
            <a:off x="383540" y="2052040"/>
            <a:ext cx="8452485" cy="314706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188" name="Google Shape;188;p18"/>
          <p:cNvPicPr preferRelativeResize="0"/>
          <p:nvPr/>
        </p:nvPicPr>
        <p:blipFill rotWithShape="1">
          <a:blip r:embed="rId3">
            <a:alphaModFix/>
          </a:blip>
          <a:srcRect/>
          <a:stretch/>
        </p:blipFill>
        <p:spPr>
          <a:xfrm>
            <a:off x="0" y="-51179"/>
            <a:ext cx="9143999" cy="690917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19"/>
          <p:cNvPicPr preferRelativeResize="0"/>
          <p:nvPr/>
        </p:nvPicPr>
        <p:blipFill rotWithShape="1">
          <a:blip r:embed="rId3">
            <a:alphaModFix/>
          </a:blip>
          <a:srcRect/>
          <a:stretch/>
        </p:blipFill>
        <p:spPr>
          <a:xfrm>
            <a:off x="1" y="1"/>
            <a:ext cx="9143999"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20"/>
          <p:cNvPicPr preferRelativeResize="0"/>
          <p:nvPr/>
        </p:nvPicPr>
        <p:blipFill rotWithShape="1">
          <a:blip r:embed="rId3">
            <a:alphaModFix/>
          </a:blip>
          <a:srcRect/>
          <a:stretch/>
        </p:blipFill>
        <p:spPr>
          <a:xfrm>
            <a:off x="15241" y="0"/>
            <a:ext cx="9143999"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title"/>
          </p:nvPr>
        </p:nvSpPr>
        <p:spPr>
          <a:xfrm>
            <a:off x="581888" y="198247"/>
            <a:ext cx="7980222" cy="61555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t>Vroom’s Expectancy Theory</a:t>
            </a:r>
            <a:endParaRPr/>
          </a:p>
        </p:txBody>
      </p:sp>
      <p:pic>
        <p:nvPicPr>
          <p:cNvPr id="204" name="Google Shape;204;p21"/>
          <p:cNvPicPr preferRelativeResize="0"/>
          <p:nvPr/>
        </p:nvPicPr>
        <p:blipFill rotWithShape="1">
          <a:blip r:embed="rId3">
            <a:alphaModFix/>
          </a:blip>
          <a:srcRect/>
          <a:stretch/>
        </p:blipFill>
        <p:spPr>
          <a:xfrm>
            <a:off x="380999" y="2286000"/>
            <a:ext cx="8382000" cy="4191000"/>
          </a:xfrm>
          <a:prstGeom prst="rect">
            <a:avLst/>
          </a:prstGeom>
          <a:noFill/>
          <a:ln>
            <a:noFill/>
          </a:ln>
        </p:spPr>
      </p:pic>
      <p:sp>
        <p:nvSpPr>
          <p:cNvPr id="205" name="Google Shape;205;p21"/>
          <p:cNvSpPr txBox="1">
            <a:spLocks noGrp="1"/>
          </p:cNvSpPr>
          <p:nvPr>
            <p:ph type="body" idx="1"/>
          </p:nvPr>
        </p:nvSpPr>
        <p:spPr>
          <a:xfrm>
            <a:off x="581888" y="1219200"/>
            <a:ext cx="8452485"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2400"/>
              <a:t>Ways in Which Managers Can Influence Expectancy, Instrumentality, and Valence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8"/>
          <p:cNvSpPr txBox="1">
            <a:spLocks noGrp="1"/>
          </p:cNvSpPr>
          <p:nvPr>
            <p:ph type="title"/>
          </p:nvPr>
        </p:nvSpPr>
        <p:spPr>
          <a:xfrm>
            <a:off x="581888" y="2971798"/>
            <a:ext cx="7980222" cy="123110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US"/>
              <a:t>THE END</a:t>
            </a:r>
            <a:br>
              <a:rPr lang="en-US"/>
            </a:b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317</Words>
  <Application>Microsoft Office PowerPoint</Application>
  <PresentationFormat>On-screen Show (4:3)</PresentationFormat>
  <Paragraphs>65</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Motivation</vt:lpstr>
      <vt:lpstr>Theories of Motivation</vt:lpstr>
      <vt:lpstr>PowerPoint Presentation</vt:lpstr>
      <vt:lpstr>PowerPoint Presentation</vt:lpstr>
      <vt:lpstr>PowerPoint Presentation</vt:lpstr>
      <vt:lpstr>Herzberg Two Factor Theory </vt:lpstr>
      <vt:lpstr>PowerPoint Presentation</vt:lpstr>
      <vt:lpstr>PowerPoint Presentation</vt:lpstr>
      <vt:lpstr>Theories of Motivation: </vt:lpstr>
      <vt:lpstr>Relationship of all content theory of Motivation</vt:lpstr>
      <vt:lpstr>Reinforcement Theory</vt:lpstr>
      <vt:lpstr>Reinforcement Theory</vt:lpstr>
      <vt:lpstr>Reinforcement Theory</vt:lpstr>
      <vt:lpstr>PowerPoint Presentation</vt:lpstr>
      <vt:lpstr>PowerPoint Presentation</vt:lpstr>
      <vt:lpstr>PowerPoint Presentation</vt:lpstr>
      <vt:lpstr>PowerPoint Presentation</vt:lpstr>
      <vt:lpstr>Vroom’s Expectancy Theory</vt:lpstr>
      <vt:lpstr>THE END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ECC</dc:creator>
  <cp:lastModifiedBy>pc</cp:lastModifiedBy>
  <cp:revision>1</cp:revision>
  <dcterms:created xsi:type="dcterms:W3CDTF">2022-03-23T13:02:00Z</dcterms:created>
  <dcterms:modified xsi:type="dcterms:W3CDTF">2025-08-27T02:48:30Z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2020-04-03T00:00:00Z</vt:filetime>
  </property>
  <property fmtid="{D5CDD505-2E9C-101B-9397-08002B2CF9AE}" pid="3" name="Creator">
    <vt:lpwstr>Microsoft® PowerPoint® for Office 365</vt:lpwstr>
  </property>
  <property fmtid="{D5CDD505-2E9C-101B-9397-08002B2CF9AE}" pid="4" name="LastSaved">
    <vt:filetime>2022-03-23T00:00:00Z</vt:filetime>
  </property>
</Properties>
</file>