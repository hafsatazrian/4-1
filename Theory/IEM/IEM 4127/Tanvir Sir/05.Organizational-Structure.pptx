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Lst>
  <p:sldSz cx="9144000" cy="6858000" type="screen4x3"/>
  <p:notesSz cx="9144000" cy="6858000"/>
  <p:embeddedFontLst>
    <p:embeddedFont>
      <p:font typeface="Calibri" panose="020F0502020204030204" pitchFamily="34" charset="0"/>
      <p:regular r:id="rId20"/>
      <p:bold r:id="rId21"/>
      <p:italic r:id="rId22"/>
      <p:boldItalic r:id="rId23"/>
    </p:embeddedFont>
    <p:embeddedFont>
      <p:font typeface="Carlito" panose="020B0604020202020204" charset="0"/>
      <p:regular r:id="rId24"/>
      <p:bold r:id="rId25"/>
      <p:italic r:id="rId26"/>
      <p:boldItalic r:id="rId27"/>
    </p:embeddedFont>
    <p:embeddedFont>
      <p:font typeface="Lustria" panose="020B0604020202020204" charset="0"/>
      <p:regular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hRXoCL+DNkc44Tt9WDnKyWOa/a8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058F0867-5813-42CF-8B76-2F4732CA9C98}">
  <a:tblStyle styleId="{058F0867-5813-42CF-8B76-2F4732CA9C98}" styleName="Table_0">
    <a:wholeTbl>
      <a:tcTxStyle b="off" i="off">
        <a:font>
          <a:latin typeface="Calisto MT"/>
          <a:ea typeface="Calisto MT"/>
          <a:cs typeface="Calisto MT"/>
        </a:font>
        <a:schemeClr val="lt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1644" y="-7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44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44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3962400" cy="3444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5027430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4: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5: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6: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8: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9: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0: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0" name="Google Shape;220;p10: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0: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1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1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1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4: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1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15: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6: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1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17: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17: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18: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p18: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0"/>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0"/>
          <p:cNvSpPr txBox="1">
            <a:spLocks noGrp="1"/>
          </p:cNvSpPr>
          <p:nvPr>
            <p:ph type="ftr" idx="11"/>
          </p:nvPr>
        </p:nvSpPr>
        <p:spPr>
          <a:xfrm>
            <a:off x="685347" y="5883276"/>
            <a:ext cx="500464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0"/>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21"/>
          <p:cNvSpPr txBox="1">
            <a:spLocks noGrp="1"/>
          </p:cNvSpPr>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1"/>
          <p:cNvSpPr txBox="1">
            <a:spLocks noGrp="1"/>
          </p:cNvSpPr>
          <p:nvPr>
            <p:ph type="body" idx="1"/>
          </p:nvPr>
        </p:nvSpPr>
        <p:spPr>
          <a:xfrm>
            <a:off x="685346" y="1732450"/>
            <a:ext cx="7765322" cy="4058751"/>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308610" algn="l">
              <a:spcBef>
                <a:spcPts val="360"/>
              </a:spcBef>
              <a:spcAft>
                <a:spcPts val="0"/>
              </a:spcAft>
              <a:buSzPts val="1260"/>
              <a:buChar char="◈"/>
              <a:defRPr/>
            </a:lvl1pPr>
            <a:lvl2pPr marL="914400" lvl="1" indent="-308610" algn="l">
              <a:spcBef>
                <a:spcPts val="600"/>
              </a:spcBef>
              <a:spcAft>
                <a:spcPts val="0"/>
              </a:spcAft>
              <a:buSzPts val="1260"/>
              <a:buChar char="🞚"/>
              <a:defRPr/>
            </a:lvl2pPr>
            <a:lvl3pPr marL="1371600" lvl="2" indent="-308610" algn="l">
              <a:spcBef>
                <a:spcPts val="600"/>
              </a:spcBef>
              <a:spcAft>
                <a:spcPts val="0"/>
              </a:spcAft>
              <a:buSzPts val="1260"/>
              <a:buChar char="◈"/>
              <a:defRPr/>
            </a:lvl3pPr>
            <a:lvl4pPr marL="1828800" lvl="3" indent="-308610" algn="l">
              <a:spcBef>
                <a:spcPts val="600"/>
              </a:spcBef>
              <a:spcAft>
                <a:spcPts val="0"/>
              </a:spcAft>
              <a:buSzPts val="1260"/>
              <a:buChar char="🞚"/>
              <a:defRPr/>
            </a:lvl4pPr>
            <a:lvl5pPr marL="2286000" lvl="4" indent="-308610" algn="l">
              <a:spcBef>
                <a:spcPts val="600"/>
              </a:spcBef>
              <a:spcAft>
                <a:spcPts val="0"/>
              </a:spcAft>
              <a:buSzPts val="1260"/>
              <a:buChar char="◈"/>
              <a:defRPr/>
            </a:lvl5pPr>
            <a:lvl6pPr marL="2743200" lvl="5" indent="-308610" algn="l">
              <a:spcBef>
                <a:spcPts val="600"/>
              </a:spcBef>
              <a:spcAft>
                <a:spcPts val="0"/>
              </a:spcAft>
              <a:buSzPts val="1260"/>
              <a:buChar char="◈"/>
              <a:defRPr/>
            </a:lvl6pPr>
            <a:lvl7pPr marL="3200400" lvl="6" indent="-308610" algn="l">
              <a:spcBef>
                <a:spcPts val="600"/>
              </a:spcBef>
              <a:spcAft>
                <a:spcPts val="0"/>
              </a:spcAft>
              <a:buSzPts val="1260"/>
              <a:buChar char="◈"/>
              <a:defRPr/>
            </a:lvl7pPr>
            <a:lvl8pPr marL="3657600" lvl="7" indent="-308609" algn="l">
              <a:spcBef>
                <a:spcPts val="600"/>
              </a:spcBef>
              <a:spcAft>
                <a:spcPts val="0"/>
              </a:spcAft>
              <a:buSzPts val="1260"/>
              <a:buChar char="◈"/>
              <a:defRPr/>
            </a:lvl8pPr>
            <a:lvl9pPr marL="4114800" lvl="8" indent="-308609" algn="l">
              <a:spcBef>
                <a:spcPts val="600"/>
              </a:spcBef>
              <a:spcAft>
                <a:spcPts val="600"/>
              </a:spcAft>
              <a:buSzPts val="1260"/>
              <a:buChar char="◈"/>
              <a:defRPr/>
            </a:lvl9pPr>
          </a:lstStyle>
          <a:p>
            <a:endParaRPr/>
          </a:p>
        </p:txBody>
      </p:sp>
      <p:sp>
        <p:nvSpPr>
          <p:cNvPr id="23" name="Google Shape;23;p21"/>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1"/>
          <p:cNvSpPr txBox="1">
            <a:spLocks noGrp="1"/>
          </p:cNvSpPr>
          <p:nvPr>
            <p:ph type="ftr" idx="11"/>
          </p:nvPr>
        </p:nvSpPr>
        <p:spPr>
          <a:xfrm>
            <a:off x="685347" y="5883276"/>
            <a:ext cx="500464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1"/>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22"/>
          <p:cNvSpPr txBox="1">
            <a:spLocks noGrp="1"/>
          </p:cNvSpPr>
          <p:nvPr>
            <p:ph type="ctrTitle"/>
          </p:nvPr>
        </p:nvSpPr>
        <p:spPr>
          <a:xfrm>
            <a:off x="1028020" y="1769541"/>
            <a:ext cx="7080026" cy="1828801"/>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rmAutofit/>
          </a:bodyPr>
          <a:lstStyle>
            <a:lvl1pPr lvl="0" algn="ctr">
              <a:spcBef>
                <a:spcPts val="0"/>
              </a:spcBef>
              <a:spcAft>
                <a:spcPts val="0"/>
              </a:spcAft>
              <a:buClr>
                <a:schemeClr val="lt2"/>
              </a:buClr>
              <a:buSzPts val="5400"/>
              <a:buFont typeface="Lustria"/>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2"/>
          <p:cNvSpPr txBox="1">
            <a:spLocks noGrp="1"/>
          </p:cNvSpPr>
          <p:nvPr>
            <p:ph type="subTitle" idx="1"/>
          </p:nvPr>
        </p:nvSpPr>
        <p:spPr>
          <a:xfrm>
            <a:off x="1028020" y="3598339"/>
            <a:ext cx="7080026" cy="1049867"/>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lvl="0" algn="ctr">
              <a:spcBef>
                <a:spcPts val="400"/>
              </a:spcBef>
              <a:spcAft>
                <a:spcPts val="0"/>
              </a:spcAft>
              <a:buSzPts val="1400"/>
              <a:buNone/>
              <a:defRPr>
                <a:solidFill>
                  <a:schemeClr val="lt1"/>
                </a:solidFill>
              </a:defRPr>
            </a:lvl1pPr>
            <a:lvl2pPr lvl="1" algn="ctr">
              <a:spcBef>
                <a:spcPts val="600"/>
              </a:spcBef>
              <a:spcAft>
                <a:spcPts val="0"/>
              </a:spcAft>
              <a:buSzPts val="1260"/>
              <a:buNone/>
              <a:defRPr>
                <a:solidFill>
                  <a:schemeClr val="lt1"/>
                </a:solidFill>
              </a:defRPr>
            </a:lvl2pPr>
            <a:lvl3pPr lvl="2" algn="ctr">
              <a:spcBef>
                <a:spcPts val="600"/>
              </a:spcBef>
              <a:spcAft>
                <a:spcPts val="0"/>
              </a:spcAft>
              <a:buSzPts val="1120"/>
              <a:buNone/>
              <a:defRPr>
                <a:solidFill>
                  <a:schemeClr val="lt1"/>
                </a:solidFill>
              </a:defRPr>
            </a:lvl3pPr>
            <a:lvl4pPr lvl="3" algn="ctr">
              <a:spcBef>
                <a:spcPts val="600"/>
              </a:spcBef>
              <a:spcAft>
                <a:spcPts val="0"/>
              </a:spcAft>
              <a:buSzPts val="980"/>
              <a:buNone/>
              <a:defRPr>
                <a:solidFill>
                  <a:schemeClr val="lt1"/>
                </a:solidFill>
              </a:defRPr>
            </a:lvl4pPr>
            <a:lvl5pPr lvl="4" algn="ctr">
              <a:spcBef>
                <a:spcPts val="600"/>
              </a:spcBef>
              <a:spcAft>
                <a:spcPts val="0"/>
              </a:spcAft>
              <a:buSzPts val="980"/>
              <a:buNone/>
              <a:defRPr>
                <a:solidFill>
                  <a:schemeClr val="lt1"/>
                </a:solidFill>
              </a:defRPr>
            </a:lvl5pPr>
            <a:lvl6pPr lvl="5" algn="ctr">
              <a:spcBef>
                <a:spcPts val="600"/>
              </a:spcBef>
              <a:spcAft>
                <a:spcPts val="0"/>
              </a:spcAft>
              <a:buSzPts val="980"/>
              <a:buNone/>
              <a:defRPr>
                <a:solidFill>
                  <a:schemeClr val="lt1"/>
                </a:solidFill>
              </a:defRPr>
            </a:lvl6pPr>
            <a:lvl7pPr lvl="6" algn="ctr">
              <a:spcBef>
                <a:spcPts val="600"/>
              </a:spcBef>
              <a:spcAft>
                <a:spcPts val="0"/>
              </a:spcAft>
              <a:buSzPts val="980"/>
              <a:buNone/>
              <a:defRPr>
                <a:solidFill>
                  <a:schemeClr val="lt1"/>
                </a:solidFill>
              </a:defRPr>
            </a:lvl7pPr>
            <a:lvl8pPr lvl="7" algn="ctr">
              <a:spcBef>
                <a:spcPts val="600"/>
              </a:spcBef>
              <a:spcAft>
                <a:spcPts val="0"/>
              </a:spcAft>
              <a:buSzPts val="980"/>
              <a:buNone/>
              <a:defRPr>
                <a:solidFill>
                  <a:schemeClr val="lt1"/>
                </a:solidFill>
              </a:defRPr>
            </a:lvl8pPr>
            <a:lvl9pPr lvl="8" algn="ctr">
              <a:spcBef>
                <a:spcPts val="600"/>
              </a:spcBef>
              <a:spcAft>
                <a:spcPts val="600"/>
              </a:spcAft>
              <a:buSzPts val="980"/>
              <a:buNone/>
              <a:defRPr>
                <a:solidFill>
                  <a:schemeClr val="lt1"/>
                </a:solidFill>
              </a:defRPr>
            </a:lvl9pPr>
          </a:lstStyle>
          <a:p>
            <a:endParaRPr/>
          </a:p>
        </p:txBody>
      </p:sp>
      <p:sp>
        <p:nvSpPr>
          <p:cNvPr id="29" name="Google Shape;29;p22"/>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2"/>
          <p:cNvSpPr txBox="1">
            <a:spLocks noGrp="1"/>
          </p:cNvSpPr>
          <p:nvPr>
            <p:ph type="ftr" idx="11"/>
          </p:nvPr>
        </p:nvSpPr>
        <p:spPr>
          <a:xfrm>
            <a:off x="685347" y="5883276"/>
            <a:ext cx="500464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2"/>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23"/>
          <p:cNvSpPr txBox="1">
            <a:spLocks noGrp="1"/>
          </p:cNvSpPr>
          <p:nvPr>
            <p:ph type="title"/>
          </p:nvPr>
        </p:nvSpPr>
        <p:spPr>
          <a:xfrm>
            <a:off x="971551" y="1761068"/>
            <a:ext cx="7192913" cy="1828813"/>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rmAutofit/>
          </a:bodyPr>
          <a:lstStyle>
            <a:lvl1pPr lvl="0" algn="ctr">
              <a:spcBef>
                <a:spcPts val="0"/>
              </a:spcBef>
              <a:spcAft>
                <a:spcPts val="0"/>
              </a:spcAft>
              <a:buClr>
                <a:schemeClr val="lt2"/>
              </a:buClr>
              <a:buSzPts val="4000"/>
              <a:buFont typeface="Lustria"/>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3"/>
          <p:cNvSpPr txBox="1">
            <a:spLocks noGrp="1"/>
          </p:cNvSpPr>
          <p:nvPr>
            <p:ph type="body" idx="1"/>
          </p:nvPr>
        </p:nvSpPr>
        <p:spPr>
          <a:xfrm>
            <a:off x="971551" y="3589879"/>
            <a:ext cx="7192913" cy="1507054"/>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spcBef>
                <a:spcPts val="400"/>
              </a:spcBef>
              <a:spcAft>
                <a:spcPts val="0"/>
              </a:spcAft>
              <a:buSzPts val="1400"/>
              <a:buNone/>
              <a:defRPr sz="2000">
                <a:solidFill>
                  <a:schemeClr val="lt1"/>
                </a:solidFill>
              </a:defRPr>
            </a:lvl1pPr>
            <a:lvl2pPr marL="914400" lvl="1" indent="-228600" algn="l">
              <a:spcBef>
                <a:spcPts val="600"/>
              </a:spcBef>
              <a:spcAft>
                <a:spcPts val="0"/>
              </a:spcAft>
              <a:buSzPts val="1260"/>
              <a:buNone/>
              <a:defRPr sz="1800">
                <a:solidFill>
                  <a:schemeClr val="lt1"/>
                </a:solidFill>
              </a:defRPr>
            </a:lvl2pPr>
            <a:lvl3pPr marL="1371600" lvl="2" indent="-228600" algn="l">
              <a:spcBef>
                <a:spcPts val="600"/>
              </a:spcBef>
              <a:spcAft>
                <a:spcPts val="0"/>
              </a:spcAft>
              <a:buSzPts val="1120"/>
              <a:buNone/>
              <a:defRPr sz="1600">
                <a:solidFill>
                  <a:schemeClr val="lt1"/>
                </a:solidFill>
              </a:defRPr>
            </a:lvl3pPr>
            <a:lvl4pPr marL="1828800" lvl="3" indent="-228600" algn="l">
              <a:spcBef>
                <a:spcPts val="600"/>
              </a:spcBef>
              <a:spcAft>
                <a:spcPts val="0"/>
              </a:spcAft>
              <a:buSzPts val="980"/>
              <a:buNone/>
              <a:defRPr sz="1400">
                <a:solidFill>
                  <a:schemeClr val="lt1"/>
                </a:solidFill>
              </a:defRPr>
            </a:lvl4pPr>
            <a:lvl5pPr marL="2286000" lvl="4" indent="-228600" algn="l">
              <a:spcBef>
                <a:spcPts val="600"/>
              </a:spcBef>
              <a:spcAft>
                <a:spcPts val="0"/>
              </a:spcAft>
              <a:buSzPts val="980"/>
              <a:buNone/>
              <a:defRPr sz="1400">
                <a:solidFill>
                  <a:schemeClr val="lt1"/>
                </a:solidFill>
              </a:defRPr>
            </a:lvl5pPr>
            <a:lvl6pPr marL="2743200" lvl="5" indent="-228600" algn="l">
              <a:spcBef>
                <a:spcPts val="600"/>
              </a:spcBef>
              <a:spcAft>
                <a:spcPts val="0"/>
              </a:spcAft>
              <a:buSzPts val="980"/>
              <a:buNone/>
              <a:defRPr sz="1400">
                <a:solidFill>
                  <a:schemeClr val="lt1"/>
                </a:solidFill>
              </a:defRPr>
            </a:lvl6pPr>
            <a:lvl7pPr marL="3200400" lvl="6" indent="-228600" algn="l">
              <a:spcBef>
                <a:spcPts val="600"/>
              </a:spcBef>
              <a:spcAft>
                <a:spcPts val="0"/>
              </a:spcAft>
              <a:buSzPts val="980"/>
              <a:buNone/>
              <a:defRPr sz="1400">
                <a:solidFill>
                  <a:schemeClr val="lt1"/>
                </a:solidFill>
              </a:defRPr>
            </a:lvl7pPr>
            <a:lvl8pPr marL="3657600" lvl="7" indent="-228600" algn="l">
              <a:spcBef>
                <a:spcPts val="600"/>
              </a:spcBef>
              <a:spcAft>
                <a:spcPts val="0"/>
              </a:spcAft>
              <a:buSzPts val="980"/>
              <a:buNone/>
              <a:defRPr sz="1400">
                <a:solidFill>
                  <a:schemeClr val="lt1"/>
                </a:solidFill>
              </a:defRPr>
            </a:lvl8pPr>
            <a:lvl9pPr marL="4114800" lvl="8" indent="-228600" algn="l">
              <a:spcBef>
                <a:spcPts val="600"/>
              </a:spcBef>
              <a:spcAft>
                <a:spcPts val="600"/>
              </a:spcAft>
              <a:buSzPts val="980"/>
              <a:buNone/>
              <a:defRPr sz="1400">
                <a:solidFill>
                  <a:schemeClr val="lt1"/>
                </a:solidFill>
              </a:defRPr>
            </a:lvl9pPr>
          </a:lstStyle>
          <a:p>
            <a:endParaRPr/>
          </a:p>
        </p:txBody>
      </p:sp>
      <p:sp>
        <p:nvSpPr>
          <p:cNvPr id="35" name="Google Shape;35;p23"/>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3"/>
          <p:cNvSpPr txBox="1">
            <a:spLocks noGrp="1"/>
          </p:cNvSpPr>
          <p:nvPr>
            <p:ph type="ftr" idx="11"/>
          </p:nvPr>
        </p:nvSpPr>
        <p:spPr>
          <a:xfrm>
            <a:off x="685347" y="5883276"/>
            <a:ext cx="500464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3"/>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24"/>
          <p:cNvSpPr txBox="1">
            <a:spLocks noGrp="1"/>
          </p:cNvSpPr>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4"/>
          <p:cNvSpPr txBox="1">
            <a:spLocks noGrp="1"/>
          </p:cNvSpPr>
          <p:nvPr>
            <p:ph type="body" idx="1"/>
          </p:nvPr>
        </p:nvSpPr>
        <p:spPr>
          <a:xfrm>
            <a:off x="685347" y="1732449"/>
            <a:ext cx="3795373" cy="4058750"/>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308610" algn="l">
              <a:spcBef>
                <a:spcPts val="360"/>
              </a:spcBef>
              <a:spcAft>
                <a:spcPts val="0"/>
              </a:spcAft>
              <a:buSzPts val="1260"/>
              <a:buChar char="◈"/>
              <a:defRPr/>
            </a:lvl1pPr>
            <a:lvl2pPr marL="914400" lvl="1" indent="-308610" algn="l">
              <a:spcBef>
                <a:spcPts val="600"/>
              </a:spcBef>
              <a:spcAft>
                <a:spcPts val="0"/>
              </a:spcAft>
              <a:buSzPts val="1260"/>
              <a:buChar char="🞚"/>
              <a:defRPr/>
            </a:lvl2pPr>
            <a:lvl3pPr marL="1371600" lvl="2" indent="-308610" algn="l">
              <a:spcBef>
                <a:spcPts val="600"/>
              </a:spcBef>
              <a:spcAft>
                <a:spcPts val="0"/>
              </a:spcAft>
              <a:buSzPts val="1260"/>
              <a:buChar char="◈"/>
              <a:defRPr/>
            </a:lvl3pPr>
            <a:lvl4pPr marL="1828800" lvl="3" indent="-308610" algn="l">
              <a:spcBef>
                <a:spcPts val="600"/>
              </a:spcBef>
              <a:spcAft>
                <a:spcPts val="0"/>
              </a:spcAft>
              <a:buSzPts val="1260"/>
              <a:buChar char="🞚"/>
              <a:defRPr/>
            </a:lvl4pPr>
            <a:lvl5pPr marL="2286000" lvl="4" indent="-308610" algn="l">
              <a:spcBef>
                <a:spcPts val="600"/>
              </a:spcBef>
              <a:spcAft>
                <a:spcPts val="0"/>
              </a:spcAft>
              <a:buSzPts val="1260"/>
              <a:buChar char="◈"/>
              <a:defRPr/>
            </a:lvl5pPr>
            <a:lvl6pPr marL="2743200" lvl="5" indent="-308610" algn="l">
              <a:spcBef>
                <a:spcPts val="600"/>
              </a:spcBef>
              <a:spcAft>
                <a:spcPts val="0"/>
              </a:spcAft>
              <a:buSzPts val="1260"/>
              <a:buChar char="◈"/>
              <a:defRPr/>
            </a:lvl6pPr>
            <a:lvl7pPr marL="3200400" lvl="6" indent="-308610" algn="l">
              <a:spcBef>
                <a:spcPts val="600"/>
              </a:spcBef>
              <a:spcAft>
                <a:spcPts val="0"/>
              </a:spcAft>
              <a:buSzPts val="1260"/>
              <a:buChar char="◈"/>
              <a:defRPr/>
            </a:lvl7pPr>
            <a:lvl8pPr marL="3657600" lvl="7" indent="-308609" algn="l">
              <a:spcBef>
                <a:spcPts val="600"/>
              </a:spcBef>
              <a:spcAft>
                <a:spcPts val="0"/>
              </a:spcAft>
              <a:buSzPts val="1260"/>
              <a:buChar char="◈"/>
              <a:defRPr/>
            </a:lvl8pPr>
            <a:lvl9pPr marL="4114800" lvl="8" indent="-308609" algn="l">
              <a:spcBef>
                <a:spcPts val="600"/>
              </a:spcBef>
              <a:spcAft>
                <a:spcPts val="600"/>
              </a:spcAft>
              <a:buSzPts val="1260"/>
              <a:buChar char="◈"/>
              <a:defRPr/>
            </a:lvl9pPr>
          </a:lstStyle>
          <a:p>
            <a:endParaRPr/>
          </a:p>
        </p:txBody>
      </p:sp>
      <p:sp>
        <p:nvSpPr>
          <p:cNvPr id="41" name="Google Shape;41;p24"/>
          <p:cNvSpPr txBox="1">
            <a:spLocks noGrp="1"/>
          </p:cNvSpPr>
          <p:nvPr>
            <p:ph type="body" idx="2"/>
          </p:nvPr>
        </p:nvSpPr>
        <p:spPr>
          <a:xfrm>
            <a:off x="4652169" y="1732450"/>
            <a:ext cx="3798499" cy="4058751"/>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308610" algn="l">
              <a:spcBef>
                <a:spcPts val="360"/>
              </a:spcBef>
              <a:spcAft>
                <a:spcPts val="0"/>
              </a:spcAft>
              <a:buSzPts val="1260"/>
              <a:buChar char="◈"/>
              <a:defRPr/>
            </a:lvl1pPr>
            <a:lvl2pPr marL="914400" lvl="1" indent="-308610" algn="l">
              <a:spcBef>
                <a:spcPts val="600"/>
              </a:spcBef>
              <a:spcAft>
                <a:spcPts val="0"/>
              </a:spcAft>
              <a:buSzPts val="1260"/>
              <a:buChar char="🞚"/>
              <a:defRPr/>
            </a:lvl2pPr>
            <a:lvl3pPr marL="1371600" lvl="2" indent="-308610" algn="l">
              <a:spcBef>
                <a:spcPts val="600"/>
              </a:spcBef>
              <a:spcAft>
                <a:spcPts val="0"/>
              </a:spcAft>
              <a:buSzPts val="1260"/>
              <a:buChar char="◈"/>
              <a:defRPr/>
            </a:lvl3pPr>
            <a:lvl4pPr marL="1828800" lvl="3" indent="-308610" algn="l">
              <a:spcBef>
                <a:spcPts val="600"/>
              </a:spcBef>
              <a:spcAft>
                <a:spcPts val="0"/>
              </a:spcAft>
              <a:buSzPts val="1260"/>
              <a:buChar char="🞚"/>
              <a:defRPr/>
            </a:lvl4pPr>
            <a:lvl5pPr marL="2286000" lvl="4" indent="-308610" algn="l">
              <a:spcBef>
                <a:spcPts val="600"/>
              </a:spcBef>
              <a:spcAft>
                <a:spcPts val="0"/>
              </a:spcAft>
              <a:buSzPts val="1260"/>
              <a:buChar char="◈"/>
              <a:defRPr/>
            </a:lvl5pPr>
            <a:lvl6pPr marL="2743200" lvl="5" indent="-308610" algn="l">
              <a:spcBef>
                <a:spcPts val="600"/>
              </a:spcBef>
              <a:spcAft>
                <a:spcPts val="0"/>
              </a:spcAft>
              <a:buSzPts val="1260"/>
              <a:buChar char="◈"/>
              <a:defRPr/>
            </a:lvl6pPr>
            <a:lvl7pPr marL="3200400" lvl="6" indent="-308610" algn="l">
              <a:spcBef>
                <a:spcPts val="600"/>
              </a:spcBef>
              <a:spcAft>
                <a:spcPts val="0"/>
              </a:spcAft>
              <a:buSzPts val="1260"/>
              <a:buChar char="◈"/>
              <a:defRPr/>
            </a:lvl7pPr>
            <a:lvl8pPr marL="3657600" lvl="7" indent="-308609" algn="l">
              <a:spcBef>
                <a:spcPts val="600"/>
              </a:spcBef>
              <a:spcAft>
                <a:spcPts val="0"/>
              </a:spcAft>
              <a:buSzPts val="1260"/>
              <a:buChar char="◈"/>
              <a:defRPr/>
            </a:lvl8pPr>
            <a:lvl9pPr marL="4114800" lvl="8" indent="-308609" algn="l">
              <a:spcBef>
                <a:spcPts val="600"/>
              </a:spcBef>
              <a:spcAft>
                <a:spcPts val="600"/>
              </a:spcAft>
              <a:buSzPts val="1260"/>
              <a:buChar char="◈"/>
              <a:defRPr/>
            </a:lvl9pPr>
          </a:lstStyle>
          <a:p>
            <a:endParaRPr/>
          </a:p>
        </p:txBody>
      </p:sp>
      <p:sp>
        <p:nvSpPr>
          <p:cNvPr id="42" name="Google Shape;42;p24"/>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4"/>
          <p:cNvSpPr txBox="1">
            <a:spLocks noGrp="1"/>
          </p:cNvSpPr>
          <p:nvPr>
            <p:ph type="ftr" idx="11"/>
          </p:nvPr>
        </p:nvSpPr>
        <p:spPr>
          <a:xfrm>
            <a:off x="685347" y="5883276"/>
            <a:ext cx="500464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4"/>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pic>
        <p:nvPicPr>
          <p:cNvPr id="46" name="Google Shape;46;p25" descr="Slate-V2-SD-compPhotoInset.png"/>
          <p:cNvPicPr preferRelativeResize="0"/>
          <p:nvPr/>
        </p:nvPicPr>
        <p:blipFill rotWithShape="1">
          <a:blip r:embed="rId2">
            <a:alphaModFix/>
          </a:blip>
          <a:srcRect/>
          <a:stretch/>
        </p:blipFill>
        <p:spPr>
          <a:xfrm>
            <a:off x="685345" y="1770323"/>
            <a:ext cx="3787423" cy="4112953"/>
          </a:xfrm>
          <a:prstGeom prst="rect">
            <a:avLst/>
          </a:prstGeom>
          <a:noFill/>
          <a:ln>
            <a:noFill/>
          </a:ln>
        </p:spPr>
      </p:pic>
      <p:pic>
        <p:nvPicPr>
          <p:cNvPr id="47" name="Google Shape;47;p25" descr="Slate-V2-SD-compPhotoInset.png"/>
          <p:cNvPicPr preferRelativeResize="0"/>
          <p:nvPr/>
        </p:nvPicPr>
        <p:blipFill rotWithShape="1">
          <a:blip r:embed="rId2">
            <a:alphaModFix/>
          </a:blip>
          <a:srcRect/>
          <a:stretch/>
        </p:blipFill>
        <p:spPr>
          <a:xfrm>
            <a:off x="4663245" y="1770323"/>
            <a:ext cx="3787423" cy="4112953"/>
          </a:xfrm>
          <a:prstGeom prst="rect">
            <a:avLst/>
          </a:prstGeom>
          <a:noFill/>
          <a:ln>
            <a:noFill/>
          </a:ln>
        </p:spPr>
      </p:pic>
      <p:sp>
        <p:nvSpPr>
          <p:cNvPr id="48" name="Google Shape;48;p25"/>
          <p:cNvSpPr txBox="1">
            <a:spLocks noGrp="1"/>
          </p:cNvSpPr>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lvl="0" algn="ctr">
              <a:spcBef>
                <a:spcPts val="0"/>
              </a:spcBef>
              <a:spcAft>
                <a:spcPts val="0"/>
              </a:spcAft>
              <a:buClr>
                <a:schemeClr val="lt2"/>
              </a:buClr>
              <a:buSzPts val="4000"/>
              <a:buFont typeface="Lustria"/>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5"/>
          <p:cNvSpPr txBox="1">
            <a:spLocks noGrp="1"/>
          </p:cNvSpPr>
          <p:nvPr>
            <p:ph type="body" idx="1"/>
          </p:nvPr>
        </p:nvSpPr>
        <p:spPr>
          <a:xfrm>
            <a:off x="754404" y="1835254"/>
            <a:ext cx="3657258" cy="544884"/>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Autofit/>
          </a:bodyPr>
          <a:lstStyle>
            <a:lvl1pPr marL="457200" lvl="0" indent="-228600" algn="ctr">
              <a:spcBef>
                <a:spcPts val="480"/>
              </a:spcBef>
              <a:spcAft>
                <a:spcPts val="0"/>
              </a:spcAft>
              <a:buSzPts val="1680"/>
              <a:buNone/>
              <a:defRPr sz="2400" b="0"/>
            </a:lvl1pPr>
            <a:lvl2pPr marL="914400" lvl="1" indent="-228600" algn="l">
              <a:spcBef>
                <a:spcPts val="600"/>
              </a:spcBef>
              <a:spcAft>
                <a:spcPts val="0"/>
              </a:spcAft>
              <a:buSzPts val="1400"/>
              <a:buNone/>
              <a:defRPr sz="2000" b="1"/>
            </a:lvl2pPr>
            <a:lvl3pPr marL="1371600" lvl="2" indent="-228600" algn="l">
              <a:spcBef>
                <a:spcPts val="600"/>
              </a:spcBef>
              <a:spcAft>
                <a:spcPts val="0"/>
              </a:spcAft>
              <a:buSzPts val="1260"/>
              <a:buNone/>
              <a:defRPr sz="1800" b="1"/>
            </a:lvl3pPr>
            <a:lvl4pPr marL="1828800" lvl="3" indent="-228600" algn="l">
              <a:spcBef>
                <a:spcPts val="600"/>
              </a:spcBef>
              <a:spcAft>
                <a:spcPts val="0"/>
              </a:spcAft>
              <a:buSzPts val="1120"/>
              <a:buNone/>
              <a:defRPr sz="1600" b="1"/>
            </a:lvl4pPr>
            <a:lvl5pPr marL="2286000" lvl="4" indent="-228600" algn="l">
              <a:spcBef>
                <a:spcPts val="600"/>
              </a:spcBef>
              <a:spcAft>
                <a:spcPts val="0"/>
              </a:spcAft>
              <a:buSzPts val="1120"/>
              <a:buNone/>
              <a:defRPr sz="1600" b="1"/>
            </a:lvl5pPr>
            <a:lvl6pPr marL="2743200" lvl="5" indent="-228600" algn="l">
              <a:spcBef>
                <a:spcPts val="600"/>
              </a:spcBef>
              <a:spcAft>
                <a:spcPts val="0"/>
              </a:spcAft>
              <a:buSzPts val="1120"/>
              <a:buNone/>
              <a:defRPr sz="1600" b="1"/>
            </a:lvl6pPr>
            <a:lvl7pPr marL="3200400" lvl="6" indent="-228600" algn="l">
              <a:spcBef>
                <a:spcPts val="600"/>
              </a:spcBef>
              <a:spcAft>
                <a:spcPts val="0"/>
              </a:spcAft>
              <a:buSzPts val="1120"/>
              <a:buNone/>
              <a:defRPr sz="1600" b="1"/>
            </a:lvl7pPr>
            <a:lvl8pPr marL="3657600" lvl="7" indent="-228600" algn="l">
              <a:spcBef>
                <a:spcPts val="600"/>
              </a:spcBef>
              <a:spcAft>
                <a:spcPts val="0"/>
              </a:spcAft>
              <a:buSzPts val="1120"/>
              <a:buNone/>
              <a:defRPr sz="1600" b="1"/>
            </a:lvl8pPr>
            <a:lvl9pPr marL="4114800" lvl="8" indent="-228600" algn="l">
              <a:spcBef>
                <a:spcPts val="600"/>
              </a:spcBef>
              <a:spcAft>
                <a:spcPts val="600"/>
              </a:spcAft>
              <a:buSzPts val="1120"/>
              <a:buNone/>
              <a:defRPr sz="1600" b="1"/>
            </a:lvl9pPr>
          </a:lstStyle>
          <a:p>
            <a:endParaRPr/>
          </a:p>
        </p:txBody>
      </p:sp>
      <p:sp>
        <p:nvSpPr>
          <p:cNvPr id="50" name="Google Shape;50;p25"/>
          <p:cNvSpPr txBox="1">
            <a:spLocks noGrp="1"/>
          </p:cNvSpPr>
          <p:nvPr>
            <p:ph type="body" idx="2"/>
          </p:nvPr>
        </p:nvSpPr>
        <p:spPr>
          <a:xfrm>
            <a:off x="754404" y="2380138"/>
            <a:ext cx="3657258" cy="3411063"/>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308610" algn="l">
              <a:spcBef>
                <a:spcPts val="360"/>
              </a:spcBef>
              <a:spcAft>
                <a:spcPts val="0"/>
              </a:spcAft>
              <a:buSzPts val="1260"/>
              <a:buChar char="◈"/>
              <a:defRPr sz="1800"/>
            </a:lvl1pPr>
            <a:lvl2pPr marL="914400" lvl="1" indent="-299719" algn="l">
              <a:spcBef>
                <a:spcPts val="600"/>
              </a:spcBef>
              <a:spcAft>
                <a:spcPts val="0"/>
              </a:spcAft>
              <a:buSzPts val="1120"/>
              <a:buChar char="🞚"/>
              <a:defRPr sz="1600"/>
            </a:lvl2pPr>
            <a:lvl3pPr marL="1371600" lvl="2" indent="-290830" algn="l">
              <a:spcBef>
                <a:spcPts val="600"/>
              </a:spcBef>
              <a:spcAft>
                <a:spcPts val="0"/>
              </a:spcAft>
              <a:buSzPts val="980"/>
              <a:buChar char="◈"/>
              <a:defRPr sz="1400"/>
            </a:lvl3pPr>
            <a:lvl4pPr marL="1828800" lvl="3" indent="-281939" algn="l">
              <a:spcBef>
                <a:spcPts val="600"/>
              </a:spcBef>
              <a:spcAft>
                <a:spcPts val="0"/>
              </a:spcAft>
              <a:buSzPts val="840"/>
              <a:buChar char="🞚"/>
              <a:defRPr sz="1200"/>
            </a:lvl4pPr>
            <a:lvl5pPr marL="2286000" lvl="4" indent="-281939" algn="l">
              <a:spcBef>
                <a:spcPts val="600"/>
              </a:spcBef>
              <a:spcAft>
                <a:spcPts val="0"/>
              </a:spcAft>
              <a:buSzPts val="840"/>
              <a:buChar char="◈"/>
              <a:defRPr sz="1200"/>
            </a:lvl5pPr>
            <a:lvl6pPr marL="2743200" lvl="5" indent="-308610" algn="l">
              <a:spcBef>
                <a:spcPts val="600"/>
              </a:spcBef>
              <a:spcAft>
                <a:spcPts val="0"/>
              </a:spcAft>
              <a:buSzPts val="1260"/>
              <a:buChar char="◈"/>
              <a:defRPr/>
            </a:lvl6pPr>
            <a:lvl7pPr marL="3200400" lvl="6" indent="-308610" algn="l">
              <a:spcBef>
                <a:spcPts val="600"/>
              </a:spcBef>
              <a:spcAft>
                <a:spcPts val="0"/>
              </a:spcAft>
              <a:buSzPts val="1260"/>
              <a:buChar char="◈"/>
              <a:defRPr/>
            </a:lvl7pPr>
            <a:lvl8pPr marL="3657600" lvl="7" indent="-308609" algn="l">
              <a:spcBef>
                <a:spcPts val="600"/>
              </a:spcBef>
              <a:spcAft>
                <a:spcPts val="0"/>
              </a:spcAft>
              <a:buSzPts val="1260"/>
              <a:buChar char="◈"/>
              <a:defRPr/>
            </a:lvl8pPr>
            <a:lvl9pPr marL="4114800" lvl="8" indent="-308609" algn="l">
              <a:spcBef>
                <a:spcPts val="600"/>
              </a:spcBef>
              <a:spcAft>
                <a:spcPts val="600"/>
              </a:spcAft>
              <a:buSzPts val="1260"/>
              <a:buChar char="◈"/>
              <a:defRPr/>
            </a:lvl9pPr>
          </a:lstStyle>
          <a:p>
            <a:endParaRPr/>
          </a:p>
        </p:txBody>
      </p:sp>
      <p:sp>
        <p:nvSpPr>
          <p:cNvPr id="51" name="Google Shape;51;p25"/>
          <p:cNvSpPr txBox="1">
            <a:spLocks noGrp="1"/>
          </p:cNvSpPr>
          <p:nvPr>
            <p:ph type="body" idx="3"/>
          </p:nvPr>
        </p:nvSpPr>
        <p:spPr>
          <a:xfrm>
            <a:off x="4721225" y="1835255"/>
            <a:ext cx="3671498" cy="544883"/>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Autofit/>
          </a:bodyPr>
          <a:lstStyle>
            <a:lvl1pPr marL="457200" lvl="0" indent="-228600" algn="ctr">
              <a:spcBef>
                <a:spcPts val="480"/>
              </a:spcBef>
              <a:spcAft>
                <a:spcPts val="0"/>
              </a:spcAft>
              <a:buSzPts val="1680"/>
              <a:buNone/>
              <a:defRPr sz="2400" b="0"/>
            </a:lvl1pPr>
            <a:lvl2pPr marL="914400" lvl="1" indent="-228600" algn="l">
              <a:spcBef>
                <a:spcPts val="600"/>
              </a:spcBef>
              <a:spcAft>
                <a:spcPts val="0"/>
              </a:spcAft>
              <a:buSzPts val="1400"/>
              <a:buNone/>
              <a:defRPr sz="2000" b="1"/>
            </a:lvl2pPr>
            <a:lvl3pPr marL="1371600" lvl="2" indent="-228600" algn="l">
              <a:spcBef>
                <a:spcPts val="600"/>
              </a:spcBef>
              <a:spcAft>
                <a:spcPts val="0"/>
              </a:spcAft>
              <a:buSzPts val="1260"/>
              <a:buNone/>
              <a:defRPr sz="1800" b="1"/>
            </a:lvl3pPr>
            <a:lvl4pPr marL="1828800" lvl="3" indent="-228600" algn="l">
              <a:spcBef>
                <a:spcPts val="600"/>
              </a:spcBef>
              <a:spcAft>
                <a:spcPts val="0"/>
              </a:spcAft>
              <a:buSzPts val="1120"/>
              <a:buNone/>
              <a:defRPr sz="1600" b="1"/>
            </a:lvl4pPr>
            <a:lvl5pPr marL="2286000" lvl="4" indent="-228600" algn="l">
              <a:spcBef>
                <a:spcPts val="600"/>
              </a:spcBef>
              <a:spcAft>
                <a:spcPts val="0"/>
              </a:spcAft>
              <a:buSzPts val="1120"/>
              <a:buNone/>
              <a:defRPr sz="1600" b="1"/>
            </a:lvl5pPr>
            <a:lvl6pPr marL="2743200" lvl="5" indent="-228600" algn="l">
              <a:spcBef>
                <a:spcPts val="600"/>
              </a:spcBef>
              <a:spcAft>
                <a:spcPts val="0"/>
              </a:spcAft>
              <a:buSzPts val="1120"/>
              <a:buNone/>
              <a:defRPr sz="1600" b="1"/>
            </a:lvl6pPr>
            <a:lvl7pPr marL="3200400" lvl="6" indent="-228600" algn="l">
              <a:spcBef>
                <a:spcPts val="600"/>
              </a:spcBef>
              <a:spcAft>
                <a:spcPts val="0"/>
              </a:spcAft>
              <a:buSzPts val="1120"/>
              <a:buNone/>
              <a:defRPr sz="1600" b="1"/>
            </a:lvl7pPr>
            <a:lvl8pPr marL="3657600" lvl="7" indent="-228600" algn="l">
              <a:spcBef>
                <a:spcPts val="600"/>
              </a:spcBef>
              <a:spcAft>
                <a:spcPts val="0"/>
              </a:spcAft>
              <a:buSzPts val="1120"/>
              <a:buNone/>
              <a:defRPr sz="1600" b="1"/>
            </a:lvl8pPr>
            <a:lvl9pPr marL="4114800" lvl="8" indent="-228600" algn="l">
              <a:spcBef>
                <a:spcPts val="600"/>
              </a:spcBef>
              <a:spcAft>
                <a:spcPts val="600"/>
              </a:spcAft>
              <a:buSzPts val="1120"/>
              <a:buNone/>
              <a:defRPr sz="1600" b="1"/>
            </a:lvl9pPr>
          </a:lstStyle>
          <a:p>
            <a:endParaRPr/>
          </a:p>
        </p:txBody>
      </p:sp>
      <p:sp>
        <p:nvSpPr>
          <p:cNvPr id="52" name="Google Shape;52;p25"/>
          <p:cNvSpPr txBox="1">
            <a:spLocks noGrp="1"/>
          </p:cNvSpPr>
          <p:nvPr>
            <p:ph type="body" idx="4"/>
          </p:nvPr>
        </p:nvSpPr>
        <p:spPr>
          <a:xfrm>
            <a:off x="4721225" y="2380138"/>
            <a:ext cx="3671498" cy="3411063"/>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308610" algn="l">
              <a:spcBef>
                <a:spcPts val="360"/>
              </a:spcBef>
              <a:spcAft>
                <a:spcPts val="0"/>
              </a:spcAft>
              <a:buSzPts val="1260"/>
              <a:buChar char="◈"/>
              <a:defRPr sz="1800"/>
            </a:lvl1pPr>
            <a:lvl2pPr marL="914400" lvl="1" indent="-299719" algn="l">
              <a:spcBef>
                <a:spcPts val="600"/>
              </a:spcBef>
              <a:spcAft>
                <a:spcPts val="0"/>
              </a:spcAft>
              <a:buSzPts val="1120"/>
              <a:buChar char="🞚"/>
              <a:defRPr sz="1600"/>
            </a:lvl2pPr>
            <a:lvl3pPr marL="1371600" lvl="2" indent="-290830" algn="l">
              <a:spcBef>
                <a:spcPts val="600"/>
              </a:spcBef>
              <a:spcAft>
                <a:spcPts val="0"/>
              </a:spcAft>
              <a:buSzPts val="980"/>
              <a:buChar char="◈"/>
              <a:defRPr sz="1400"/>
            </a:lvl3pPr>
            <a:lvl4pPr marL="1828800" lvl="3" indent="-281939" algn="l">
              <a:spcBef>
                <a:spcPts val="600"/>
              </a:spcBef>
              <a:spcAft>
                <a:spcPts val="0"/>
              </a:spcAft>
              <a:buSzPts val="840"/>
              <a:buChar char="🞚"/>
              <a:defRPr sz="1200"/>
            </a:lvl4pPr>
            <a:lvl5pPr marL="2286000" lvl="4" indent="-281939" algn="l">
              <a:spcBef>
                <a:spcPts val="600"/>
              </a:spcBef>
              <a:spcAft>
                <a:spcPts val="0"/>
              </a:spcAft>
              <a:buSzPts val="840"/>
              <a:buChar char="◈"/>
              <a:defRPr sz="1200"/>
            </a:lvl5pPr>
            <a:lvl6pPr marL="2743200" lvl="5" indent="-308610" algn="l">
              <a:spcBef>
                <a:spcPts val="600"/>
              </a:spcBef>
              <a:spcAft>
                <a:spcPts val="0"/>
              </a:spcAft>
              <a:buSzPts val="1260"/>
              <a:buChar char="◈"/>
              <a:defRPr/>
            </a:lvl6pPr>
            <a:lvl7pPr marL="3200400" lvl="6" indent="-308610" algn="l">
              <a:spcBef>
                <a:spcPts val="600"/>
              </a:spcBef>
              <a:spcAft>
                <a:spcPts val="0"/>
              </a:spcAft>
              <a:buSzPts val="1260"/>
              <a:buChar char="◈"/>
              <a:defRPr/>
            </a:lvl7pPr>
            <a:lvl8pPr marL="3657600" lvl="7" indent="-308609" algn="l">
              <a:spcBef>
                <a:spcPts val="600"/>
              </a:spcBef>
              <a:spcAft>
                <a:spcPts val="0"/>
              </a:spcAft>
              <a:buSzPts val="1260"/>
              <a:buChar char="◈"/>
              <a:defRPr/>
            </a:lvl8pPr>
            <a:lvl9pPr marL="4114800" lvl="8" indent="-308609" algn="l">
              <a:spcBef>
                <a:spcPts val="600"/>
              </a:spcBef>
              <a:spcAft>
                <a:spcPts val="600"/>
              </a:spcAft>
              <a:buSzPts val="1260"/>
              <a:buChar char="◈"/>
              <a:defRPr/>
            </a:lvl9pPr>
          </a:lstStyle>
          <a:p>
            <a:endParaRPr/>
          </a:p>
        </p:txBody>
      </p:sp>
      <p:sp>
        <p:nvSpPr>
          <p:cNvPr id="53" name="Google Shape;53;p25"/>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5"/>
          <p:cNvSpPr txBox="1">
            <a:spLocks noGrp="1"/>
          </p:cNvSpPr>
          <p:nvPr>
            <p:ph type="ftr" idx="11"/>
          </p:nvPr>
        </p:nvSpPr>
        <p:spPr>
          <a:xfrm>
            <a:off x="685347" y="5883276"/>
            <a:ext cx="500464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5"/>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26"/>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6"/>
          <p:cNvSpPr txBox="1">
            <a:spLocks noGrp="1"/>
          </p:cNvSpPr>
          <p:nvPr>
            <p:ph type="ftr" idx="11"/>
          </p:nvPr>
        </p:nvSpPr>
        <p:spPr>
          <a:xfrm>
            <a:off x="685347" y="5883276"/>
            <a:ext cx="500464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6"/>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27"/>
          <p:cNvSpPr txBox="1">
            <a:spLocks noGrp="1"/>
          </p:cNvSpPr>
          <p:nvPr>
            <p:ph type="title"/>
          </p:nvPr>
        </p:nvSpPr>
        <p:spPr>
          <a:xfrm>
            <a:off x="685347" y="609600"/>
            <a:ext cx="2780167" cy="1821918"/>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rmAutofit/>
          </a:bodyPr>
          <a:lstStyle>
            <a:lvl1pPr lvl="0" algn="ctr">
              <a:spcBef>
                <a:spcPts val="0"/>
              </a:spcBef>
              <a:spcAft>
                <a:spcPts val="0"/>
              </a:spcAft>
              <a:buClr>
                <a:schemeClr val="lt2"/>
              </a:buClr>
              <a:buSzPts val="2400"/>
              <a:buFont typeface="Lustria"/>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27"/>
          <p:cNvSpPr txBox="1">
            <a:spLocks noGrp="1"/>
          </p:cNvSpPr>
          <p:nvPr>
            <p:ph type="body" idx="1"/>
          </p:nvPr>
        </p:nvSpPr>
        <p:spPr>
          <a:xfrm>
            <a:off x="3641725" y="609600"/>
            <a:ext cx="4808943" cy="5181600"/>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308610" algn="l">
              <a:spcBef>
                <a:spcPts val="360"/>
              </a:spcBef>
              <a:spcAft>
                <a:spcPts val="0"/>
              </a:spcAft>
              <a:buSzPts val="1260"/>
              <a:buChar char="◈"/>
              <a:defRPr/>
            </a:lvl1pPr>
            <a:lvl2pPr marL="914400" lvl="1" indent="-308610" algn="l">
              <a:spcBef>
                <a:spcPts val="600"/>
              </a:spcBef>
              <a:spcAft>
                <a:spcPts val="0"/>
              </a:spcAft>
              <a:buSzPts val="1260"/>
              <a:buChar char="🞚"/>
              <a:defRPr/>
            </a:lvl2pPr>
            <a:lvl3pPr marL="1371600" lvl="2" indent="-308610" algn="l">
              <a:spcBef>
                <a:spcPts val="600"/>
              </a:spcBef>
              <a:spcAft>
                <a:spcPts val="0"/>
              </a:spcAft>
              <a:buSzPts val="1260"/>
              <a:buChar char="◈"/>
              <a:defRPr/>
            </a:lvl3pPr>
            <a:lvl4pPr marL="1828800" lvl="3" indent="-308610" algn="l">
              <a:spcBef>
                <a:spcPts val="600"/>
              </a:spcBef>
              <a:spcAft>
                <a:spcPts val="0"/>
              </a:spcAft>
              <a:buSzPts val="1260"/>
              <a:buChar char="🞚"/>
              <a:defRPr/>
            </a:lvl4pPr>
            <a:lvl5pPr marL="2286000" lvl="4" indent="-308610" algn="l">
              <a:spcBef>
                <a:spcPts val="600"/>
              </a:spcBef>
              <a:spcAft>
                <a:spcPts val="0"/>
              </a:spcAft>
              <a:buSzPts val="1260"/>
              <a:buChar char="◈"/>
              <a:defRPr/>
            </a:lvl5pPr>
            <a:lvl6pPr marL="2743200" lvl="5" indent="-308610" algn="l">
              <a:spcBef>
                <a:spcPts val="600"/>
              </a:spcBef>
              <a:spcAft>
                <a:spcPts val="0"/>
              </a:spcAft>
              <a:buSzPts val="1260"/>
              <a:buChar char="◈"/>
              <a:defRPr/>
            </a:lvl6pPr>
            <a:lvl7pPr marL="3200400" lvl="6" indent="-308610" algn="l">
              <a:spcBef>
                <a:spcPts val="600"/>
              </a:spcBef>
              <a:spcAft>
                <a:spcPts val="0"/>
              </a:spcAft>
              <a:buSzPts val="1260"/>
              <a:buChar char="◈"/>
              <a:defRPr/>
            </a:lvl7pPr>
            <a:lvl8pPr marL="3657600" lvl="7" indent="-308609" algn="l">
              <a:spcBef>
                <a:spcPts val="600"/>
              </a:spcBef>
              <a:spcAft>
                <a:spcPts val="0"/>
              </a:spcAft>
              <a:buSzPts val="1260"/>
              <a:buChar char="◈"/>
              <a:defRPr/>
            </a:lvl8pPr>
            <a:lvl9pPr marL="4114800" lvl="8" indent="-308609" algn="l">
              <a:spcBef>
                <a:spcPts val="600"/>
              </a:spcBef>
              <a:spcAft>
                <a:spcPts val="600"/>
              </a:spcAft>
              <a:buSzPts val="1260"/>
              <a:buChar char="◈"/>
              <a:defRPr/>
            </a:lvl9pPr>
          </a:lstStyle>
          <a:p>
            <a:endParaRPr/>
          </a:p>
        </p:txBody>
      </p:sp>
      <p:sp>
        <p:nvSpPr>
          <p:cNvPr id="63" name="Google Shape;63;p27"/>
          <p:cNvSpPr txBox="1">
            <a:spLocks noGrp="1"/>
          </p:cNvSpPr>
          <p:nvPr>
            <p:ph type="body" idx="2"/>
          </p:nvPr>
        </p:nvSpPr>
        <p:spPr>
          <a:xfrm>
            <a:off x="685347" y="2431518"/>
            <a:ext cx="2780167" cy="3359681"/>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spcBef>
                <a:spcPts val="320"/>
              </a:spcBef>
              <a:spcAft>
                <a:spcPts val="0"/>
              </a:spcAft>
              <a:buSzPts val="1120"/>
              <a:buNone/>
              <a:defRPr sz="1600"/>
            </a:lvl1pPr>
            <a:lvl2pPr marL="914400" lvl="1" indent="-228600" algn="l">
              <a:spcBef>
                <a:spcPts val="600"/>
              </a:spcBef>
              <a:spcAft>
                <a:spcPts val="0"/>
              </a:spcAft>
              <a:buSzPts val="840"/>
              <a:buNone/>
              <a:defRPr sz="1200"/>
            </a:lvl2pPr>
            <a:lvl3pPr marL="1371600" lvl="2" indent="-228600" algn="l">
              <a:spcBef>
                <a:spcPts val="600"/>
              </a:spcBef>
              <a:spcAft>
                <a:spcPts val="0"/>
              </a:spcAft>
              <a:buSzPts val="700"/>
              <a:buNone/>
              <a:defRPr sz="1000"/>
            </a:lvl3pPr>
            <a:lvl4pPr marL="1828800" lvl="3" indent="-228600" algn="l">
              <a:spcBef>
                <a:spcPts val="600"/>
              </a:spcBef>
              <a:spcAft>
                <a:spcPts val="0"/>
              </a:spcAft>
              <a:buSzPts val="630"/>
              <a:buNone/>
              <a:defRPr sz="900"/>
            </a:lvl4pPr>
            <a:lvl5pPr marL="2286000" lvl="4" indent="-228600" algn="l">
              <a:spcBef>
                <a:spcPts val="600"/>
              </a:spcBef>
              <a:spcAft>
                <a:spcPts val="0"/>
              </a:spcAft>
              <a:buSzPts val="630"/>
              <a:buNone/>
              <a:defRPr sz="900"/>
            </a:lvl5pPr>
            <a:lvl6pPr marL="2743200" lvl="5" indent="-228600" algn="l">
              <a:spcBef>
                <a:spcPts val="600"/>
              </a:spcBef>
              <a:spcAft>
                <a:spcPts val="0"/>
              </a:spcAft>
              <a:buSzPts val="630"/>
              <a:buNone/>
              <a:defRPr sz="900"/>
            </a:lvl6pPr>
            <a:lvl7pPr marL="3200400" lvl="6" indent="-228600" algn="l">
              <a:spcBef>
                <a:spcPts val="600"/>
              </a:spcBef>
              <a:spcAft>
                <a:spcPts val="0"/>
              </a:spcAft>
              <a:buSzPts val="630"/>
              <a:buNone/>
              <a:defRPr sz="900"/>
            </a:lvl7pPr>
            <a:lvl8pPr marL="3657600" lvl="7" indent="-228600" algn="l">
              <a:spcBef>
                <a:spcPts val="600"/>
              </a:spcBef>
              <a:spcAft>
                <a:spcPts val="0"/>
              </a:spcAft>
              <a:buSzPts val="630"/>
              <a:buNone/>
              <a:defRPr sz="900"/>
            </a:lvl8pPr>
            <a:lvl9pPr marL="4114800" lvl="8" indent="-228600" algn="l">
              <a:spcBef>
                <a:spcPts val="600"/>
              </a:spcBef>
              <a:spcAft>
                <a:spcPts val="600"/>
              </a:spcAft>
              <a:buSzPts val="630"/>
              <a:buNone/>
              <a:defRPr sz="900"/>
            </a:lvl9pPr>
          </a:lstStyle>
          <a:p>
            <a:endParaRPr/>
          </a:p>
        </p:txBody>
      </p:sp>
      <p:sp>
        <p:nvSpPr>
          <p:cNvPr id="64" name="Google Shape;64;p27"/>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7"/>
          <p:cNvSpPr txBox="1">
            <a:spLocks noGrp="1"/>
          </p:cNvSpPr>
          <p:nvPr>
            <p:ph type="ftr" idx="11"/>
          </p:nvPr>
        </p:nvSpPr>
        <p:spPr>
          <a:xfrm>
            <a:off x="685347" y="5883276"/>
            <a:ext cx="500464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7"/>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pic>
        <p:nvPicPr>
          <p:cNvPr id="68" name="Google Shape;68;p28" descr="Slate-V2-SD-vertPhotoInset.png"/>
          <p:cNvPicPr preferRelativeResize="0"/>
          <p:nvPr/>
        </p:nvPicPr>
        <p:blipFill rotWithShape="1">
          <a:blip r:embed="rId2">
            <a:alphaModFix/>
          </a:blip>
          <a:srcRect/>
          <a:stretch/>
        </p:blipFill>
        <p:spPr>
          <a:xfrm>
            <a:off x="4844987" y="609923"/>
            <a:ext cx="3428146" cy="5205472"/>
          </a:xfrm>
          <a:prstGeom prst="rect">
            <a:avLst/>
          </a:prstGeom>
          <a:noFill/>
          <a:ln>
            <a:noFill/>
          </a:ln>
        </p:spPr>
      </p:pic>
      <p:sp>
        <p:nvSpPr>
          <p:cNvPr id="69" name="Google Shape;69;p28"/>
          <p:cNvSpPr txBox="1">
            <a:spLocks noGrp="1"/>
          </p:cNvSpPr>
          <p:nvPr>
            <p:ph type="title"/>
          </p:nvPr>
        </p:nvSpPr>
        <p:spPr>
          <a:xfrm>
            <a:off x="685347" y="609923"/>
            <a:ext cx="3924676" cy="1829338"/>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Autofit/>
          </a:bodyPr>
          <a:lstStyle>
            <a:lvl1pPr lvl="0" algn="ctr">
              <a:spcBef>
                <a:spcPts val="0"/>
              </a:spcBef>
              <a:spcAft>
                <a:spcPts val="0"/>
              </a:spcAft>
              <a:buClr>
                <a:schemeClr val="lt2"/>
              </a:buClr>
              <a:buSzPts val="3200"/>
              <a:buFont typeface="Lustria"/>
              <a:buNone/>
              <a:defRPr sz="32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8"/>
          <p:cNvSpPr>
            <a:spLocks noGrp="1"/>
          </p:cNvSpPr>
          <p:nvPr>
            <p:ph type="pic" idx="2"/>
          </p:nvPr>
        </p:nvSpPr>
        <p:spPr>
          <a:xfrm>
            <a:off x="4976728" y="743989"/>
            <a:ext cx="3165375" cy="4912822"/>
          </a:xfrm>
          <a:prstGeom prst="rect">
            <a:avLst/>
          </a:prstGeom>
          <a:noFill/>
          <a:ln>
            <a:noFill/>
          </a:ln>
          <a:effectLst>
            <a:outerShdw blurRad="38100" dist="25400" dir="4440000">
              <a:srgbClr val="000000">
                <a:alpha val="35686"/>
              </a:srgbClr>
            </a:outerShdw>
          </a:effectLst>
        </p:spPr>
      </p:sp>
      <p:sp>
        <p:nvSpPr>
          <p:cNvPr id="71" name="Google Shape;71;p28"/>
          <p:cNvSpPr txBox="1">
            <a:spLocks noGrp="1"/>
          </p:cNvSpPr>
          <p:nvPr>
            <p:ph type="body" idx="1"/>
          </p:nvPr>
        </p:nvSpPr>
        <p:spPr>
          <a:xfrm>
            <a:off x="685347" y="2439261"/>
            <a:ext cx="3924676" cy="3376134"/>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spcBef>
                <a:spcPts val="320"/>
              </a:spcBef>
              <a:spcAft>
                <a:spcPts val="0"/>
              </a:spcAft>
              <a:buSzPts val="1120"/>
              <a:buNone/>
              <a:defRPr sz="1600"/>
            </a:lvl1pPr>
            <a:lvl2pPr marL="914400" lvl="1" indent="-228600" algn="l">
              <a:spcBef>
                <a:spcPts val="600"/>
              </a:spcBef>
              <a:spcAft>
                <a:spcPts val="0"/>
              </a:spcAft>
              <a:buSzPts val="840"/>
              <a:buNone/>
              <a:defRPr sz="1200"/>
            </a:lvl2pPr>
            <a:lvl3pPr marL="1371600" lvl="2" indent="-228600" algn="l">
              <a:spcBef>
                <a:spcPts val="600"/>
              </a:spcBef>
              <a:spcAft>
                <a:spcPts val="0"/>
              </a:spcAft>
              <a:buSzPts val="700"/>
              <a:buNone/>
              <a:defRPr sz="1000"/>
            </a:lvl3pPr>
            <a:lvl4pPr marL="1828800" lvl="3" indent="-228600" algn="l">
              <a:spcBef>
                <a:spcPts val="600"/>
              </a:spcBef>
              <a:spcAft>
                <a:spcPts val="0"/>
              </a:spcAft>
              <a:buSzPts val="630"/>
              <a:buNone/>
              <a:defRPr sz="900"/>
            </a:lvl4pPr>
            <a:lvl5pPr marL="2286000" lvl="4" indent="-228600" algn="l">
              <a:spcBef>
                <a:spcPts val="600"/>
              </a:spcBef>
              <a:spcAft>
                <a:spcPts val="0"/>
              </a:spcAft>
              <a:buSzPts val="630"/>
              <a:buNone/>
              <a:defRPr sz="900"/>
            </a:lvl5pPr>
            <a:lvl6pPr marL="2743200" lvl="5" indent="-228600" algn="l">
              <a:spcBef>
                <a:spcPts val="600"/>
              </a:spcBef>
              <a:spcAft>
                <a:spcPts val="0"/>
              </a:spcAft>
              <a:buSzPts val="630"/>
              <a:buNone/>
              <a:defRPr sz="900"/>
            </a:lvl6pPr>
            <a:lvl7pPr marL="3200400" lvl="6" indent="-228600" algn="l">
              <a:spcBef>
                <a:spcPts val="600"/>
              </a:spcBef>
              <a:spcAft>
                <a:spcPts val="0"/>
              </a:spcAft>
              <a:buSzPts val="630"/>
              <a:buNone/>
              <a:defRPr sz="900"/>
            </a:lvl7pPr>
            <a:lvl8pPr marL="3657600" lvl="7" indent="-228600" algn="l">
              <a:spcBef>
                <a:spcPts val="600"/>
              </a:spcBef>
              <a:spcAft>
                <a:spcPts val="0"/>
              </a:spcAft>
              <a:buSzPts val="630"/>
              <a:buNone/>
              <a:defRPr sz="900"/>
            </a:lvl8pPr>
            <a:lvl9pPr marL="4114800" lvl="8" indent="-228600" algn="l">
              <a:spcBef>
                <a:spcPts val="600"/>
              </a:spcBef>
              <a:spcAft>
                <a:spcPts val="600"/>
              </a:spcAft>
              <a:buSzPts val="630"/>
              <a:buNone/>
              <a:defRPr sz="900"/>
            </a:lvl9pPr>
          </a:lstStyle>
          <a:p>
            <a:endParaRPr/>
          </a:p>
        </p:txBody>
      </p:sp>
      <p:sp>
        <p:nvSpPr>
          <p:cNvPr id="72" name="Google Shape;72;p28"/>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8"/>
          <p:cNvSpPr txBox="1">
            <a:spLocks noGrp="1"/>
          </p:cNvSpPr>
          <p:nvPr>
            <p:ph type="ftr" idx="11"/>
          </p:nvPr>
        </p:nvSpPr>
        <p:spPr>
          <a:xfrm>
            <a:off x="685347" y="5883276"/>
            <a:ext cx="500464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8"/>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5"/>
        <p:cNvGrpSpPr/>
        <p:nvPr/>
      </p:nvGrpSpPr>
      <p:grpSpPr>
        <a:xfrm>
          <a:off x="0" y="0"/>
          <a:ext cx="0" cy="0"/>
          <a:chOff x="0" y="0"/>
          <a:chExt cx="0" cy="0"/>
        </a:xfrm>
      </p:grpSpPr>
      <p:pic>
        <p:nvPicPr>
          <p:cNvPr id="76" name="Google Shape;76;p29" descr="Slate-V2-SD-panoPhotoInset.png"/>
          <p:cNvPicPr preferRelativeResize="0"/>
          <p:nvPr/>
        </p:nvPicPr>
        <p:blipFill rotWithShape="1">
          <a:blip r:embed="rId2">
            <a:alphaModFix/>
          </a:blip>
          <a:srcRect/>
          <a:stretch/>
        </p:blipFill>
        <p:spPr>
          <a:xfrm>
            <a:off x="743995" y="540085"/>
            <a:ext cx="7656010" cy="3834374"/>
          </a:xfrm>
          <a:prstGeom prst="rect">
            <a:avLst/>
          </a:prstGeom>
          <a:noFill/>
          <a:ln>
            <a:noFill/>
          </a:ln>
        </p:spPr>
      </p:pic>
      <p:sp>
        <p:nvSpPr>
          <p:cNvPr id="77" name="Google Shape;77;p29"/>
          <p:cNvSpPr txBox="1">
            <a:spLocks noGrp="1"/>
          </p:cNvSpPr>
          <p:nvPr>
            <p:ph type="title"/>
          </p:nvPr>
        </p:nvSpPr>
        <p:spPr>
          <a:xfrm>
            <a:off x="685354" y="4565255"/>
            <a:ext cx="7766495" cy="543472"/>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rmAutofit/>
          </a:bodyPr>
          <a:lstStyle>
            <a:lvl1pPr lvl="0" algn="ctr">
              <a:spcBef>
                <a:spcPts val="0"/>
              </a:spcBef>
              <a:spcAft>
                <a:spcPts val="0"/>
              </a:spcAft>
              <a:buClr>
                <a:schemeClr val="lt2"/>
              </a:buClr>
              <a:buSzPts val="2800"/>
              <a:buFont typeface="Lustria"/>
              <a:buNone/>
              <a:defRPr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9"/>
          <p:cNvSpPr>
            <a:spLocks noGrp="1"/>
          </p:cNvSpPr>
          <p:nvPr>
            <p:ph type="pic" idx="2"/>
          </p:nvPr>
        </p:nvSpPr>
        <p:spPr>
          <a:xfrm>
            <a:off x="926217" y="695010"/>
            <a:ext cx="7285600" cy="3525671"/>
          </a:xfrm>
          <a:prstGeom prst="rect">
            <a:avLst/>
          </a:prstGeom>
          <a:noFill/>
          <a:ln>
            <a:noFill/>
          </a:ln>
          <a:effectLst>
            <a:outerShdw blurRad="38100" dist="25400" dir="4440000">
              <a:srgbClr val="000000">
                <a:alpha val="35686"/>
              </a:srgbClr>
            </a:outerShdw>
          </a:effectLst>
        </p:spPr>
      </p:sp>
      <p:sp>
        <p:nvSpPr>
          <p:cNvPr id="79" name="Google Shape;79;p29"/>
          <p:cNvSpPr txBox="1">
            <a:spLocks noGrp="1"/>
          </p:cNvSpPr>
          <p:nvPr>
            <p:ph type="body" idx="1"/>
          </p:nvPr>
        </p:nvSpPr>
        <p:spPr>
          <a:xfrm>
            <a:off x="685346" y="5108728"/>
            <a:ext cx="7765322" cy="682472"/>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spcBef>
                <a:spcPts val="320"/>
              </a:spcBef>
              <a:spcAft>
                <a:spcPts val="0"/>
              </a:spcAft>
              <a:buSzPts val="1120"/>
              <a:buNone/>
              <a:defRPr sz="1600"/>
            </a:lvl1pPr>
            <a:lvl2pPr marL="914400" lvl="1" indent="-228600" algn="l">
              <a:spcBef>
                <a:spcPts val="600"/>
              </a:spcBef>
              <a:spcAft>
                <a:spcPts val="0"/>
              </a:spcAft>
              <a:buSzPts val="980"/>
              <a:buNone/>
              <a:defRPr sz="1400"/>
            </a:lvl2pPr>
            <a:lvl3pPr marL="1371600" lvl="2" indent="-228600" algn="l">
              <a:spcBef>
                <a:spcPts val="600"/>
              </a:spcBef>
              <a:spcAft>
                <a:spcPts val="0"/>
              </a:spcAft>
              <a:buSzPts val="840"/>
              <a:buNone/>
              <a:defRPr sz="1200"/>
            </a:lvl3pPr>
            <a:lvl4pPr marL="1828800" lvl="3" indent="-228600" algn="l">
              <a:spcBef>
                <a:spcPts val="600"/>
              </a:spcBef>
              <a:spcAft>
                <a:spcPts val="0"/>
              </a:spcAft>
              <a:buSzPts val="700"/>
              <a:buNone/>
              <a:defRPr sz="1000"/>
            </a:lvl4pPr>
            <a:lvl5pPr marL="2286000" lvl="4" indent="-228600" algn="l">
              <a:spcBef>
                <a:spcPts val="600"/>
              </a:spcBef>
              <a:spcAft>
                <a:spcPts val="0"/>
              </a:spcAft>
              <a:buSzPts val="700"/>
              <a:buNone/>
              <a:defRPr sz="1000"/>
            </a:lvl5pPr>
            <a:lvl6pPr marL="2743200" lvl="5" indent="-228600" algn="l">
              <a:spcBef>
                <a:spcPts val="600"/>
              </a:spcBef>
              <a:spcAft>
                <a:spcPts val="0"/>
              </a:spcAft>
              <a:buSzPts val="700"/>
              <a:buNone/>
              <a:defRPr sz="1000"/>
            </a:lvl6pPr>
            <a:lvl7pPr marL="3200400" lvl="6" indent="-228600" algn="l">
              <a:spcBef>
                <a:spcPts val="600"/>
              </a:spcBef>
              <a:spcAft>
                <a:spcPts val="0"/>
              </a:spcAft>
              <a:buSzPts val="700"/>
              <a:buNone/>
              <a:defRPr sz="1000"/>
            </a:lvl7pPr>
            <a:lvl8pPr marL="3657600" lvl="7" indent="-228600" algn="l">
              <a:spcBef>
                <a:spcPts val="600"/>
              </a:spcBef>
              <a:spcAft>
                <a:spcPts val="0"/>
              </a:spcAft>
              <a:buSzPts val="700"/>
              <a:buNone/>
              <a:defRPr sz="1000"/>
            </a:lvl8pPr>
            <a:lvl9pPr marL="4114800" lvl="8" indent="-228600" algn="l">
              <a:spcBef>
                <a:spcPts val="600"/>
              </a:spcBef>
              <a:spcAft>
                <a:spcPts val="600"/>
              </a:spcAft>
              <a:buSzPts val="700"/>
              <a:buNone/>
              <a:defRPr sz="1000"/>
            </a:lvl9pPr>
          </a:lstStyle>
          <a:p>
            <a:endParaRPr/>
          </a:p>
        </p:txBody>
      </p:sp>
      <p:sp>
        <p:nvSpPr>
          <p:cNvPr id="80" name="Google Shape;80;p29"/>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9"/>
          <p:cNvSpPr txBox="1">
            <a:spLocks noGrp="1"/>
          </p:cNvSpPr>
          <p:nvPr>
            <p:ph type="ftr" idx="11"/>
          </p:nvPr>
        </p:nvSpPr>
        <p:spPr>
          <a:xfrm>
            <a:off x="685347" y="5883276"/>
            <a:ext cx="500464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9"/>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83"/>
        <p:cNvGrpSpPr/>
        <p:nvPr/>
      </p:nvGrpSpPr>
      <p:grpSpPr>
        <a:xfrm>
          <a:off x="0" y="0"/>
          <a:ext cx="0" cy="0"/>
          <a:chOff x="0" y="0"/>
          <a:chExt cx="0" cy="0"/>
        </a:xfrm>
      </p:grpSpPr>
      <p:sp>
        <p:nvSpPr>
          <p:cNvPr id="84" name="Google Shape;84;p30"/>
          <p:cNvSpPr txBox="1">
            <a:spLocks noGrp="1"/>
          </p:cNvSpPr>
          <p:nvPr>
            <p:ph type="title"/>
          </p:nvPr>
        </p:nvSpPr>
        <p:spPr>
          <a:xfrm>
            <a:off x="685346" y="608437"/>
            <a:ext cx="7765322" cy="3534344"/>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lvl="0" algn="ctr">
              <a:spcBef>
                <a:spcPts val="0"/>
              </a:spcBef>
              <a:spcAft>
                <a:spcPts val="0"/>
              </a:spcAft>
              <a:buClr>
                <a:schemeClr val="lt2"/>
              </a:buClr>
              <a:buSzPts val="3200"/>
              <a:buFont typeface="Lustria"/>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30"/>
          <p:cNvSpPr txBox="1">
            <a:spLocks noGrp="1"/>
          </p:cNvSpPr>
          <p:nvPr>
            <p:ph type="body" idx="1"/>
          </p:nvPr>
        </p:nvSpPr>
        <p:spPr>
          <a:xfrm>
            <a:off x="685346" y="4295180"/>
            <a:ext cx="7765322" cy="1501826"/>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marL="457200" lvl="0" indent="-228600" algn="ctr">
              <a:spcBef>
                <a:spcPts val="320"/>
              </a:spcBef>
              <a:spcAft>
                <a:spcPts val="0"/>
              </a:spcAft>
              <a:buSzPts val="1120"/>
              <a:buNone/>
              <a:defRPr sz="1600"/>
            </a:lvl1pPr>
            <a:lvl2pPr marL="914400" lvl="1" indent="-228600" algn="l">
              <a:spcBef>
                <a:spcPts val="600"/>
              </a:spcBef>
              <a:spcAft>
                <a:spcPts val="0"/>
              </a:spcAft>
              <a:buSzPts val="980"/>
              <a:buNone/>
              <a:defRPr sz="1400"/>
            </a:lvl2pPr>
            <a:lvl3pPr marL="1371600" lvl="2" indent="-228600" algn="l">
              <a:spcBef>
                <a:spcPts val="600"/>
              </a:spcBef>
              <a:spcAft>
                <a:spcPts val="0"/>
              </a:spcAft>
              <a:buSzPts val="840"/>
              <a:buNone/>
              <a:defRPr sz="1200"/>
            </a:lvl3pPr>
            <a:lvl4pPr marL="1828800" lvl="3" indent="-228600" algn="l">
              <a:spcBef>
                <a:spcPts val="600"/>
              </a:spcBef>
              <a:spcAft>
                <a:spcPts val="0"/>
              </a:spcAft>
              <a:buSzPts val="700"/>
              <a:buNone/>
              <a:defRPr sz="1000"/>
            </a:lvl4pPr>
            <a:lvl5pPr marL="2286000" lvl="4" indent="-228600" algn="l">
              <a:spcBef>
                <a:spcPts val="600"/>
              </a:spcBef>
              <a:spcAft>
                <a:spcPts val="0"/>
              </a:spcAft>
              <a:buSzPts val="700"/>
              <a:buNone/>
              <a:defRPr sz="1000"/>
            </a:lvl5pPr>
            <a:lvl6pPr marL="2743200" lvl="5" indent="-228600" algn="l">
              <a:spcBef>
                <a:spcPts val="600"/>
              </a:spcBef>
              <a:spcAft>
                <a:spcPts val="0"/>
              </a:spcAft>
              <a:buSzPts val="700"/>
              <a:buNone/>
              <a:defRPr sz="1000"/>
            </a:lvl6pPr>
            <a:lvl7pPr marL="3200400" lvl="6" indent="-228600" algn="l">
              <a:spcBef>
                <a:spcPts val="600"/>
              </a:spcBef>
              <a:spcAft>
                <a:spcPts val="0"/>
              </a:spcAft>
              <a:buSzPts val="700"/>
              <a:buNone/>
              <a:defRPr sz="1000"/>
            </a:lvl7pPr>
            <a:lvl8pPr marL="3657600" lvl="7" indent="-228600" algn="l">
              <a:spcBef>
                <a:spcPts val="600"/>
              </a:spcBef>
              <a:spcAft>
                <a:spcPts val="0"/>
              </a:spcAft>
              <a:buSzPts val="700"/>
              <a:buNone/>
              <a:defRPr sz="1000"/>
            </a:lvl8pPr>
            <a:lvl9pPr marL="4114800" lvl="8" indent="-228600" algn="l">
              <a:spcBef>
                <a:spcPts val="600"/>
              </a:spcBef>
              <a:spcAft>
                <a:spcPts val="600"/>
              </a:spcAft>
              <a:buSzPts val="700"/>
              <a:buNone/>
              <a:defRPr sz="1000"/>
            </a:lvl9pPr>
          </a:lstStyle>
          <a:p>
            <a:endParaRPr/>
          </a:p>
        </p:txBody>
      </p:sp>
      <p:sp>
        <p:nvSpPr>
          <p:cNvPr id="86" name="Google Shape;86;p30"/>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30"/>
          <p:cNvSpPr txBox="1">
            <a:spLocks noGrp="1"/>
          </p:cNvSpPr>
          <p:nvPr>
            <p:ph type="ftr" idx="11"/>
          </p:nvPr>
        </p:nvSpPr>
        <p:spPr>
          <a:xfrm>
            <a:off x="685347" y="5883276"/>
            <a:ext cx="500464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30"/>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89"/>
        <p:cNvGrpSpPr/>
        <p:nvPr/>
      </p:nvGrpSpPr>
      <p:grpSpPr>
        <a:xfrm>
          <a:off x="0" y="0"/>
          <a:ext cx="0" cy="0"/>
          <a:chOff x="0" y="0"/>
          <a:chExt cx="0" cy="0"/>
        </a:xfrm>
      </p:grpSpPr>
      <p:sp>
        <p:nvSpPr>
          <p:cNvPr id="90" name="Google Shape;90;p31"/>
          <p:cNvSpPr txBox="1">
            <a:spLocks noGrp="1"/>
          </p:cNvSpPr>
          <p:nvPr>
            <p:ph type="title"/>
          </p:nvPr>
        </p:nvSpPr>
        <p:spPr>
          <a:xfrm>
            <a:off x="1084659" y="609600"/>
            <a:ext cx="6977064" cy="2992904"/>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lvl="0" algn="ctr">
              <a:spcBef>
                <a:spcPts val="0"/>
              </a:spcBef>
              <a:spcAft>
                <a:spcPts val="0"/>
              </a:spcAft>
              <a:buClr>
                <a:schemeClr val="lt2"/>
              </a:buClr>
              <a:buSzPts val="3200"/>
              <a:buFont typeface="Lustria"/>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31"/>
          <p:cNvSpPr txBox="1">
            <a:spLocks noGrp="1"/>
          </p:cNvSpPr>
          <p:nvPr>
            <p:ph type="body" idx="1"/>
          </p:nvPr>
        </p:nvSpPr>
        <p:spPr>
          <a:xfrm>
            <a:off x="1290484" y="3610033"/>
            <a:ext cx="6564224" cy="532749"/>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r">
              <a:spcBef>
                <a:spcPts val="280"/>
              </a:spcBef>
              <a:spcAft>
                <a:spcPts val="0"/>
              </a:spcAft>
              <a:buSzPts val="980"/>
              <a:buNone/>
              <a:defRPr sz="1400"/>
            </a:lvl1pPr>
            <a:lvl2pPr marL="914400" lvl="1" indent="-228600" algn="l">
              <a:spcBef>
                <a:spcPts val="600"/>
              </a:spcBef>
              <a:spcAft>
                <a:spcPts val="0"/>
              </a:spcAft>
              <a:buSzPts val="980"/>
              <a:buNone/>
              <a:defRPr sz="1400"/>
            </a:lvl2pPr>
            <a:lvl3pPr marL="1371600" lvl="2" indent="-228600" algn="l">
              <a:spcBef>
                <a:spcPts val="600"/>
              </a:spcBef>
              <a:spcAft>
                <a:spcPts val="0"/>
              </a:spcAft>
              <a:buSzPts val="840"/>
              <a:buNone/>
              <a:defRPr sz="1200"/>
            </a:lvl3pPr>
            <a:lvl4pPr marL="1828800" lvl="3" indent="-228600" algn="l">
              <a:spcBef>
                <a:spcPts val="600"/>
              </a:spcBef>
              <a:spcAft>
                <a:spcPts val="0"/>
              </a:spcAft>
              <a:buSzPts val="700"/>
              <a:buNone/>
              <a:defRPr sz="1000"/>
            </a:lvl4pPr>
            <a:lvl5pPr marL="2286000" lvl="4" indent="-228600" algn="l">
              <a:spcBef>
                <a:spcPts val="600"/>
              </a:spcBef>
              <a:spcAft>
                <a:spcPts val="0"/>
              </a:spcAft>
              <a:buSzPts val="700"/>
              <a:buNone/>
              <a:defRPr sz="1000"/>
            </a:lvl5pPr>
            <a:lvl6pPr marL="2743200" lvl="5" indent="-228600" algn="l">
              <a:spcBef>
                <a:spcPts val="600"/>
              </a:spcBef>
              <a:spcAft>
                <a:spcPts val="0"/>
              </a:spcAft>
              <a:buSzPts val="700"/>
              <a:buNone/>
              <a:defRPr sz="1000"/>
            </a:lvl6pPr>
            <a:lvl7pPr marL="3200400" lvl="6" indent="-228600" algn="l">
              <a:spcBef>
                <a:spcPts val="600"/>
              </a:spcBef>
              <a:spcAft>
                <a:spcPts val="0"/>
              </a:spcAft>
              <a:buSzPts val="700"/>
              <a:buNone/>
              <a:defRPr sz="1000"/>
            </a:lvl7pPr>
            <a:lvl8pPr marL="3657600" lvl="7" indent="-228600" algn="l">
              <a:spcBef>
                <a:spcPts val="600"/>
              </a:spcBef>
              <a:spcAft>
                <a:spcPts val="0"/>
              </a:spcAft>
              <a:buSzPts val="700"/>
              <a:buNone/>
              <a:defRPr sz="1000"/>
            </a:lvl8pPr>
            <a:lvl9pPr marL="4114800" lvl="8" indent="-228600" algn="l">
              <a:spcBef>
                <a:spcPts val="600"/>
              </a:spcBef>
              <a:spcAft>
                <a:spcPts val="600"/>
              </a:spcAft>
              <a:buSzPts val="700"/>
              <a:buNone/>
              <a:defRPr sz="1000"/>
            </a:lvl9pPr>
          </a:lstStyle>
          <a:p>
            <a:endParaRPr/>
          </a:p>
        </p:txBody>
      </p:sp>
      <p:sp>
        <p:nvSpPr>
          <p:cNvPr id="92" name="Google Shape;92;p31"/>
          <p:cNvSpPr txBox="1">
            <a:spLocks noGrp="1"/>
          </p:cNvSpPr>
          <p:nvPr>
            <p:ph type="body" idx="2"/>
          </p:nvPr>
        </p:nvSpPr>
        <p:spPr>
          <a:xfrm>
            <a:off x="685346" y="4304353"/>
            <a:ext cx="7765322" cy="1489496"/>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marL="457200" lvl="0" indent="-228600" algn="ctr">
              <a:spcBef>
                <a:spcPts val="320"/>
              </a:spcBef>
              <a:spcAft>
                <a:spcPts val="0"/>
              </a:spcAft>
              <a:buSzPts val="1120"/>
              <a:buNone/>
              <a:defRPr sz="1600"/>
            </a:lvl1pPr>
            <a:lvl2pPr marL="914400" lvl="1" indent="-228600" algn="l">
              <a:spcBef>
                <a:spcPts val="600"/>
              </a:spcBef>
              <a:spcAft>
                <a:spcPts val="0"/>
              </a:spcAft>
              <a:buSzPts val="980"/>
              <a:buNone/>
              <a:defRPr sz="1400"/>
            </a:lvl2pPr>
            <a:lvl3pPr marL="1371600" lvl="2" indent="-228600" algn="l">
              <a:spcBef>
                <a:spcPts val="600"/>
              </a:spcBef>
              <a:spcAft>
                <a:spcPts val="0"/>
              </a:spcAft>
              <a:buSzPts val="840"/>
              <a:buNone/>
              <a:defRPr sz="1200"/>
            </a:lvl3pPr>
            <a:lvl4pPr marL="1828800" lvl="3" indent="-228600" algn="l">
              <a:spcBef>
                <a:spcPts val="600"/>
              </a:spcBef>
              <a:spcAft>
                <a:spcPts val="0"/>
              </a:spcAft>
              <a:buSzPts val="700"/>
              <a:buNone/>
              <a:defRPr sz="1000"/>
            </a:lvl4pPr>
            <a:lvl5pPr marL="2286000" lvl="4" indent="-228600" algn="l">
              <a:spcBef>
                <a:spcPts val="600"/>
              </a:spcBef>
              <a:spcAft>
                <a:spcPts val="0"/>
              </a:spcAft>
              <a:buSzPts val="700"/>
              <a:buNone/>
              <a:defRPr sz="1000"/>
            </a:lvl5pPr>
            <a:lvl6pPr marL="2743200" lvl="5" indent="-228600" algn="l">
              <a:spcBef>
                <a:spcPts val="600"/>
              </a:spcBef>
              <a:spcAft>
                <a:spcPts val="0"/>
              </a:spcAft>
              <a:buSzPts val="700"/>
              <a:buNone/>
              <a:defRPr sz="1000"/>
            </a:lvl6pPr>
            <a:lvl7pPr marL="3200400" lvl="6" indent="-228600" algn="l">
              <a:spcBef>
                <a:spcPts val="600"/>
              </a:spcBef>
              <a:spcAft>
                <a:spcPts val="0"/>
              </a:spcAft>
              <a:buSzPts val="700"/>
              <a:buNone/>
              <a:defRPr sz="1000"/>
            </a:lvl7pPr>
            <a:lvl8pPr marL="3657600" lvl="7" indent="-228600" algn="l">
              <a:spcBef>
                <a:spcPts val="600"/>
              </a:spcBef>
              <a:spcAft>
                <a:spcPts val="0"/>
              </a:spcAft>
              <a:buSzPts val="700"/>
              <a:buNone/>
              <a:defRPr sz="1000"/>
            </a:lvl8pPr>
            <a:lvl9pPr marL="4114800" lvl="8" indent="-228600" algn="l">
              <a:spcBef>
                <a:spcPts val="600"/>
              </a:spcBef>
              <a:spcAft>
                <a:spcPts val="600"/>
              </a:spcAft>
              <a:buSzPts val="700"/>
              <a:buNone/>
              <a:defRPr sz="1000"/>
            </a:lvl9pPr>
          </a:lstStyle>
          <a:p>
            <a:endParaRPr/>
          </a:p>
        </p:txBody>
      </p:sp>
      <p:sp>
        <p:nvSpPr>
          <p:cNvPr id="93" name="Google Shape;93;p31"/>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31"/>
          <p:cNvSpPr txBox="1">
            <a:spLocks noGrp="1"/>
          </p:cNvSpPr>
          <p:nvPr>
            <p:ph type="ftr" idx="11"/>
          </p:nvPr>
        </p:nvSpPr>
        <p:spPr>
          <a:xfrm>
            <a:off x="685347" y="5883276"/>
            <a:ext cx="500464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31"/>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6" name="Google Shape;96;p31"/>
          <p:cNvSpPr txBox="1"/>
          <p:nvPr/>
        </p:nvSpPr>
        <p:spPr>
          <a:xfrm>
            <a:off x="627459" y="873912"/>
            <a:ext cx="4572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8000"/>
              <a:buFont typeface="Lustria"/>
              <a:buNone/>
            </a:pPr>
            <a:r>
              <a:rPr lang="en-US" sz="8000" b="0" cap="none">
                <a:solidFill>
                  <a:schemeClr val="lt1"/>
                </a:solidFill>
                <a:latin typeface="Lustria"/>
                <a:ea typeface="Lustria"/>
                <a:cs typeface="Lustria"/>
                <a:sym typeface="Lustria"/>
              </a:rPr>
              <a:t>“</a:t>
            </a:r>
            <a:endParaRPr/>
          </a:p>
        </p:txBody>
      </p:sp>
      <p:sp>
        <p:nvSpPr>
          <p:cNvPr id="97" name="Google Shape;97;p31"/>
          <p:cNvSpPr txBox="1"/>
          <p:nvPr/>
        </p:nvSpPr>
        <p:spPr>
          <a:xfrm>
            <a:off x="7828359" y="2933245"/>
            <a:ext cx="4572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lt1"/>
              </a:buClr>
              <a:buSzPts val="8000"/>
              <a:buFont typeface="Lustria"/>
              <a:buNone/>
            </a:pPr>
            <a:r>
              <a:rPr lang="en-US" sz="8000" b="0" cap="none">
                <a:solidFill>
                  <a:schemeClr val="lt1"/>
                </a:solidFill>
                <a:latin typeface="Lustria"/>
                <a:ea typeface="Lustria"/>
                <a:cs typeface="Lustria"/>
                <a:sym typeface="Lustria"/>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98"/>
        <p:cNvGrpSpPr/>
        <p:nvPr/>
      </p:nvGrpSpPr>
      <p:grpSpPr>
        <a:xfrm>
          <a:off x="0" y="0"/>
          <a:ext cx="0" cy="0"/>
          <a:chOff x="0" y="0"/>
          <a:chExt cx="0" cy="0"/>
        </a:xfrm>
      </p:grpSpPr>
      <p:sp>
        <p:nvSpPr>
          <p:cNvPr id="99" name="Google Shape;99;p32"/>
          <p:cNvSpPr txBox="1">
            <a:spLocks noGrp="1"/>
          </p:cNvSpPr>
          <p:nvPr>
            <p:ph type="title"/>
          </p:nvPr>
        </p:nvSpPr>
        <p:spPr>
          <a:xfrm>
            <a:off x="685346" y="2126943"/>
            <a:ext cx="7765322" cy="2511835"/>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rmAutofit/>
          </a:bodyPr>
          <a:lstStyle>
            <a:lvl1pPr lvl="0" algn="ctr">
              <a:spcBef>
                <a:spcPts val="0"/>
              </a:spcBef>
              <a:spcAft>
                <a:spcPts val="0"/>
              </a:spcAft>
              <a:buClr>
                <a:schemeClr val="lt2"/>
              </a:buClr>
              <a:buSzPts val="3200"/>
              <a:buFont typeface="Lustria"/>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32"/>
          <p:cNvSpPr txBox="1">
            <a:spLocks noGrp="1"/>
          </p:cNvSpPr>
          <p:nvPr>
            <p:ph type="body" idx="1"/>
          </p:nvPr>
        </p:nvSpPr>
        <p:spPr>
          <a:xfrm>
            <a:off x="685339" y="4650556"/>
            <a:ext cx="7764149" cy="1140644"/>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spcBef>
                <a:spcPts val="320"/>
              </a:spcBef>
              <a:spcAft>
                <a:spcPts val="0"/>
              </a:spcAft>
              <a:buSzPts val="1120"/>
              <a:buNone/>
              <a:defRPr sz="1600"/>
            </a:lvl1pPr>
            <a:lvl2pPr marL="914400" lvl="1" indent="-228600" algn="l">
              <a:spcBef>
                <a:spcPts val="600"/>
              </a:spcBef>
              <a:spcAft>
                <a:spcPts val="0"/>
              </a:spcAft>
              <a:buSzPts val="980"/>
              <a:buNone/>
              <a:defRPr sz="1400"/>
            </a:lvl2pPr>
            <a:lvl3pPr marL="1371600" lvl="2" indent="-228600" algn="l">
              <a:spcBef>
                <a:spcPts val="600"/>
              </a:spcBef>
              <a:spcAft>
                <a:spcPts val="0"/>
              </a:spcAft>
              <a:buSzPts val="840"/>
              <a:buNone/>
              <a:defRPr sz="1200"/>
            </a:lvl3pPr>
            <a:lvl4pPr marL="1828800" lvl="3" indent="-228600" algn="l">
              <a:spcBef>
                <a:spcPts val="600"/>
              </a:spcBef>
              <a:spcAft>
                <a:spcPts val="0"/>
              </a:spcAft>
              <a:buSzPts val="700"/>
              <a:buNone/>
              <a:defRPr sz="1000"/>
            </a:lvl4pPr>
            <a:lvl5pPr marL="2286000" lvl="4" indent="-228600" algn="l">
              <a:spcBef>
                <a:spcPts val="600"/>
              </a:spcBef>
              <a:spcAft>
                <a:spcPts val="0"/>
              </a:spcAft>
              <a:buSzPts val="700"/>
              <a:buNone/>
              <a:defRPr sz="1000"/>
            </a:lvl5pPr>
            <a:lvl6pPr marL="2743200" lvl="5" indent="-228600" algn="l">
              <a:spcBef>
                <a:spcPts val="600"/>
              </a:spcBef>
              <a:spcAft>
                <a:spcPts val="0"/>
              </a:spcAft>
              <a:buSzPts val="700"/>
              <a:buNone/>
              <a:defRPr sz="1000"/>
            </a:lvl6pPr>
            <a:lvl7pPr marL="3200400" lvl="6" indent="-228600" algn="l">
              <a:spcBef>
                <a:spcPts val="600"/>
              </a:spcBef>
              <a:spcAft>
                <a:spcPts val="0"/>
              </a:spcAft>
              <a:buSzPts val="700"/>
              <a:buNone/>
              <a:defRPr sz="1000"/>
            </a:lvl7pPr>
            <a:lvl8pPr marL="3657600" lvl="7" indent="-228600" algn="l">
              <a:spcBef>
                <a:spcPts val="600"/>
              </a:spcBef>
              <a:spcAft>
                <a:spcPts val="0"/>
              </a:spcAft>
              <a:buSzPts val="700"/>
              <a:buNone/>
              <a:defRPr sz="1000"/>
            </a:lvl8pPr>
            <a:lvl9pPr marL="4114800" lvl="8" indent="-228600" algn="l">
              <a:spcBef>
                <a:spcPts val="600"/>
              </a:spcBef>
              <a:spcAft>
                <a:spcPts val="600"/>
              </a:spcAft>
              <a:buSzPts val="700"/>
              <a:buNone/>
              <a:defRPr sz="1000"/>
            </a:lvl9pPr>
          </a:lstStyle>
          <a:p>
            <a:endParaRPr/>
          </a:p>
        </p:txBody>
      </p:sp>
      <p:sp>
        <p:nvSpPr>
          <p:cNvPr id="101" name="Google Shape;101;p32"/>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32"/>
          <p:cNvSpPr txBox="1">
            <a:spLocks noGrp="1"/>
          </p:cNvSpPr>
          <p:nvPr>
            <p:ph type="ftr" idx="11"/>
          </p:nvPr>
        </p:nvSpPr>
        <p:spPr>
          <a:xfrm>
            <a:off x="685347" y="5883276"/>
            <a:ext cx="500464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32"/>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4"/>
        <p:cNvGrpSpPr/>
        <p:nvPr/>
      </p:nvGrpSpPr>
      <p:grpSpPr>
        <a:xfrm>
          <a:off x="0" y="0"/>
          <a:ext cx="0" cy="0"/>
          <a:chOff x="0" y="0"/>
          <a:chExt cx="0" cy="0"/>
        </a:xfrm>
      </p:grpSpPr>
      <p:sp>
        <p:nvSpPr>
          <p:cNvPr id="105" name="Google Shape;105;p33"/>
          <p:cNvSpPr txBox="1">
            <a:spLocks noGrp="1"/>
          </p:cNvSpPr>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33"/>
          <p:cNvSpPr txBox="1">
            <a:spLocks noGrp="1"/>
          </p:cNvSpPr>
          <p:nvPr>
            <p:ph type="body" idx="1"/>
          </p:nvPr>
        </p:nvSpPr>
        <p:spPr>
          <a:xfrm>
            <a:off x="685346" y="1885950"/>
            <a:ext cx="2475738" cy="576262"/>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Autofit/>
          </a:bodyPr>
          <a:lstStyle>
            <a:lvl1pPr marL="457200" lvl="0" indent="-228600" algn="ctr">
              <a:spcBef>
                <a:spcPts val="480"/>
              </a:spcBef>
              <a:spcAft>
                <a:spcPts val="0"/>
              </a:spcAft>
              <a:buSzPts val="1680"/>
              <a:buNone/>
              <a:defRPr sz="2400" b="0">
                <a:solidFill>
                  <a:schemeClr val="lt1"/>
                </a:solidFill>
              </a:defRPr>
            </a:lvl1pPr>
            <a:lvl2pPr marL="914400" lvl="1" indent="-228600" algn="l">
              <a:spcBef>
                <a:spcPts val="600"/>
              </a:spcBef>
              <a:spcAft>
                <a:spcPts val="0"/>
              </a:spcAft>
              <a:buSzPts val="1400"/>
              <a:buNone/>
              <a:defRPr sz="2000" b="1"/>
            </a:lvl2pPr>
            <a:lvl3pPr marL="1371600" lvl="2" indent="-228600" algn="l">
              <a:spcBef>
                <a:spcPts val="600"/>
              </a:spcBef>
              <a:spcAft>
                <a:spcPts val="0"/>
              </a:spcAft>
              <a:buSzPts val="1260"/>
              <a:buNone/>
              <a:defRPr sz="1800" b="1"/>
            </a:lvl3pPr>
            <a:lvl4pPr marL="1828800" lvl="3" indent="-228600" algn="l">
              <a:spcBef>
                <a:spcPts val="600"/>
              </a:spcBef>
              <a:spcAft>
                <a:spcPts val="0"/>
              </a:spcAft>
              <a:buSzPts val="1120"/>
              <a:buNone/>
              <a:defRPr sz="1600" b="1"/>
            </a:lvl4pPr>
            <a:lvl5pPr marL="2286000" lvl="4" indent="-228600" algn="l">
              <a:spcBef>
                <a:spcPts val="600"/>
              </a:spcBef>
              <a:spcAft>
                <a:spcPts val="0"/>
              </a:spcAft>
              <a:buSzPts val="1120"/>
              <a:buNone/>
              <a:defRPr sz="1600" b="1"/>
            </a:lvl5pPr>
            <a:lvl6pPr marL="2743200" lvl="5" indent="-228600" algn="l">
              <a:spcBef>
                <a:spcPts val="600"/>
              </a:spcBef>
              <a:spcAft>
                <a:spcPts val="0"/>
              </a:spcAft>
              <a:buSzPts val="1120"/>
              <a:buNone/>
              <a:defRPr sz="1600" b="1"/>
            </a:lvl6pPr>
            <a:lvl7pPr marL="3200400" lvl="6" indent="-228600" algn="l">
              <a:spcBef>
                <a:spcPts val="600"/>
              </a:spcBef>
              <a:spcAft>
                <a:spcPts val="0"/>
              </a:spcAft>
              <a:buSzPts val="1120"/>
              <a:buNone/>
              <a:defRPr sz="1600" b="1"/>
            </a:lvl7pPr>
            <a:lvl8pPr marL="3657600" lvl="7" indent="-228600" algn="l">
              <a:spcBef>
                <a:spcPts val="600"/>
              </a:spcBef>
              <a:spcAft>
                <a:spcPts val="0"/>
              </a:spcAft>
              <a:buSzPts val="1120"/>
              <a:buNone/>
              <a:defRPr sz="1600" b="1"/>
            </a:lvl8pPr>
            <a:lvl9pPr marL="4114800" lvl="8" indent="-228600" algn="l">
              <a:spcBef>
                <a:spcPts val="600"/>
              </a:spcBef>
              <a:spcAft>
                <a:spcPts val="600"/>
              </a:spcAft>
              <a:buSzPts val="1120"/>
              <a:buNone/>
              <a:defRPr sz="1600" b="1"/>
            </a:lvl9pPr>
          </a:lstStyle>
          <a:p>
            <a:endParaRPr/>
          </a:p>
        </p:txBody>
      </p:sp>
      <p:sp>
        <p:nvSpPr>
          <p:cNvPr id="107" name="Google Shape;107;p33"/>
          <p:cNvSpPr txBox="1">
            <a:spLocks noGrp="1"/>
          </p:cNvSpPr>
          <p:nvPr>
            <p:ph type="body" idx="2"/>
          </p:nvPr>
        </p:nvSpPr>
        <p:spPr>
          <a:xfrm>
            <a:off x="685346" y="2571750"/>
            <a:ext cx="2475738" cy="3219450"/>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spcBef>
                <a:spcPts val="280"/>
              </a:spcBef>
              <a:spcAft>
                <a:spcPts val="0"/>
              </a:spcAft>
              <a:buSzPts val="980"/>
              <a:buNone/>
              <a:defRPr sz="1400"/>
            </a:lvl1pPr>
            <a:lvl2pPr marL="914400" lvl="1" indent="-228600" algn="l">
              <a:spcBef>
                <a:spcPts val="600"/>
              </a:spcBef>
              <a:spcAft>
                <a:spcPts val="0"/>
              </a:spcAft>
              <a:buSzPts val="840"/>
              <a:buNone/>
              <a:defRPr sz="1200"/>
            </a:lvl2pPr>
            <a:lvl3pPr marL="1371600" lvl="2" indent="-228600" algn="l">
              <a:spcBef>
                <a:spcPts val="600"/>
              </a:spcBef>
              <a:spcAft>
                <a:spcPts val="0"/>
              </a:spcAft>
              <a:buSzPts val="700"/>
              <a:buNone/>
              <a:defRPr sz="1000"/>
            </a:lvl3pPr>
            <a:lvl4pPr marL="1828800" lvl="3" indent="-228600" algn="l">
              <a:spcBef>
                <a:spcPts val="600"/>
              </a:spcBef>
              <a:spcAft>
                <a:spcPts val="0"/>
              </a:spcAft>
              <a:buSzPts val="630"/>
              <a:buNone/>
              <a:defRPr sz="900"/>
            </a:lvl4pPr>
            <a:lvl5pPr marL="2286000" lvl="4" indent="-228600" algn="l">
              <a:spcBef>
                <a:spcPts val="600"/>
              </a:spcBef>
              <a:spcAft>
                <a:spcPts val="0"/>
              </a:spcAft>
              <a:buSzPts val="630"/>
              <a:buNone/>
              <a:defRPr sz="900"/>
            </a:lvl5pPr>
            <a:lvl6pPr marL="2743200" lvl="5" indent="-228600" algn="l">
              <a:spcBef>
                <a:spcPts val="600"/>
              </a:spcBef>
              <a:spcAft>
                <a:spcPts val="0"/>
              </a:spcAft>
              <a:buSzPts val="630"/>
              <a:buNone/>
              <a:defRPr sz="900"/>
            </a:lvl6pPr>
            <a:lvl7pPr marL="3200400" lvl="6" indent="-228600" algn="l">
              <a:spcBef>
                <a:spcPts val="600"/>
              </a:spcBef>
              <a:spcAft>
                <a:spcPts val="0"/>
              </a:spcAft>
              <a:buSzPts val="630"/>
              <a:buNone/>
              <a:defRPr sz="900"/>
            </a:lvl7pPr>
            <a:lvl8pPr marL="3657600" lvl="7" indent="-228600" algn="l">
              <a:spcBef>
                <a:spcPts val="600"/>
              </a:spcBef>
              <a:spcAft>
                <a:spcPts val="0"/>
              </a:spcAft>
              <a:buSzPts val="630"/>
              <a:buNone/>
              <a:defRPr sz="900"/>
            </a:lvl8pPr>
            <a:lvl9pPr marL="4114800" lvl="8" indent="-228600" algn="l">
              <a:spcBef>
                <a:spcPts val="600"/>
              </a:spcBef>
              <a:spcAft>
                <a:spcPts val="600"/>
              </a:spcAft>
              <a:buSzPts val="630"/>
              <a:buNone/>
              <a:defRPr sz="900"/>
            </a:lvl9pPr>
          </a:lstStyle>
          <a:p>
            <a:endParaRPr/>
          </a:p>
        </p:txBody>
      </p:sp>
      <p:sp>
        <p:nvSpPr>
          <p:cNvPr id="108" name="Google Shape;108;p33"/>
          <p:cNvSpPr txBox="1">
            <a:spLocks noGrp="1"/>
          </p:cNvSpPr>
          <p:nvPr>
            <p:ph type="body" idx="3"/>
          </p:nvPr>
        </p:nvSpPr>
        <p:spPr>
          <a:xfrm>
            <a:off x="3335033" y="1885950"/>
            <a:ext cx="2475738" cy="576262"/>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Autofit/>
          </a:bodyPr>
          <a:lstStyle>
            <a:lvl1pPr marL="457200" lvl="0" indent="-228600" algn="ctr">
              <a:spcBef>
                <a:spcPts val="480"/>
              </a:spcBef>
              <a:spcAft>
                <a:spcPts val="0"/>
              </a:spcAft>
              <a:buSzPts val="1680"/>
              <a:buNone/>
              <a:defRPr sz="2400" b="0">
                <a:solidFill>
                  <a:schemeClr val="lt1"/>
                </a:solidFill>
              </a:defRPr>
            </a:lvl1pPr>
            <a:lvl2pPr marL="914400" lvl="1" indent="-228600" algn="l">
              <a:spcBef>
                <a:spcPts val="600"/>
              </a:spcBef>
              <a:spcAft>
                <a:spcPts val="0"/>
              </a:spcAft>
              <a:buSzPts val="1400"/>
              <a:buNone/>
              <a:defRPr sz="2000" b="1"/>
            </a:lvl2pPr>
            <a:lvl3pPr marL="1371600" lvl="2" indent="-228600" algn="l">
              <a:spcBef>
                <a:spcPts val="600"/>
              </a:spcBef>
              <a:spcAft>
                <a:spcPts val="0"/>
              </a:spcAft>
              <a:buSzPts val="1260"/>
              <a:buNone/>
              <a:defRPr sz="1800" b="1"/>
            </a:lvl3pPr>
            <a:lvl4pPr marL="1828800" lvl="3" indent="-228600" algn="l">
              <a:spcBef>
                <a:spcPts val="600"/>
              </a:spcBef>
              <a:spcAft>
                <a:spcPts val="0"/>
              </a:spcAft>
              <a:buSzPts val="1120"/>
              <a:buNone/>
              <a:defRPr sz="1600" b="1"/>
            </a:lvl4pPr>
            <a:lvl5pPr marL="2286000" lvl="4" indent="-228600" algn="l">
              <a:spcBef>
                <a:spcPts val="600"/>
              </a:spcBef>
              <a:spcAft>
                <a:spcPts val="0"/>
              </a:spcAft>
              <a:buSzPts val="1120"/>
              <a:buNone/>
              <a:defRPr sz="1600" b="1"/>
            </a:lvl5pPr>
            <a:lvl6pPr marL="2743200" lvl="5" indent="-228600" algn="l">
              <a:spcBef>
                <a:spcPts val="600"/>
              </a:spcBef>
              <a:spcAft>
                <a:spcPts val="0"/>
              </a:spcAft>
              <a:buSzPts val="1120"/>
              <a:buNone/>
              <a:defRPr sz="1600" b="1"/>
            </a:lvl6pPr>
            <a:lvl7pPr marL="3200400" lvl="6" indent="-228600" algn="l">
              <a:spcBef>
                <a:spcPts val="600"/>
              </a:spcBef>
              <a:spcAft>
                <a:spcPts val="0"/>
              </a:spcAft>
              <a:buSzPts val="1120"/>
              <a:buNone/>
              <a:defRPr sz="1600" b="1"/>
            </a:lvl7pPr>
            <a:lvl8pPr marL="3657600" lvl="7" indent="-228600" algn="l">
              <a:spcBef>
                <a:spcPts val="600"/>
              </a:spcBef>
              <a:spcAft>
                <a:spcPts val="0"/>
              </a:spcAft>
              <a:buSzPts val="1120"/>
              <a:buNone/>
              <a:defRPr sz="1600" b="1"/>
            </a:lvl8pPr>
            <a:lvl9pPr marL="4114800" lvl="8" indent="-228600" algn="l">
              <a:spcBef>
                <a:spcPts val="600"/>
              </a:spcBef>
              <a:spcAft>
                <a:spcPts val="600"/>
              </a:spcAft>
              <a:buSzPts val="1120"/>
              <a:buNone/>
              <a:defRPr sz="1600" b="1"/>
            </a:lvl9pPr>
          </a:lstStyle>
          <a:p>
            <a:endParaRPr/>
          </a:p>
        </p:txBody>
      </p:sp>
      <p:sp>
        <p:nvSpPr>
          <p:cNvPr id="109" name="Google Shape;109;p33"/>
          <p:cNvSpPr txBox="1">
            <a:spLocks noGrp="1"/>
          </p:cNvSpPr>
          <p:nvPr>
            <p:ph type="body" idx="4"/>
          </p:nvPr>
        </p:nvSpPr>
        <p:spPr>
          <a:xfrm>
            <a:off x="3331076" y="2571750"/>
            <a:ext cx="2475738" cy="3219450"/>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spcBef>
                <a:spcPts val="280"/>
              </a:spcBef>
              <a:spcAft>
                <a:spcPts val="0"/>
              </a:spcAft>
              <a:buSzPts val="980"/>
              <a:buNone/>
              <a:defRPr sz="1400"/>
            </a:lvl1pPr>
            <a:lvl2pPr marL="914400" lvl="1" indent="-228600" algn="l">
              <a:spcBef>
                <a:spcPts val="600"/>
              </a:spcBef>
              <a:spcAft>
                <a:spcPts val="0"/>
              </a:spcAft>
              <a:buSzPts val="840"/>
              <a:buNone/>
              <a:defRPr sz="1200"/>
            </a:lvl2pPr>
            <a:lvl3pPr marL="1371600" lvl="2" indent="-228600" algn="l">
              <a:spcBef>
                <a:spcPts val="600"/>
              </a:spcBef>
              <a:spcAft>
                <a:spcPts val="0"/>
              </a:spcAft>
              <a:buSzPts val="700"/>
              <a:buNone/>
              <a:defRPr sz="1000"/>
            </a:lvl3pPr>
            <a:lvl4pPr marL="1828800" lvl="3" indent="-228600" algn="l">
              <a:spcBef>
                <a:spcPts val="600"/>
              </a:spcBef>
              <a:spcAft>
                <a:spcPts val="0"/>
              </a:spcAft>
              <a:buSzPts val="630"/>
              <a:buNone/>
              <a:defRPr sz="900"/>
            </a:lvl4pPr>
            <a:lvl5pPr marL="2286000" lvl="4" indent="-228600" algn="l">
              <a:spcBef>
                <a:spcPts val="600"/>
              </a:spcBef>
              <a:spcAft>
                <a:spcPts val="0"/>
              </a:spcAft>
              <a:buSzPts val="630"/>
              <a:buNone/>
              <a:defRPr sz="900"/>
            </a:lvl5pPr>
            <a:lvl6pPr marL="2743200" lvl="5" indent="-228600" algn="l">
              <a:spcBef>
                <a:spcPts val="600"/>
              </a:spcBef>
              <a:spcAft>
                <a:spcPts val="0"/>
              </a:spcAft>
              <a:buSzPts val="630"/>
              <a:buNone/>
              <a:defRPr sz="900"/>
            </a:lvl6pPr>
            <a:lvl7pPr marL="3200400" lvl="6" indent="-228600" algn="l">
              <a:spcBef>
                <a:spcPts val="600"/>
              </a:spcBef>
              <a:spcAft>
                <a:spcPts val="0"/>
              </a:spcAft>
              <a:buSzPts val="630"/>
              <a:buNone/>
              <a:defRPr sz="900"/>
            </a:lvl7pPr>
            <a:lvl8pPr marL="3657600" lvl="7" indent="-228600" algn="l">
              <a:spcBef>
                <a:spcPts val="600"/>
              </a:spcBef>
              <a:spcAft>
                <a:spcPts val="0"/>
              </a:spcAft>
              <a:buSzPts val="630"/>
              <a:buNone/>
              <a:defRPr sz="900"/>
            </a:lvl8pPr>
            <a:lvl9pPr marL="4114800" lvl="8" indent="-228600" algn="l">
              <a:spcBef>
                <a:spcPts val="600"/>
              </a:spcBef>
              <a:spcAft>
                <a:spcPts val="600"/>
              </a:spcAft>
              <a:buSzPts val="630"/>
              <a:buNone/>
              <a:defRPr sz="900"/>
            </a:lvl9pPr>
          </a:lstStyle>
          <a:p>
            <a:endParaRPr/>
          </a:p>
        </p:txBody>
      </p:sp>
      <p:sp>
        <p:nvSpPr>
          <p:cNvPr id="110" name="Google Shape;110;p33"/>
          <p:cNvSpPr txBox="1">
            <a:spLocks noGrp="1"/>
          </p:cNvSpPr>
          <p:nvPr>
            <p:ph type="body" idx="5"/>
          </p:nvPr>
        </p:nvSpPr>
        <p:spPr>
          <a:xfrm>
            <a:off x="5974929" y="1885950"/>
            <a:ext cx="2475738" cy="576262"/>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Autofit/>
          </a:bodyPr>
          <a:lstStyle>
            <a:lvl1pPr marL="457200" lvl="0" indent="-228600" algn="ctr">
              <a:spcBef>
                <a:spcPts val="480"/>
              </a:spcBef>
              <a:spcAft>
                <a:spcPts val="0"/>
              </a:spcAft>
              <a:buSzPts val="1680"/>
              <a:buNone/>
              <a:defRPr sz="2400" b="0">
                <a:solidFill>
                  <a:schemeClr val="lt1"/>
                </a:solidFill>
              </a:defRPr>
            </a:lvl1pPr>
            <a:lvl2pPr marL="914400" lvl="1" indent="-228600" algn="l">
              <a:spcBef>
                <a:spcPts val="600"/>
              </a:spcBef>
              <a:spcAft>
                <a:spcPts val="0"/>
              </a:spcAft>
              <a:buSzPts val="1400"/>
              <a:buNone/>
              <a:defRPr sz="2000" b="1"/>
            </a:lvl2pPr>
            <a:lvl3pPr marL="1371600" lvl="2" indent="-228600" algn="l">
              <a:spcBef>
                <a:spcPts val="600"/>
              </a:spcBef>
              <a:spcAft>
                <a:spcPts val="0"/>
              </a:spcAft>
              <a:buSzPts val="1260"/>
              <a:buNone/>
              <a:defRPr sz="1800" b="1"/>
            </a:lvl3pPr>
            <a:lvl4pPr marL="1828800" lvl="3" indent="-228600" algn="l">
              <a:spcBef>
                <a:spcPts val="600"/>
              </a:spcBef>
              <a:spcAft>
                <a:spcPts val="0"/>
              </a:spcAft>
              <a:buSzPts val="1120"/>
              <a:buNone/>
              <a:defRPr sz="1600" b="1"/>
            </a:lvl4pPr>
            <a:lvl5pPr marL="2286000" lvl="4" indent="-228600" algn="l">
              <a:spcBef>
                <a:spcPts val="600"/>
              </a:spcBef>
              <a:spcAft>
                <a:spcPts val="0"/>
              </a:spcAft>
              <a:buSzPts val="1120"/>
              <a:buNone/>
              <a:defRPr sz="1600" b="1"/>
            </a:lvl5pPr>
            <a:lvl6pPr marL="2743200" lvl="5" indent="-228600" algn="l">
              <a:spcBef>
                <a:spcPts val="600"/>
              </a:spcBef>
              <a:spcAft>
                <a:spcPts val="0"/>
              </a:spcAft>
              <a:buSzPts val="1120"/>
              <a:buNone/>
              <a:defRPr sz="1600" b="1"/>
            </a:lvl6pPr>
            <a:lvl7pPr marL="3200400" lvl="6" indent="-228600" algn="l">
              <a:spcBef>
                <a:spcPts val="600"/>
              </a:spcBef>
              <a:spcAft>
                <a:spcPts val="0"/>
              </a:spcAft>
              <a:buSzPts val="1120"/>
              <a:buNone/>
              <a:defRPr sz="1600" b="1"/>
            </a:lvl7pPr>
            <a:lvl8pPr marL="3657600" lvl="7" indent="-228600" algn="l">
              <a:spcBef>
                <a:spcPts val="600"/>
              </a:spcBef>
              <a:spcAft>
                <a:spcPts val="0"/>
              </a:spcAft>
              <a:buSzPts val="1120"/>
              <a:buNone/>
              <a:defRPr sz="1600" b="1"/>
            </a:lvl8pPr>
            <a:lvl9pPr marL="4114800" lvl="8" indent="-228600" algn="l">
              <a:spcBef>
                <a:spcPts val="600"/>
              </a:spcBef>
              <a:spcAft>
                <a:spcPts val="600"/>
              </a:spcAft>
              <a:buSzPts val="1120"/>
              <a:buNone/>
              <a:defRPr sz="1600" b="1"/>
            </a:lvl9pPr>
          </a:lstStyle>
          <a:p>
            <a:endParaRPr/>
          </a:p>
        </p:txBody>
      </p:sp>
      <p:sp>
        <p:nvSpPr>
          <p:cNvPr id="111" name="Google Shape;111;p33"/>
          <p:cNvSpPr txBox="1">
            <a:spLocks noGrp="1"/>
          </p:cNvSpPr>
          <p:nvPr>
            <p:ph type="body" idx="6"/>
          </p:nvPr>
        </p:nvSpPr>
        <p:spPr>
          <a:xfrm>
            <a:off x="5974929" y="2571750"/>
            <a:ext cx="2475738" cy="3219450"/>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spcBef>
                <a:spcPts val="280"/>
              </a:spcBef>
              <a:spcAft>
                <a:spcPts val="0"/>
              </a:spcAft>
              <a:buSzPts val="980"/>
              <a:buNone/>
              <a:defRPr sz="1400"/>
            </a:lvl1pPr>
            <a:lvl2pPr marL="914400" lvl="1" indent="-228600" algn="l">
              <a:spcBef>
                <a:spcPts val="600"/>
              </a:spcBef>
              <a:spcAft>
                <a:spcPts val="0"/>
              </a:spcAft>
              <a:buSzPts val="840"/>
              <a:buNone/>
              <a:defRPr sz="1200"/>
            </a:lvl2pPr>
            <a:lvl3pPr marL="1371600" lvl="2" indent="-228600" algn="l">
              <a:spcBef>
                <a:spcPts val="600"/>
              </a:spcBef>
              <a:spcAft>
                <a:spcPts val="0"/>
              </a:spcAft>
              <a:buSzPts val="700"/>
              <a:buNone/>
              <a:defRPr sz="1000"/>
            </a:lvl3pPr>
            <a:lvl4pPr marL="1828800" lvl="3" indent="-228600" algn="l">
              <a:spcBef>
                <a:spcPts val="600"/>
              </a:spcBef>
              <a:spcAft>
                <a:spcPts val="0"/>
              </a:spcAft>
              <a:buSzPts val="630"/>
              <a:buNone/>
              <a:defRPr sz="900"/>
            </a:lvl4pPr>
            <a:lvl5pPr marL="2286000" lvl="4" indent="-228600" algn="l">
              <a:spcBef>
                <a:spcPts val="600"/>
              </a:spcBef>
              <a:spcAft>
                <a:spcPts val="0"/>
              </a:spcAft>
              <a:buSzPts val="630"/>
              <a:buNone/>
              <a:defRPr sz="900"/>
            </a:lvl5pPr>
            <a:lvl6pPr marL="2743200" lvl="5" indent="-228600" algn="l">
              <a:spcBef>
                <a:spcPts val="600"/>
              </a:spcBef>
              <a:spcAft>
                <a:spcPts val="0"/>
              </a:spcAft>
              <a:buSzPts val="630"/>
              <a:buNone/>
              <a:defRPr sz="900"/>
            </a:lvl6pPr>
            <a:lvl7pPr marL="3200400" lvl="6" indent="-228600" algn="l">
              <a:spcBef>
                <a:spcPts val="600"/>
              </a:spcBef>
              <a:spcAft>
                <a:spcPts val="0"/>
              </a:spcAft>
              <a:buSzPts val="630"/>
              <a:buNone/>
              <a:defRPr sz="900"/>
            </a:lvl7pPr>
            <a:lvl8pPr marL="3657600" lvl="7" indent="-228600" algn="l">
              <a:spcBef>
                <a:spcPts val="600"/>
              </a:spcBef>
              <a:spcAft>
                <a:spcPts val="0"/>
              </a:spcAft>
              <a:buSzPts val="630"/>
              <a:buNone/>
              <a:defRPr sz="900"/>
            </a:lvl8pPr>
            <a:lvl9pPr marL="4114800" lvl="8" indent="-228600" algn="l">
              <a:spcBef>
                <a:spcPts val="600"/>
              </a:spcBef>
              <a:spcAft>
                <a:spcPts val="600"/>
              </a:spcAft>
              <a:buSzPts val="630"/>
              <a:buNone/>
              <a:defRPr sz="900"/>
            </a:lvl9pPr>
          </a:lstStyle>
          <a:p>
            <a:endParaRPr/>
          </a:p>
        </p:txBody>
      </p:sp>
      <p:sp>
        <p:nvSpPr>
          <p:cNvPr id="112" name="Google Shape;112;p33"/>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33"/>
          <p:cNvSpPr txBox="1">
            <a:spLocks noGrp="1"/>
          </p:cNvSpPr>
          <p:nvPr>
            <p:ph type="ftr" idx="11"/>
          </p:nvPr>
        </p:nvSpPr>
        <p:spPr>
          <a:xfrm>
            <a:off x="685347" y="5883276"/>
            <a:ext cx="500464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33"/>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5"/>
        <p:cNvGrpSpPr/>
        <p:nvPr/>
      </p:nvGrpSpPr>
      <p:grpSpPr>
        <a:xfrm>
          <a:off x="0" y="0"/>
          <a:ext cx="0" cy="0"/>
          <a:chOff x="0" y="0"/>
          <a:chExt cx="0" cy="0"/>
        </a:xfrm>
      </p:grpSpPr>
      <p:pic>
        <p:nvPicPr>
          <p:cNvPr id="116" name="Google Shape;116;p34" descr="Slate-V2-SD-3colPhotoInset.png"/>
          <p:cNvPicPr preferRelativeResize="0"/>
          <p:nvPr/>
        </p:nvPicPr>
        <p:blipFill rotWithShape="1">
          <a:blip r:embed="rId2">
            <a:alphaModFix/>
          </a:blip>
          <a:srcRect/>
          <a:stretch/>
        </p:blipFill>
        <p:spPr>
          <a:xfrm>
            <a:off x="659239" y="1826045"/>
            <a:ext cx="2529046" cy="1833558"/>
          </a:xfrm>
          <a:prstGeom prst="rect">
            <a:avLst/>
          </a:prstGeom>
          <a:noFill/>
          <a:ln>
            <a:noFill/>
          </a:ln>
        </p:spPr>
      </p:pic>
      <p:pic>
        <p:nvPicPr>
          <p:cNvPr id="117" name="Google Shape;117;p34" descr="Slate-V2-SD-3colPhotoInset.png"/>
          <p:cNvPicPr preferRelativeResize="0"/>
          <p:nvPr/>
        </p:nvPicPr>
        <p:blipFill rotWithShape="1">
          <a:blip r:embed="rId2">
            <a:alphaModFix/>
          </a:blip>
          <a:srcRect/>
          <a:stretch/>
        </p:blipFill>
        <p:spPr>
          <a:xfrm>
            <a:off x="3293813" y="1826045"/>
            <a:ext cx="2529046" cy="1833558"/>
          </a:xfrm>
          <a:prstGeom prst="rect">
            <a:avLst/>
          </a:prstGeom>
          <a:noFill/>
          <a:ln>
            <a:noFill/>
          </a:ln>
        </p:spPr>
      </p:pic>
      <p:pic>
        <p:nvPicPr>
          <p:cNvPr id="118" name="Google Shape;118;p34" descr="Slate-V2-SD-3colPhotoInset.png"/>
          <p:cNvPicPr preferRelativeResize="0"/>
          <p:nvPr/>
        </p:nvPicPr>
        <p:blipFill rotWithShape="1">
          <a:blip r:embed="rId2">
            <a:alphaModFix/>
          </a:blip>
          <a:srcRect/>
          <a:stretch/>
        </p:blipFill>
        <p:spPr>
          <a:xfrm>
            <a:off x="5921715" y="1826045"/>
            <a:ext cx="2529046" cy="1833558"/>
          </a:xfrm>
          <a:prstGeom prst="rect">
            <a:avLst/>
          </a:prstGeom>
          <a:noFill/>
          <a:ln>
            <a:noFill/>
          </a:ln>
        </p:spPr>
      </p:pic>
      <p:sp>
        <p:nvSpPr>
          <p:cNvPr id="119" name="Google Shape;119;p34"/>
          <p:cNvSpPr txBox="1">
            <a:spLocks noGrp="1"/>
          </p:cNvSpPr>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34"/>
          <p:cNvSpPr txBox="1">
            <a:spLocks noGrp="1"/>
          </p:cNvSpPr>
          <p:nvPr>
            <p:ph type="body" idx="1"/>
          </p:nvPr>
        </p:nvSpPr>
        <p:spPr>
          <a:xfrm>
            <a:off x="685346" y="3904106"/>
            <a:ext cx="2475738" cy="576262"/>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Autofit/>
          </a:bodyPr>
          <a:lstStyle>
            <a:lvl1pPr marL="457200" lvl="0" indent="-228600" algn="ctr">
              <a:spcBef>
                <a:spcPts val="400"/>
              </a:spcBef>
              <a:spcAft>
                <a:spcPts val="0"/>
              </a:spcAft>
              <a:buSzPts val="1400"/>
              <a:buNone/>
              <a:defRPr sz="2000" b="0">
                <a:solidFill>
                  <a:schemeClr val="lt1"/>
                </a:solidFill>
              </a:defRPr>
            </a:lvl1pPr>
            <a:lvl2pPr marL="914400" lvl="1" indent="-228600" algn="l">
              <a:spcBef>
                <a:spcPts val="600"/>
              </a:spcBef>
              <a:spcAft>
                <a:spcPts val="0"/>
              </a:spcAft>
              <a:buSzPts val="1400"/>
              <a:buNone/>
              <a:defRPr sz="2000" b="1"/>
            </a:lvl2pPr>
            <a:lvl3pPr marL="1371600" lvl="2" indent="-228600" algn="l">
              <a:spcBef>
                <a:spcPts val="600"/>
              </a:spcBef>
              <a:spcAft>
                <a:spcPts val="0"/>
              </a:spcAft>
              <a:buSzPts val="1260"/>
              <a:buNone/>
              <a:defRPr sz="1800" b="1"/>
            </a:lvl3pPr>
            <a:lvl4pPr marL="1828800" lvl="3" indent="-228600" algn="l">
              <a:spcBef>
                <a:spcPts val="600"/>
              </a:spcBef>
              <a:spcAft>
                <a:spcPts val="0"/>
              </a:spcAft>
              <a:buSzPts val="1120"/>
              <a:buNone/>
              <a:defRPr sz="1600" b="1"/>
            </a:lvl4pPr>
            <a:lvl5pPr marL="2286000" lvl="4" indent="-228600" algn="l">
              <a:spcBef>
                <a:spcPts val="600"/>
              </a:spcBef>
              <a:spcAft>
                <a:spcPts val="0"/>
              </a:spcAft>
              <a:buSzPts val="1120"/>
              <a:buNone/>
              <a:defRPr sz="1600" b="1"/>
            </a:lvl5pPr>
            <a:lvl6pPr marL="2743200" lvl="5" indent="-228600" algn="l">
              <a:spcBef>
                <a:spcPts val="600"/>
              </a:spcBef>
              <a:spcAft>
                <a:spcPts val="0"/>
              </a:spcAft>
              <a:buSzPts val="1120"/>
              <a:buNone/>
              <a:defRPr sz="1600" b="1"/>
            </a:lvl6pPr>
            <a:lvl7pPr marL="3200400" lvl="6" indent="-228600" algn="l">
              <a:spcBef>
                <a:spcPts val="600"/>
              </a:spcBef>
              <a:spcAft>
                <a:spcPts val="0"/>
              </a:spcAft>
              <a:buSzPts val="1120"/>
              <a:buNone/>
              <a:defRPr sz="1600" b="1"/>
            </a:lvl7pPr>
            <a:lvl8pPr marL="3657600" lvl="7" indent="-228600" algn="l">
              <a:spcBef>
                <a:spcPts val="600"/>
              </a:spcBef>
              <a:spcAft>
                <a:spcPts val="0"/>
              </a:spcAft>
              <a:buSzPts val="1120"/>
              <a:buNone/>
              <a:defRPr sz="1600" b="1"/>
            </a:lvl8pPr>
            <a:lvl9pPr marL="4114800" lvl="8" indent="-228600" algn="l">
              <a:spcBef>
                <a:spcPts val="600"/>
              </a:spcBef>
              <a:spcAft>
                <a:spcPts val="600"/>
              </a:spcAft>
              <a:buSzPts val="1120"/>
              <a:buNone/>
              <a:defRPr sz="1600" b="1"/>
            </a:lvl9pPr>
          </a:lstStyle>
          <a:p>
            <a:endParaRPr/>
          </a:p>
        </p:txBody>
      </p:sp>
      <p:sp>
        <p:nvSpPr>
          <p:cNvPr id="121" name="Google Shape;121;p34"/>
          <p:cNvSpPr>
            <a:spLocks noGrp="1"/>
          </p:cNvSpPr>
          <p:nvPr>
            <p:ph type="pic" idx="2"/>
          </p:nvPr>
        </p:nvSpPr>
        <p:spPr>
          <a:xfrm>
            <a:off x="763577" y="1938918"/>
            <a:ext cx="2319276" cy="1602954"/>
          </a:xfrm>
          <a:prstGeom prst="roundRect">
            <a:avLst>
              <a:gd name="adj" fmla="val 1858"/>
            </a:avLst>
          </a:prstGeom>
          <a:noFill/>
          <a:ln>
            <a:noFill/>
          </a:ln>
          <a:effectLst>
            <a:outerShdw blurRad="38100" dist="25400" dir="4440000">
              <a:srgbClr val="000000">
                <a:alpha val="35686"/>
              </a:srgbClr>
            </a:outerShdw>
          </a:effectLst>
        </p:spPr>
      </p:sp>
      <p:sp>
        <p:nvSpPr>
          <p:cNvPr id="122" name="Google Shape;122;p34"/>
          <p:cNvSpPr txBox="1">
            <a:spLocks noGrp="1"/>
          </p:cNvSpPr>
          <p:nvPr>
            <p:ph type="body" idx="3"/>
          </p:nvPr>
        </p:nvSpPr>
        <p:spPr>
          <a:xfrm>
            <a:off x="685346" y="4480369"/>
            <a:ext cx="2475738" cy="1310833"/>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spcBef>
                <a:spcPts val="280"/>
              </a:spcBef>
              <a:spcAft>
                <a:spcPts val="0"/>
              </a:spcAft>
              <a:buSzPts val="980"/>
              <a:buNone/>
              <a:defRPr sz="1400"/>
            </a:lvl1pPr>
            <a:lvl2pPr marL="914400" lvl="1" indent="-228600" algn="l">
              <a:spcBef>
                <a:spcPts val="600"/>
              </a:spcBef>
              <a:spcAft>
                <a:spcPts val="0"/>
              </a:spcAft>
              <a:buSzPts val="840"/>
              <a:buNone/>
              <a:defRPr sz="1200"/>
            </a:lvl2pPr>
            <a:lvl3pPr marL="1371600" lvl="2" indent="-228600" algn="l">
              <a:spcBef>
                <a:spcPts val="600"/>
              </a:spcBef>
              <a:spcAft>
                <a:spcPts val="0"/>
              </a:spcAft>
              <a:buSzPts val="700"/>
              <a:buNone/>
              <a:defRPr sz="1000"/>
            </a:lvl3pPr>
            <a:lvl4pPr marL="1828800" lvl="3" indent="-228600" algn="l">
              <a:spcBef>
                <a:spcPts val="600"/>
              </a:spcBef>
              <a:spcAft>
                <a:spcPts val="0"/>
              </a:spcAft>
              <a:buSzPts val="630"/>
              <a:buNone/>
              <a:defRPr sz="900"/>
            </a:lvl4pPr>
            <a:lvl5pPr marL="2286000" lvl="4" indent="-228600" algn="l">
              <a:spcBef>
                <a:spcPts val="600"/>
              </a:spcBef>
              <a:spcAft>
                <a:spcPts val="0"/>
              </a:spcAft>
              <a:buSzPts val="630"/>
              <a:buNone/>
              <a:defRPr sz="900"/>
            </a:lvl5pPr>
            <a:lvl6pPr marL="2743200" lvl="5" indent="-228600" algn="l">
              <a:spcBef>
                <a:spcPts val="600"/>
              </a:spcBef>
              <a:spcAft>
                <a:spcPts val="0"/>
              </a:spcAft>
              <a:buSzPts val="630"/>
              <a:buNone/>
              <a:defRPr sz="900"/>
            </a:lvl6pPr>
            <a:lvl7pPr marL="3200400" lvl="6" indent="-228600" algn="l">
              <a:spcBef>
                <a:spcPts val="600"/>
              </a:spcBef>
              <a:spcAft>
                <a:spcPts val="0"/>
              </a:spcAft>
              <a:buSzPts val="630"/>
              <a:buNone/>
              <a:defRPr sz="900"/>
            </a:lvl7pPr>
            <a:lvl8pPr marL="3657600" lvl="7" indent="-228600" algn="l">
              <a:spcBef>
                <a:spcPts val="600"/>
              </a:spcBef>
              <a:spcAft>
                <a:spcPts val="0"/>
              </a:spcAft>
              <a:buSzPts val="630"/>
              <a:buNone/>
              <a:defRPr sz="900"/>
            </a:lvl8pPr>
            <a:lvl9pPr marL="4114800" lvl="8" indent="-228600" algn="l">
              <a:spcBef>
                <a:spcPts val="600"/>
              </a:spcBef>
              <a:spcAft>
                <a:spcPts val="600"/>
              </a:spcAft>
              <a:buSzPts val="630"/>
              <a:buNone/>
              <a:defRPr sz="900"/>
            </a:lvl9pPr>
          </a:lstStyle>
          <a:p>
            <a:endParaRPr/>
          </a:p>
        </p:txBody>
      </p:sp>
      <p:sp>
        <p:nvSpPr>
          <p:cNvPr id="123" name="Google Shape;123;p34"/>
          <p:cNvSpPr txBox="1">
            <a:spLocks noGrp="1"/>
          </p:cNvSpPr>
          <p:nvPr>
            <p:ph type="body" idx="4"/>
          </p:nvPr>
        </p:nvSpPr>
        <p:spPr>
          <a:xfrm>
            <a:off x="3332091" y="3904106"/>
            <a:ext cx="2475738" cy="576262"/>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Autofit/>
          </a:bodyPr>
          <a:lstStyle>
            <a:lvl1pPr marL="457200" lvl="0" indent="-228600" algn="ctr">
              <a:spcBef>
                <a:spcPts val="400"/>
              </a:spcBef>
              <a:spcAft>
                <a:spcPts val="0"/>
              </a:spcAft>
              <a:buSzPts val="1400"/>
              <a:buNone/>
              <a:defRPr sz="2000" b="0">
                <a:solidFill>
                  <a:schemeClr val="lt1"/>
                </a:solidFill>
              </a:defRPr>
            </a:lvl1pPr>
            <a:lvl2pPr marL="914400" lvl="1" indent="-228600" algn="l">
              <a:spcBef>
                <a:spcPts val="600"/>
              </a:spcBef>
              <a:spcAft>
                <a:spcPts val="0"/>
              </a:spcAft>
              <a:buSzPts val="1400"/>
              <a:buNone/>
              <a:defRPr sz="2000" b="1"/>
            </a:lvl2pPr>
            <a:lvl3pPr marL="1371600" lvl="2" indent="-228600" algn="l">
              <a:spcBef>
                <a:spcPts val="600"/>
              </a:spcBef>
              <a:spcAft>
                <a:spcPts val="0"/>
              </a:spcAft>
              <a:buSzPts val="1260"/>
              <a:buNone/>
              <a:defRPr sz="1800" b="1"/>
            </a:lvl3pPr>
            <a:lvl4pPr marL="1828800" lvl="3" indent="-228600" algn="l">
              <a:spcBef>
                <a:spcPts val="600"/>
              </a:spcBef>
              <a:spcAft>
                <a:spcPts val="0"/>
              </a:spcAft>
              <a:buSzPts val="1120"/>
              <a:buNone/>
              <a:defRPr sz="1600" b="1"/>
            </a:lvl4pPr>
            <a:lvl5pPr marL="2286000" lvl="4" indent="-228600" algn="l">
              <a:spcBef>
                <a:spcPts val="600"/>
              </a:spcBef>
              <a:spcAft>
                <a:spcPts val="0"/>
              </a:spcAft>
              <a:buSzPts val="1120"/>
              <a:buNone/>
              <a:defRPr sz="1600" b="1"/>
            </a:lvl5pPr>
            <a:lvl6pPr marL="2743200" lvl="5" indent="-228600" algn="l">
              <a:spcBef>
                <a:spcPts val="600"/>
              </a:spcBef>
              <a:spcAft>
                <a:spcPts val="0"/>
              </a:spcAft>
              <a:buSzPts val="1120"/>
              <a:buNone/>
              <a:defRPr sz="1600" b="1"/>
            </a:lvl6pPr>
            <a:lvl7pPr marL="3200400" lvl="6" indent="-228600" algn="l">
              <a:spcBef>
                <a:spcPts val="600"/>
              </a:spcBef>
              <a:spcAft>
                <a:spcPts val="0"/>
              </a:spcAft>
              <a:buSzPts val="1120"/>
              <a:buNone/>
              <a:defRPr sz="1600" b="1"/>
            </a:lvl7pPr>
            <a:lvl8pPr marL="3657600" lvl="7" indent="-228600" algn="l">
              <a:spcBef>
                <a:spcPts val="600"/>
              </a:spcBef>
              <a:spcAft>
                <a:spcPts val="0"/>
              </a:spcAft>
              <a:buSzPts val="1120"/>
              <a:buNone/>
              <a:defRPr sz="1600" b="1"/>
            </a:lvl8pPr>
            <a:lvl9pPr marL="4114800" lvl="8" indent="-228600" algn="l">
              <a:spcBef>
                <a:spcPts val="600"/>
              </a:spcBef>
              <a:spcAft>
                <a:spcPts val="600"/>
              </a:spcAft>
              <a:buSzPts val="1120"/>
              <a:buNone/>
              <a:defRPr sz="1600" b="1"/>
            </a:lvl9pPr>
          </a:lstStyle>
          <a:p>
            <a:endParaRPr/>
          </a:p>
        </p:txBody>
      </p:sp>
      <p:sp>
        <p:nvSpPr>
          <p:cNvPr id="124" name="Google Shape;124;p34"/>
          <p:cNvSpPr>
            <a:spLocks noGrp="1"/>
          </p:cNvSpPr>
          <p:nvPr>
            <p:ph type="pic" idx="5"/>
          </p:nvPr>
        </p:nvSpPr>
        <p:spPr>
          <a:xfrm>
            <a:off x="3409307" y="1939094"/>
            <a:ext cx="2319276" cy="1608164"/>
          </a:xfrm>
          <a:prstGeom prst="roundRect">
            <a:avLst>
              <a:gd name="adj" fmla="val 1858"/>
            </a:avLst>
          </a:prstGeom>
          <a:noFill/>
          <a:ln>
            <a:noFill/>
          </a:ln>
          <a:effectLst>
            <a:outerShdw blurRad="38100" dist="25400" dir="4440000">
              <a:srgbClr val="000000">
                <a:alpha val="35686"/>
              </a:srgbClr>
            </a:outerShdw>
          </a:effectLst>
        </p:spPr>
      </p:sp>
      <p:sp>
        <p:nvSpPr>
          <p:cNvPr id="125" name="Google Shape;125;p34"/>
          <p:cNvSpPr txBox="1">
            <a:spLocks noGrp="1"/>
          </p:cNvSpPr>
          <p:nvPr>
            <p:ph type="body" idx="6"/>
          </p:nvPr>
        </p:nvSpPr>
        <p:spPr>
          <a:xfrm>
            <a:off x="3331075" y="4480368"/>
            <a:ext cx="2476753" cy="1310833"/>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spcBef>
                <a:spcPts val="280"/>
              </a:spcBef>
              <a:spcAft>
                <a:spcPts val="0"/>
              </a:spcAft>
              <a:buSzPts val="980"/>
              <a:buNone/>
              <a:defRPr sz="1400"/>
            </a:lvl1pPr>
            <a:lvl2pPr marL="914400" lvl="1" indent="-228600" algn="l">
              <a:spcBef>
                <a:spcPts val="600"/>
              </a:spcBef>
              <a:spcAft>
                <a:spcPts val="0"/>
              </a:spcAft>
              <a:buSzPts val="840"/>
              <a:buNone/>
              <a:defRPr sz="1200"/>
            </a:lvl2pPr>
            <a:lvl3pPr marL="1371600" lvl="2" indent="-228600" algn="l">
              <a:spcBef>
                <a:spcPts val="600"/>
              </a:spcBef>
              <a:spcAft>
                <a:spcPts val="0"/>
              </a:spcAft>
              <a:buSzPts val="700"/>
              <a:buNone/>
              <a:defRPr sz="1000"/>
            </a:lvl3pPr>
            <a:lvl4pPr marL="1828800" lvl="3" indent="-228600" algn="l">
              <a:spcBef>
                <a:spcPts val="600"/>
              </a:spcBef>
              <a:spcAft>
                <a:spcPts val="0"/>
              </a:spcAft>
              <a:buSzPts val="630"/>
              <a:buNone/>
              <a:defRPr sz="900"/>
            </a:lvl4pPr>
            <a:lvl5pPr marL="2286000" lvl="4" indent="-228600" algn="l">
              <a:spcBef>
                <a:spcPts val="600"/>
              </a:spcBef>
              <a:spcAft>
                <a:spcPts val="0"/>
              </a:spcAft>
              <a:buSzPts val="630"/>
              <a:buNone/>
              <a:defRPr sz="900"/>
            </a:lvl5pPr>
            <a:lvl6pPr marL="2743200" lvl="5" indent="-228600" algn="l">
              <a:spcBef>
                <a:spcPts val="600"/>
              </a:spcBef>
              <a:spcAft>
                <a:spcPts val="0"/>
              </a:spcAft>
              <a:buSzPts val="630"/>
              <a:buNone/>
              <a:defRPr sz="900"/>
            </a:lvl6pPr>
            <a:lvl7pPr marL="3200400" lvl="6" indent="-228600" algn="l">
              <a:spcBef>
                <a:spcPts val="600"/>
              </a:spcBef>
              <a:spcAft>
                <a:spcPts val="0"/>
              </a:spcAft>
              <a:buSzPts val="630"/>
              <a:buNone/>
              <a:defRPr sz="900"/>
            </a:lvl7pPr>
            <a:lvl8pPr marL="3657600" lvl="7" indent="-228600" algn="l">
              <a:spcBef>
                <a:spcPts val="600"/>
              </a:spcBef>
              <a:spcAft>
                <a:spcPts val="0"/>
              </a:spcAft>
              <a:buSzPts val="630"/>
              <a:buNone/>
              <a:defRPr sz="900"/>
            </a:lvl8pPr>
            <a:lvl9pPr marL="4114800" lvl="8" indent="-228600" algn="l">
              <a:spcBef>
                <a:spcPts val="600"/>
              </a:spcBef>
              <a:spcAft>
                <a:spcPts val="600"/>
              </a:spcAft>
              <a:buSzPts val="630"/>
              <a:buNone/>
              <a:defRPr sz="900"/>
            </a:lvl9pPr>
          </a:lstStyle>
          <a:p>
            <a:endParaRPr/>
          </a:p>
        </p:txBody>
      </p:sp>
      <p:sp>
        <p:nvSpPr>
          <p:cNvPr id="126" name="Google Shape;126;p34"/>
          <p:cNvSpPr txBox="1">
            <a:spLocks noGrp="1"/>
          </p:cNvSpPr>
          <p:nvPr>
            <p:ph type="body" idx="7"/>
          </p:nvPr>
        </p:nvSpPr>
        <p:spPr>
          <a:xfrm>
            <a:off x="5975023" y="3904106"/>
            <a:ext cx="2475738" cy="576262"/>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Autofit/>
          </a:bodyPr>
          <a:lstStyle>
            <a:lvl1pPr marL="457200" lvl="0" indent="-228600" algn="ctr">
              <a:spcBef>
                <a:spcPts val="400"/>
              </a:spcBef>
              <a:spcAft>
                <a:spcPts val="0"/>
              </a:spcAft>
              <a:buSzPts val="1400"/>
              <a:buNone/>
              <a:defRPr sz="2000" b="0">
                <a:solidFill>
                  <a:schemeClr val="lt1"/>
                </a:solidFill>
              </a:defRPr>
            </a:lvl1pPr>
            <a:lvl2pPr marL="914400" lvl="1" indent="-228600" algn="l">
              <a:spcBef>
                <a:spcPts val="600"/>
              </a:spcBef>
              <a:spcAft>
                <a:spcPts val="0"/>
              </a:spcAft>
              <a:buSzPts val="1400"/>
              <a:buNone/>
              <a:defRPr sz="2000" b="1"/>
            </a:lvl2pPr>
            <a:lvl3pPr marL="1371600" lvl="2" indent="-228600" algn="l">
              <a:spcBef>
                <a:spcPts val="600"/>
              </a:spcBef>
              <a:spcAft>
                <a:spcPts val="0"/>
              </a:spcAft>
              <a:buSzPts val="1260"/>
              <a:buNone/>
              <a:defRPr sz="1800" b="1"/>
            </a:lvl3pPr>
            <a:lvl4pPr marL="1828800" lvl="3" indent="-228600" algn="l">
              <a:spcBef>
                <a:spcPts val="600"/>
              </a:spcBef>
              <a:spcAft>
                <a:spcPts val="0"/>
              </a:spcAft>
              <a:buSzPts val="1120"/>
              <a:buNone/>
              <a:defRPr sz="1600" b="1"/>
            </a:lvl4pPr>
            <a:lvl5pPr marL="2286000" lvl="4" indent="-228600" algn="l">
              <a:spcBef>
                <a:spcPts val="600"/>
              </a:spcBef>
              <a:spcAft>
                <a:spcPts val="0"/>
              </a:spcAft>
              <a:buSzPts val="1120"/>
              <a:buNone/>
              <a:defRPr sz="1600" b="1"/>
            </a:lvl5pPr>
            <a:lvl6pPr marL="2743200" lvl="5" indent="-228600" algn="l">
              <a:spcBef>
                <a:spcPts val="600"/>
              </a:spcBef>
              <a:spcAft>
                <a:spcPts val="0"/>
              </a:spcAft>
              <a:buSzPts val="1120"/>
              <a:buNone/>
              <a:defRPr sz="1600" b="1"/>
            </a:lvl6pPr>
            <a:lvl7pPr marL="3200400" lvl="6" indent="-228600" algn="l">
              <a:spcBef>
                <a:spcPts val="600"/>
              </a:spcBef>
              <a:spcAft>
                <a:spcPts val="0"/>
              </a:spcAft>
              <a:buSzPts val="1120"/>
              <a:buNone/>
              <a:defRPr sz="1600" b="1"/>
            </a:lvl7pPr>
            <a:lvl8pPr marL="3657600" lvl="7" indent="-228600" algn="l">
              <a:spcBef>
                <a:spcPts val="600"/>
              </a:spcBef>
              <a:spcAft>
                <a:spcPts val="0"/>
              </a:spcAft>
              <a:buSzPts val="1120"/>
              <a:buNone/>
              <a:defRPr sz="1600" b="1"/>
            </a:lvl8pPr>
            <a:lvl9pPr marL="4114800" lvl="8" indent="-228600" algn="l">
              <a:spcBef>
                <a:spcPts val="600"/>
              </a:spcBef>
              <a:spcAft>
                <a:spcPts val="600"/>
              </a:spcAft>
              <a:buSzPts val="1120"/>
              <a:buNone/>
              <a:defRPr sz="1600" b="1"/>
            </a:lvl9pPr>
          </a:lstStyle>
          <a:p>
            <a:endParaRPr/>
          </a:p>
        </p:txBody>
      </p:sp>
      <p:sp>
        <p:nvSpPr>
          <p:cNvPr id="127" name="Google Shape;127;p34"/>
          <p:cNvSpPr>
            <a:spLocks noGrp="1"/>
          </p:cNvSpPr>
          <p:nvPr>
            <p:ph type="pic" idx="8"/>
          </p:nvPr>
        </p:nvSpPr>
        <p:spPr>
          <a:xfrm>
            <a:off x="6056774" y="1934432"/>
            <a:ext cx="2319276" cy="1607294"/>
          </a:xfrm>
          <a:prstGeom prst="roundRect">
            <a:avLst>
              <a:gd name="adj" fmla="val 1858"/>
            </a:avLst>
          </a:prstGeom>
          <a:noFill/>
          <a:ln>
            <a:noFill/>
          </a:ln>
          <a:effectLst>
            <a:outerShdw blurRad="38100" dist="25400" dir="4440000">
              <a:srgbClr val="000000">
                <a:alpha val="35686"/>
              </a:srgbClr>
            </a:outerShdw>
          </a:effectLst>
        </p:spPr>
      </p:sp>
      <p:sp>
        <p:nvSpPr>
          <p:cNvPr id="128" name="Google Shape;128;p34"/>
          <p:cNvSpPr txBox="1">
            <a:spLocks noGrp="1"/>
          </p:cNvSpPr>
          <p:nvPr>
            <p:ph type="body" idx="9"/>
          </p:nvPr>
        </p:nvSpPr>
        <p:spPr>
          <a:xfrm>
            <a:off x="5974929" y="4480366"/>
            <a:ext cx="2475738" cy="1310835"/>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spcBef>
                <a:spcPts val="280"/>
              </a:spcBef>
              <a:spcAft>
                <a:spcPts val="0"/>
              </a:spcAft>
              <a:buSzPts val="980"/>
              <a:buNone/>
              <a:defRPr sz="1400"/>
            </a:lvl1pPr>
            <a:lvl2pPr marL="914400" lvl="1" indent="-228600" algn="l">
              <a:spcBef>
                <a:spcPts val="600"/>
              </a:spcBef>
              <a:spcAft>
                <a:spcPts val="0"/>
              </a:spcAft>
              <a:buSzPts val="840"/>
              <a:buNone/>
              <a:defRPr sz="1200"/>
            </a:lvl2pPr>
            <a:lvl3pPr marL="1371600" lvl="2" indent="-228600" algn="l">
              <a:spcBef>
                <a:spcPts val="600"/>
              </a:spcBef>
              <a:spcAft>
                <a:spcPts val="0"/>
              </a:spcAft>
              <a:buSzPts val="700"/>
              <a:buNone/>
              <a:defRPr sz="1000"/>
            </a:lvl3pPr>
            <a:lvl4pPr marL="1828800" lvl="3" indent="-228600" algn="l">
              <a:spcBef>
                <a:spcPts val="600"/>
              </a:spcBef>
              <a:spcAft>
                <a:spcPts val="0"/>
              </a:spcAft>
              <a:buSzPts val="630"/>
              <a:buNone/>
              <a:defRPr sz="900"/>
            </a:lvl4pPr>
            <a:lvl5pPr marL="2286000" lvl="4" indent="-228600" algn="l">
              <a:spcBef>
                <a:spcPts val="600"/>
              </a:spcBef>
              <a:spcAft>
                <a:spcPts val="0"/>
              </a:spcAft>
              <a:buSzPts val="630"/>
              <a:buNone/>
              <a:defRPr sz="900"/>
            </a:lvl5pPr>
            <a:lvl6pPr marL="2743200" lvl="5" indent="-228600" algn="l">
              <a:spcBef>
                <a:spcPts val="600"/>
              </a:spcBef>
              <a:spcAft>
                <a:spcPts val="0"/>
              </a:spcAft>
              <a:buSzPts val="630"/>
              <a:buNone/>
              <a:defRPr sz="900"/>
            </a:lvl6pPr>
            <a:lvl7pPr marL="3200400" lvl="6" indent="-228600" algn="l">
              <a:spcBef>
                <a:spcPts val="600"/>
              </a:spcBef>
              <a:spcAft>
                <a:spcPts val="0"/>
              </a:spcAft>
              <a:buSzPts val="630"/>
              <a:buNone/>
              <a:defRPr sz="900"/>
            </a:lvl7pPr>
            <a:lvl8pPr marL="3657600" lvl="7" indent="-228600" algn="l">
              <a:spcBef>
                <a:spcPts val="600"/>
              </a:spcBef>
              <a:spcAft>
                <a:spcPts val="0"/>
              </a:spcAft>
              <a:buSzPts val="630"/>
              <a:buNone/>
              <a:defRPr sz="900"/>
            </a:lvl8pPr>
            <a:lvl9pPr marL="4114800" lvl="8" indent="-228600" algn="l">
              <a:spcBef>
                <a:spcPts val="600"/>
              </a:spcBef>
              <a:spcAft>
                <a:spcPts val="600"/>
              </a:spcAft>
              <a:buSzPts val="630"/>
              <a:buNone/>
              <a:defRPr sz="900"/>
            </a:lvl9pPr>
          </a:lstStyle>
          <a:p>
            <a:endParaRPr/>
          </a:p>
        </p:txBody>
      </p:sp>
      <p:sp>
        <p:nvSpPr>
          <p:cNvPr id="129" name="Google Shape;129;p34"/>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34"/>
          <p:cNvSpPr txBox="1">
            <a:spLocks noGrp="1"/>
          </p:cNvSpPr>
          <p:nvPr>
            <p:ph type="ftr" idx="11"/>
          </p:nvPr>
        </p:nvSpPr>
        <p:spPr>
          <a:xfrm>
            <a:off x="685347" y="5883276"/>
            <a:ext cx="500464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34"/>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2"/>
        <p:cNvGrpSpPr/>
        <p:nvPr/>
      </p:nvGrpSpPr>
      <p:grpSpPr>
        <a:xfrm>
          <a:off x="0" y="0"/>
          <a:ext cx="0" cy="0"/>
          <a:chOff x="0" y="0"/>
          <a:chExt cx="0" cy="0"/>
        </a:xfrm>
      </p:grpSpPr>
      <p:sp>
        <p:nvSpPr>
          <p:cNvPr id="133" name="Google Shape;133;p35"/>
          <p:cNvSpPr txBox="1">
            <a:spLocks noGrp="1"/>
          </p:cNvSpPr>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35"/>
          <p:cNvSpPr txBox="1">
            <a:spLocks noGrp="1"/>
          </p:cNvSpPr>
          <p:nvPr>
            <p:ph type="body" idx="1"/>
          </p:nvPr>
        </p:nvSpPr>
        <p:spPr>
          <a:xfrm rot="5400000">
            <a:off x="2538632" y="-120835"/>
            <a:ext cx="4058751" cy="7765322"/>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308610" algn="l">
              <a:spcBef>
                <a:spcPts val="360"/>
              </a:spcBef>
              <a:spcAft>
                <a:spcPts val="0"/>
              </a:spcAft>
              <a:buSzPts val="1260"/>
              <a:buChar char="◈"/>
              <a:defRPr/>
            </a:lvl1pPr>
            <a:lvl2pPr marL="914400" lvl="1" indent="-308610" algn="l">
              <a:spcBef>
                <a:spcPts val="600"/>
              </a:spcBef>
              <a:spcAft>
                <a:spcPts val="0"/>
              </a:spcAft>
              <a:buSzPts val="1260"/>
              <a:buChar char="🞚"/>
              <a:defRPr/>
            </a:lvl2pPr>
            <a:lvl3pPr marL="1371600" lvl="2" indent="-308610" algn="l">
              <a:spcBef>
                <a:spcPts val="600"/>
              </a:spcBef>
              <a:spcAft>
                <a:spcPts val="0"/>
              </a:spcAft>
              <a:buSzPts val="1260"/>
              <a:buChar char="◈"/>
              <a:defRPr/>
            </a:lvl3pPr>
            <a:lvl4pPr marL="1828800" lvl="3" indent="-308610" algn="l">
              <a:spcBef>
                <a:spcPts val="600"/>
              </a:spcBef>
              <a:spcAft>
                <a:spcPts val="0"/>
              </a:spcAft>
              <a:buSzPts val="1260"/>
              <a:buChar char="🞚"/>
              <a:defRPr/>
            </a:lvl4pPr>
            <a:lvl5pPr marL="2286000" lvl="4" indent="-308610" algn="l">
              <a:spcBef>
                <a:spcPts val="600"/>
              </a:spcBef>
              <a:spcAft>
                <a:spcPts val="0"/>
              </a:spcAft>
              <a:buSzPts val="1260"/>
              <a:buChar char="◈"/>
              <a:defRPr/>
            </a:lvl5pPr>
            <a:lvl6pPr marL="2743200" lvl="5" indent="-308610" algn="l">
              <a:spcBef>
                <a:spcPts val="600"/>
              </a:spcBef>
              <a:spcAft>
                <a:spcPts val="0"/>
              </a:spcAft>
              <a:buSzPts val="1260"/>
              <a:buChar char="◈"/>
              <a:defRPr/>
            </a:lvl6pPr>
            <a:lvl7pPr marL="3200400" lvl="6" indent="-308610" algn="l">
              <a:spcBef>
                <a:spcPts val="600"/>
              </a:spcBef>
              <a:spcAft>
                <a:spcPts val="0"/>
              </a:spcAft>
              <a:buSzPts val="1260"/>
              <a:buChar char="◈"/>
              <a:defRPr/>
            </a:lvl7pPr>
            <a:lvl8pPr marL="3657600" lvl="7" indent="-308609" algn="l">
              <a:spcBef>
                <a:spcPts val="600"/>
              </a:spcBef>
              <a:spcAft>
                <a:spcPts val="0"/>
              </a:spcAft>
              <a:buSzPts val="1260"/>
              <a:buChar char="◈"/>
              <a:defRPr/>
            </a:lvl8pPr>
            <a:lvl9pPr marL="4114800" lvl="8" indent="-308609" algn="l">
              <a:spcBef>
                <a:spcPts val="600"/>
              </a:spcBef>
              <a:spcAft>
                <a:spcPts val="600"/>
              </a:spcAft>
              <a:buSzPts val="1260"/>
              <a:buChar char="◈"/>
              <a:defRPr/>
            </a:lvl9pPr>
          </a:lstStyle>
          <a:p>
            <a:endParaRPr/>
          </a:p>
        </p:txBody>
      </p:sp>
      <p:sp>
        <p:nvSpPr>
          <p:cNvPr id="135" name="Google Shape;135;p35"/>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35"/>
          <p:cNvSpPr txBox="1">
            <a:spLocks noGrp="1"/>
          </p:cNvSpPr>
          <p:nvPr>
            <p:ph type="ftr" idx="11"/>
          </p:nvPr>
        </p:nvSpPr>
        <p:spPr>
          <a:xfrm>
            <a:off x="685347" y="5883276"/>
            <a:ext cx="500464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35"/>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8"/>
        <p:cNvGrpSpPr/>
        <p:nvPr/>
      </p:nvGrpSpPr>
      <p:grpSpPr>
        <a:xfrm>
          <a:off x="0" y="0"/>
          <a:ext cx="0" cy="0"/>
          <a:chOff x="0" y="0"/>
          <a:chExt cx="0" cy="0"/>
        </a:xfrm>
      </p:grpSpPr>
      <p:sp>
        <p:nvSpPr>
          <p:cNvPr id="139" name="Google Shape;139;p36"/>
          <p:cNvSpPr txBox="1">
            <a:spLocks noGrp="1"/>
          </p:cNvSpPr>
          <p:nvPr>
            <p:ph type="title"/>
          </p:nvPr>
        </p:nvSpPr>
        <p:spPr>
          <a:xfrm rot="5400000">
            <a:off x="5003184" y="2343718"/>
            <a:ext cx="5181601" cy="1713365"/>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lvl="0" algn="l">
              <a:spcBef>
                <a:spcPts val="0"/>
              </a:spcBef>
              <a:spcAft>
                <a:spcPts val="0"/>
              </a:spcAft>
              <a:buClr>
                <a:schemeClr val="lt2"/>
              </a:buClr>
              <a:buSzPts val="4000"/>
              <a:buFont typeface="Lustria"/>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36"/>
          <p:cNvSpPr txBox="1">
            <a:spLocks noGrp="1"/>
          </p:cNvSpPr>
          <p:nvPr>
            <p:ph type="body" idx="1"/>
          </p:nvPr>
        </p:nvSpPr>
        <p:spPr>
          <a:xfrm rot="5400000">
            <a:off x="1063373" y="231574"/>
            <a:ext cx="5181601" cy="5937654"/>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308610" algn="l">
              <a:spcBef>
                <a:spcPts val="360"/>
              </a:spcBef>
              <a:spcAft>
                <a:spcPts val="0"/>
              </a:spcAft>
              <a:buSzPts val="1260"/>
              <a:buChar char="◈"/>
              <a:defRPr/>
            </a:lvl1pPr>
            <a:lvl2pPr marL="914400" lvl="1" indent="-308610" algn="l">
              <a:spcBef>
                <a:spcPts val="600"/>
              </a:spcBef>
              <a:spcAft>
                <a:spcPts val="0"/>
              </a:spcAft>
              <a:buSzPts val="1260"/>
              <a:buChar char="🞚"/>
              <a:defRPr/>
            </a:lvl2pPr>
            <a:lvl3pPr marL="1371600" lvl="2" indent="-308610" algn="l">
              <a:spcBef>
                <a:spcPts val="600"/>
              </a:spcBef>
              <a:spcAft>
                <a:spcPts val="0"/>
              </a:spcAft>
              <a:buSzPts val="1260"/>
              <a:buChar char="◈"/>
              <a:defRPr/>
            </a:lvl3pPr>
            <a:lvl4pPr marL="1828800" lvl="3" indent="-308610" algn="l">
              <a:spcBef>
                <a:spcPts val="600"/>
              </a:spcBef>
              <a:spcAft>
                <a:spcPts val="0"/>
              </a:spcAft>
              <a:buSzPts val="1260"/>
              <a:buChar char="🞚"/>
              <a:defRPr/>
            </a:lvl4pPr>
            <a:lvl5pPr marL="2286000" lvl="4" indent="-308610" algn="l">
              <a:spcBef>
                <a:spcPts val="600"/>
              </a:spcBef>
              <a:spcAft>
                <a:spcPts val="0"/>
              </a:spcAft>
              <a:buSzPts val="1260"/>
              <a:buChar char="◈"/>
              <a:defRPr/>
            </a:lvl5pPr>
            <a:lvl6pPr marL="2743200" lvl="5" indent="-308610" algn="l">
              <a:spcBef>
                <a:spcPts val="600"/>
              </a:spcBef>
              <a:spcAft>
                <a:spcPts val="0"/>
              </a:spcAft>
              <a:buSzPts val="1260"/>
              <a:buChar char="◈"/>
              <a:defRPr/>
            </a:lvl6pPr>
            <a:lvl7pPr marL="3200400" lvl="6" indent="-308610" algn="l">
              <a:spcBef>
                <a:spcPts val="600"/>
              </a:spcBef>
              <a:spcAft>
                <a:spcPts val="0"/>
              </a:spcAft>
              <a:buSzPts val="1260"/>
              <a:buChar char="◈"/>
              <a:defRPr/>
            </a:lvl7pPr>
            <a:lvl8pPr marL="3657600" lvl="7" indent="-308609" algn="l">
              <a:spcBef>
                <a:spcPts val="600"/>
              </a:spcBef>
              <a:spcAft>
                <a:spcPts val="0"/>
              </a:spcAft>
              <a:buSzPts val="1260"/>
              <a:buChar char="◈"/>
              <a:defRPr/>
            </a:lvl8pPr>
            <a:lvl9pPr marL="4114800" lvl="8" indent="-308609" algn="l">
              <a:spcBef>
                <a:spcPts val="600"/>
              </a:spcBef>
              <a:spcAft>
                <a:spcPts val="600"/>
              </a:spcAft>
              <a:buSzPts val="1260"/>
              <a:buChar char="◈"/>
              <a:defRPr/>
            </a:lvl9pPr>
          </a:lstStyle>
          <a:p>
            <a:endParaRPr/>
          </a:p>
        </p:txBody>
      </p:sp>
      <p:sp>
        <p:nvSpPr>
          <p:cNvPr id="141" name="Google Shape;141;p36"/>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36"/>
          <p:cNvSpPr txBox="1">
            <a:spLocks noGrp="1"/>
          </p:cNvSpPr>
          <p:nvPr>
            <p:ph type="ftr" idx="11"/>
          </p:nvPr>
        </p:nvSpPr>
        <p:spPr>
          <a:xfrm>
            <a:off x="685347" y="5883276"/>
            <a:ext cx="500464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36"/>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9"/>
        <p:cNvGrpSpPr/>
        <p:nvPr/>
      </p:nvGrpSpPr>
      <p:grpSpPr>
        <a:xfrm>
          <a:off x="0" y="0"/>
          <a:ext cx="0" cy="0"/>
          <a:chOff x="0" y="0"/>
          <a:chExt cx="0" cy="0"/>
        </a:xfrm>
      </p:grpSpPr>
      <p:sp>
        <p:nvSpPr>
          <p:cNvPr id="10" name="Google Shape;10;p19"/>
          <p:cNvSpPr txBox="1">
            <a:spLocks noGrp="1"/>
          </p:cNvSpPr>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marR="0" lvl="0" algn="ctr" rtl="0">
              <a:spcBef>
                <a:spcPts val="0"/>
              </a:spcBef>
              <a:spcAft>
                <a:spcPts val="0"/>
              </a:spcAft>
              <a:buClr>
                <a:schemeClr val="lt2"/>
              </a:buClr>
              <a:buSzPts val="4000"/>
              <a:buFont typeface="Lustria"/>
              <a:buNone/>
              <a:defRPr sz="4000" b="0" i="0" u="none" strike="noStrike" cap="none">
                <a:solidFill>
                  <a:schemeClr val="lt2"/>
                </a:solidFill>
                <a:latin typeface="Lustria"/>
                <a:ea typeface="Lustria"/>
                <a:cs typeface="Lustria"/>
                <a:sym typeface="Lustria"/>
              </a:defRPr>
            </a:lvl1pPr>
            <a:lvl2pPr marR="0" lvl="1" algn="l" rtl="0">
              <a:spcBef>
                <a:spcPts val="0"/>
              </a:spcBef>
              <a:spcAft>
                <a:spcPts val="0"/>
              </a:spcAft>
              <a:buSzPts val="1400"/>
              <a:buNone/>
              <a:defRPr sz="1800" b="0" i="0" u="none" strike="noStrike" cap="none">
                <a:solidFill>
                  <a:schemeClr val="lt2"/>
                </a:solidFill>
              </a:defRPr>
            </a:lvl2pPr>
            <a:lvl3pPr marR="0" lvl="2" algn="l" rtl="0">
              <a:spcBef>
                <a:spcPts val="0"/>
              </a:spcBef>
              <a:spcAft>
                <a:spcPts val="0"/>
              </a:spcAft>
              <a:buSzPts val="1400"/>
              <a:buNone/>
              <a:defRPr sz="1800" b="0" i="0" u="none" strike="noStrike" cap="none">
                <a:solidFill>
                  <a:schemeClr val="lt2"/>
                </a:solidFill>
              </a:defRPr>
            </a:lvl3pPr>
            <a:lvl4pPr marR="0" lvl="3" algn="l" rtl="0">
              <a:spcBef>
                <a:spcPts val="0"/>
              </a:spcBef>
              <a:spcAft>
                <a:spcPts val="0"/>
              </a:spcAft>
              <a:buSzPts val="1400"/>
              <a:buNone/>
              <a:defRPr sz="1800" b="0" i="0" u="none" strike="noStrike" cap="none">
                <a:solidFill>
                  <a:schemeClr val="lt2"/>
                </a:solidFill>
              </a:defRPr>
            </a:lvl4pPr>
            <a:lvl5pPr marR="0" lvl="4" algn="l" rtl="0">
              <a:spcBef>
                <a:spcPts val="0"/>
              </a:spcBef>
              <a:spcAft>
                <a:spcPts val="0"/>
              </a:spcAft>
              <a:buSzPts val="1400"/>
              <a:buNone/>
              <a:defRPr sz="1800" b="0" i="0" u="none" strike="noStrike" cap="none">
                <a:solidFill>
                  <a:schemeClr val="lt2"/>
                </a:solidFill>
              </a:defRPr>
            </a:lvl5pPr>
            <a:lvl6pPr marR="0" lvl="5" algn="l" rtl="0">
              <a:spcBef>
                <a:spcPts val="0"/>
              </a:spcBef>
              <a:spcAft>
                <a:spcPts val="0"/>
              </a:spcAft>
              <a:buSzPts val="1400"/>
              <a:buNone/>
              <a:defRPr sz="1800" b="0" i="0" u="none" strike="noStrike" cap="none">
                <a:solidFill>
                  <a:schemeClr val="lt2"/>
                </a:solidFill>
              </a:defRPr>
            </a:lvl6pPr>
            <a:lvl7pPr marR="0" lvl="6" algn="l" rtl="0">
              <a:spcBef>
                <a:spcPts val="0"/>
              </a:spcBef>
              <a:spcAft>
                <a:spcPts val="0"/>
              </a:spcAft>
              <a:buSzPts val="1400"/>
              <a:buNone/>
              <a:defRPr sz="1800" b="0" i="0" u="none" strike="noStrike" cap="none">
                <a:solidFill>
                  <a:schemeClr val="lt2"/>
                </a:solidFill>
              </a:defRPr>
            </a:lvl7pPr>
            <a:lvl8pPr marR="0" lvl="7" algn="l" rtl="0">
              <a:spcBef>
                <a:spcPts val="0"/>
              </a:spcBef>
              <a:spcAft>
                <a:spcPts val="0"/>
              </a:spcAft>
              <a:buSzPts val="1400"/>
              <a:buNone/>
              <a:defRPr sz="1800" b="0" i="0" u="none" strike="noStrike" cap="none">
                <a:solidFill>
                  <a:schemeClr val="lt2"/>
                </a:solidFill>
              </a:defRPr>
            </a:lvl8pPr>
            <a:lvl9pPr marR="0" lvl="8" algn="l" rtl="0">
              <a:spcBef>
                <a:spcPts val="0"/>
              </a:spcBef>
              <a:spcAft>
                <a:spcPts val="0"/>
              </a:spcAft>
              <a:buSzPts val="1400"/>
              <a:buNone/>
              <a:defRPr sz="1800" b="0" i="0" u="none" strike="noStrike" cap="none">
                <a:solidFill>
                  <a:schemeClr val="lt2"/>
                </a:solidFill>
              </a:defRPr>
            </a:lvl9pPr>
          </a:lstStyle>
          <a:p>
            <a:endParaRPr/>
          </a:p>
        </p:txBody>
      </p:sp>
      <p:sp>
        <p:nvSpPr>
          <p:cNvPr id="11" name="Google Shape;11;p19"/>
          <p:cNvSpPr txBox="1">
            <a:spLocks noGrp="1"/>
          </p:cNvSpPr>
          <p:nvPr>
            <p:ph type="body" idx="1"/>
          </p:nvPr>
        </p:nvSpPr>
        <p:spPr>
          <a:xfrm>
            <a:off x="685346" y="1732450"/>
            <a:ext cx="7765322" cy="4058751"/>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marR="0" lvl="0" indent="-317500" algn="l" rtl="0">
              <a:spcBef>
                <a:spcPts val="400"/>
              </a:spcBef>
              <a:spcAft>
                <a:spcPts val="0"/>
              </a:spcAft>
              <a:buClr>
                <a:schemeClr val="lt2"/>
              </a:buClr>
              <a:buSzPts val="1400"/>
              <a:buFont typeface="Noto Sans Symbols"/>
              <a:buChar char="◈"/>
              <a:defRPr sz="2000" b="0" i="0" u="none" strike="noStrike" cap="none">
                <a:solidFill>
                  <a:schemeClr val="lt2"/>
                </a:solidFill>
                <a:latin typeface="Lustria"/>
                <a:ea typeface="Lustria"/>
                <a:cs typeface="Lustria"/>
                <a:sym typeface="Lustria"/>
              </a:defRPr>
            </a:lvl1pPr>
            <a:lvl2pPr marL="914400" marR="0" lvl="1" indent="-308610" algn="l" rtl="0">
              <a:spcBef>
                <a:spcPts val="600"/>
              </a:spcBef>
              <a:spcAft>
                <a:spcPts val="0"/>
              </a:spcAft>
              <a:buClr>
                <a:schemeClr val="lt2"/>
              </a:buClr>
              <a:buSzPts val="1260"/>
              <a:buFont typeface="Noto Sans Symbols"/>
              <a:buChar char="🞚"/>
              <a:defRPr sz="1800" b="0" i="0" u="none" strike="noStrike" cap="none">
                <a:solidFill>
                  <a:schemeClr val="lt2"/>
                </a:solidFill>
                <a:latin typeface="Lustria"/>
                <a:ea typeface="Lustria"/>
                <a:cs typeface="Lustria"/>
                <a:sym typeface="Lustria"/>
              </a:defRPr>
            </a:lvl2pPr>
            <a:lvl3pPr marL="1371600" marR="0" lvl="2" indent="-299719" algn="l" rtl="0">
              <a:spcBef>
                <a:spcPts val="600"/>
              </a:spcBef>
              <a:spcAft>
                <a:spcPts val="0"/>
              </a:spcAft>
              <a:buClr>
                <a:schemeClr val="lt2"/>
              </a:buClr>
              <a:buSzPts val="1120"/>
              <a:buFont typeface="Noto Sans Symbols"/>
              <a:buChar char="◈"/>
              <a:defRPr sz="1600" b="0" i="0" u="none" strike="noStrike" cap="none">
                <a:solidFill>
                  <a:schemeClr val="lt2"/>
                </a:solidFill>
                <a:latin typeface="Lustria"/>
                <a:ea typeface="Lustria"/>
                <a:cs typeface="Lustria"/>
                <a:sym typeface="Lustria"/>
              </a:defRPr>
            </a:lvl3pPr>
            <a:lvl4pPr marL="1828800" marR="0" lvl="3" indent="-290830" algn="l" rtl="0">
              <a:spcBef>
                <a:spcPts val="600"/>
              </a:spcBef>
              <a:spcAft>
                <a:spcPts val="0"/>
              </a:spcAft>
              <a:buClr>
                <a:schemeClr val="lt2"/>
              </a:buClr>
              <a:buSzPts val="980"/>
              <a:buFont typeface="Noto Sans Symbols"/>
              <a:buChar char="🞚"/>
              <a:defRPr sz="1400" b="0" i="0" u="none" strike="noStrike" cap="none">
                <a:solidFill>
                  <a:schemeClr val="lt2"/>
                </a:solidFill>
                <a:latin typeface="Lustria"/>
                <a:ea typeface="Lustria"/>
                <a:cs typeface="Lustria"/>
                <a:sym typeface="Lustria"/>
              </a:defRPr>
            </a:lvl4pPr>
            <a:lvl5pPr marL="2286000" marR="0" lvl="4" indent="-290829" algn="l" rtl="0">
              <a:spcBef>
                <a:spcPts val="600"/>
              </a:spcBef>
              <a:spcAft>
                <a:spcPts val="0"/>
              </a:spcAft>
              <a:buClr>
                <a:schemeClr val="lt2"/>
              </a:buClr>
              <a:buSzPts val="980"/>
              <a:buFont typeface="Noto Sans Symbols"/>
              <a:buChar char="◈"/>
              <a:defRPr sz="1400" b="0" i="0" u="none" strike="noStrike" cap="none">
                <a:solidFill>
                  <a:schemeClr val="lt2"/>
                </a:solidFill>
                <a:latin typeface="Lustria"/>
                <a:ea typeface="Lustria"/>
                <a:cs typeface="Lustria"/>
                <a:sym typeface="Lustria"/>
              </a:defRPr>
            </a:lvl5pPr>
            <a:lvl6pPr marL="2743200" marR="0" lvl="5" indent="-290829" algn="l" rtl="0">
              <a:spcBef>
                <a:spcPts val="600"/>
              </a:spcBef>
              <a:spcAft>
                <a:spcPts val="0"/>
              </a:spcAft>
              <a:buClr>
                <a:schemeClr val="lt2"/>
              </a:buClr>
              <a:buSzPts val="980"/>
              <a:buFont typeface="Noto Sans Symbols"/>
              <a:buChar char="◈"/>
              <a:defRPr sz="1400" b="0" i="0" u="none" strike="noStrike" cap="none">
                <a:solidFill>
                  <a:schemeClr val="lt2"/>
                </a:solidFill>
                <a:latin typeface="Lustria"/>
                <a:ea typeface="Lustria"/>
                <a:cs typeface="Lustria"/>
                <a:sym typeface="Lustria"/>
              </a:defRPr>
            </a:lvl6pPr>
            <a:lvl7pPr marL="3200400" marR="0" lvl="6" indent="-290829" algn="l" rtl="0">
              <a:spcBef>
                <a:spcPts val="600"/>
              </a:spcBef>
              <a:spcAft>
                <a:spcPts val="0"/>
              </a:spcAft>
              <a:buClr>
                <a:schemeClr val="lt2"/>
              </a:buClr>
              <a:buSzPts val="980"/>
              <a:buFont typeface="Noto Sans Symbols"/>
              <a:buChar char="◈"/>
              <a:defRPr sz="1400" b="0" i="0" u="none" strike="noStrike" cap="none">
                <a:solidFill>
                  <a:schemeClr val="lt2"/>
                </a:solidFill>
                <a:latin typeface="Lustria"/>
                <a:ea typeface="Lustria"/>
                <a:cs typeface="Lustria"/>
                <a:sym typeface="Lustria"/>
              </a:defRPr>
            </a:lvl7pPr>
            <a:lvl8pPr marL="3657600" marR="0" lvl="7" indent="-290829" algn="l" rtl="0">
              <a:spcBef>
                <a:spcPts val="600"/>
              </a:spcBef>
              <a:spcAft>
                <a:spcPts val="0"/>
              </a:spcAft>
              <a:buClr>
                <a:schemeClr val="lt2"/>
              </a:buClr>
              <a:buSzPts val="980"/>
              <a:buFont typeface="Noto Sans Symbols"/>
              <a:buChar char="◈"/>
              <a:defRPr sz="1400" b="0" i="0" u="none" strike="noStrike" cap="none">
                <a:solidFill>
                  <a:schemeClr val="lt2"/>
                </a:solidFill>
                <a:latin typeface="Lustria"/>
                <a:ea typeface="Lustria"/>
                <a:cs typeface="Lustria"/>
                <a:sym typeface="Lustria"/>
              </a:defRPr>
            </a:lvl8pPr>
            <a:lvl9pPr marL="4114800" marR="0" lvl="8" indent="-290829" algn="l" rtl="0">
              <a:spcBef>
                <a:spcPts val="600"/>
              </a:spcBef>
              <a:spcAft>
                <a:spcPts val="600"/>
              </a:spcAft>
              <a:buClr>
                <a:schemeClr val="lt2"/>
              </a:buClr>
              <a:buSzPts val="980"/>
              <a:buFont typeface="Noto Sans Symbols"/>
              <a:buChar char="◈"/>
              <a:defRPr sz="1400" b="0" i="0" u="none" strike="noStrike" cap="none">
                <a:solidFill>
                  <a:schemeClr val="lt2"/>
                </a:solidFill>
                <a:latin typeface="Lustria"/>
                <a:ea typeface="Lustria"/>
                <a:cs typeface="Lustria"/>
                <a:sym typeface="Lustria"/>
              </a:defRPr>
            </a:lvl9pPr>
          </a:lstStyle>
          <a:p>
            <a:endParaRPr/>
          </a:p>
        </p:txBody>
      </p:sp>
      <p:sp>
        <p:nvSpPr>
          <p:cNvPr id="12" name="Google Shape;12;p19"/>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rgbClr val="F2F2F2"/>
                </a:solidFill>
                <a:latin typeface="Lustria"/>
                <a:ea typeface="Lustria"/>
                <a:cs typeface="Lustria"/>
                <a:sym typeface="Lustria"/>
              </a:defRPr>
            </a:lvl1pPr>
            <a:lvl2pPr marR="0" lvl="1"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R="0" lvl="2"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R="0" lvl="3"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R="0" lvl="4"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R="0" lvl="5"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R="0" lvl="6"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R="0" lvl="7"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R="0" lvl="8"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13" name="Google Shape;13;p19"/>
          <p:cNvSpPr txBox="1">
            <a:spLocks noGrp="1"/>
          </p:cNvSpPr>
          <p:nvPr>
            <p:ph type="ftr" idx="11"/>
          </p:nvPr>
        </p:nvSpPr>
        <p:spPr>
          <a:xfrm>
            <a:off x="685347" y="5883276"/>
            <a:ext cx="5004649"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rgbClr val="F2F2F2"/>
                </a:solidFill>
                <a:latin typeface="Lustria"/>
                <a:ea typeface="Lustria"/>
                <a:cs typeface="Lustria"/>
                <a:sym typeface="Lustria"/>
              </a:defRPr>
            </a:lvl1pPr>
            <a:lvl2pPr marR="0" lvl="1"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R="0" lvl="2"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R="0" lvl="3"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R="0" lvl="4"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R="0" lvl="5"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R="0" lvl="6"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R="0" lvl="7"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R="0" lvl="8"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14" name="Google Shape;14;p19"/>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00" b="0" i="0" u="none" strike="noStrike" cap="none">
                <a:solidFill>
                  <a:srgbClr val="F2F2F2"/>
                </a:solidFill>
                <a:latin typeface="Lustria"/>
                <a:ea typeface="Lustria"/>
                <a:cs typeface="Lustria"/>
                <a:sym typeface="Lustria"/>
              </a:defRPr>
            </a:lvl1pPr>
            <a:lvl2pPr marL="0" marR="0" lvl="1" indent="0" algn="r" rtl="0">
              <a:spcBef>
                <a:spcPts val="0"/>
              </a:spcBef>
              <a:buNone/>
              <a:defRPr sz="1000" b="0" i="0" u="none" strike="noStrike" cap="none">
                <a:solidFill>
                  <a:srgbClr val="F2F2F2"/>
                </a:solidFill>
                <a:latin typeface="Lustria"/>
                <a:ea typeface="Lustria"/>
                <a:cs typeface="Lustria"/>
                <a:sym typeface="Lustria"/>
              </a:defRPr>
            </a:lvl2pPr>
            <a:lvl3pPr marL="0" marR="0" lvl="2" indent="0" algn="r" rtl="0">
              <a:spcBef>
                <a:spcPts val="0"/>
              </a:spcBef>
              <a:buNone/>
              <a:defRPr sz="1000" b="0" i="0" u="none" strike="noStrike" cap="none">
                <a:solidFill>
                  <a:srgbClr val="F2F2F2"/>
                </a:solidFill>
                <a:latin typeface="Lustria"/>
                <a:ea typeface="Lustria"/>
                <a:cs typeface="Lustria"/>
                <a:sym typeface="Lustria"/>
              </a:defRPr>
            </a:lvl3pPr>
            <a:lvl4pPr marL="0" marR="0" lvl="3" indent="0" algn="r" rtl="0">
              <a:spcBef>
                <a:spcPts val="0"/>
              </a:spcBef>
              <a:buNone/>
              <a:defRPr sz="1000" b="0" i="0" u="none" strike="noStrike" cap="none">
                <a:solidFill>
                  <a:srgbClr val="F2F2F2"/>
                </a:solidFill>
                <a:latin typeface="Lustria"/>
                <a:ea typeface="Lustria"/>
                <a:cs typeface="Lustria"/>
                <a:sym typeface="Lustria"/>
              </a:defRPr>
            </a:lvl4pPr>
            <a:lvl5pPr marL="0" marR="0" lvl="4" indent="0" algn="r" rtl="0">
              <a:spcBef>
                <a:spcPts val="0"/>
              </a:spcBef>
              <a:buNone/>
              <a:defRPr sz="1000" b="0" i="0" u="none" strike="noStrike" cap="none">
                <a:solidFill>
                  <a:srgbClr val="F2F2F2"/>
                </a:solidFill>
                <a:latin typeface="Lustria"/>
                <a:ea typeface="Lustria"/>
                <a:cs typeface="Lustria"/>
                <a:sym typeface="Lustria"/>
              </a:defRPr>
            </a:lvl5pPr>
            <a:lvl6pPr marL="0" marR="0" lvl="5" indent="0" algn="r" rtl="0">
              <a:spcBef>
                <a:spcPts val="0"/>
              </a:spcBef>
              <a:buNone/>
              <a:defRPr sz="1000" b="0" i="0" u="none" strike="noStrike" cap="none">
                <a:solidFill>
                  <a:srgbClr val="F2F2F2"/>
                </a:solidFill>
                <a:latin typeface="Lustria"/>
                <a:ea typeface="Lustria"/>
                <a:cs typeface="Lustria"/>
                <a:sym typeface="Lustria"/>
              </a:defRPr>
            </a:lvl6pPr>
            <a:lvl7pPr marL="0" marR="0" lvl="6" indent="0" algn="r" rtl="0">
              <a:spcBef>
                <a:spcPts val="0"/>
              </a:spcBef>
              <a:buNone/>
              <a:defRPr sz="1000" b="0" i="0" u="none" strike="noStrike" cap="none">
                <a:solidFill>
                  <a:srgbClr val="F2F2F2"/>
                </a:solidFill>
                <a:latin typeface="Lustria"/>
                <a:ea typeface="Lustria"/>
                <a:cs typeface="Lustria"/>
                <a:sym typeface="Lustria"/>
              </a:defRPr>
            </a:lvl7pPr>
            <a:lvl8pPr marL="0" marR="0" lvl="7" indent="0" algn="r" rtl="0">
              <a:spcBef>
                <a:spcPts val="0"/>
              </a:spcBef>
              <a:buNone/>
              <a:defRPr sz="1000" b="0" i="0" u="none" strike="noStrike" cap="none">
                <a:solidFill>
                  <a:srgbClr val="F2F2F2"/>
                </a:solidFill>
                <a:latin typeface="Lustria"/>
                <a:ea typeface="Lustria"/>
                <a:cs typeface="Lustria"/>
                <a:sym typeface="Lustria"/>
              </a:defRPr>
            </a:lvl8pPr>
            <a:lvl9pPr marL="0" marR="0" lvl="8" indent="0" algn="r" rtl="0">
              <a:spcBef>
                <a:spcPts val="0"/>
              </a:spcBef>
              <a:buNone/>
              <a:defRPr sz="1000" b="0" i="0" u="none" strike="noStrike" cap="none">
                <a:solidFill>
                  <a:srgbClr val="F2F2F2"/>
                </a:solidFill>
                <a:latin typeface="Lustria"/>
                <a:ea typeface="Lustria"/>
                <a:cs typeface="Lustria"/>
                <a:sym typeface="Lustria"/>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9.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
          <p:cNvSpPr txBox="1">
            <a:spLocks noGrp="1"/>
          </p:cNvSpPr>
          <p:nvPr>
            <p:ph type="title"/>
          </p:nvPr>
        </p:nvSpPr>
        <p:spPr>
          <a:xfrm>
            <a:off x="914400" y="2286000"/>
            <a:ext cx="7765322" cy="970450"/>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5400"/>
              <a:buFont typeface="Lustria"/>
              <a:buNone/>
            </a:pPr>
            <a:r>
              <a:rPr lang="en-US" sz="5400">
                <a:solidFill>
                  <a:srgbClr val="FFFFFF"/>
                </a:solidFill>
                <a:latin typeface="Lustria"/>
                <a:ea typeface="Lustria"/>
                <a:cs typeface="Lustria"/>
                <a:sym typeface="Lustria"/>
              </a:rPr>
              <a:t>Organization </a:t>
            </a:r>
            <a:br>
              <a:rPr lang="en-US" sz="5400">
                <a:solidFill>
                  <a:srgbClr val="FFFFFF"/>
                </a:solidFill>
                <a:latin typeface="Lustria"/>
                <a:ea typeface="Lustria"/>
                <a:cs typeface="Lustria"/>
                <a:sym typeface="Lustria"/>
              </a:rPr>
            </a:br>
            <a:r>
              <a:rPr lang="en-US" sz="5400">
                <a:solidFill>
                  <a:srgbClr val="FFFFFF"/>
                </a:solidFill>
                <a:latin typeface="Lustria"/>
                <a:ea typeface="Lustria"/>
                <a:cs typeface="Lustria"/>
                <a:sym typeface="Lustria"/>
              </a:rPr>
              <a:t>and </a:t>
            </a:r>
            <a:br>
              <a:rPr lang="en-US" sz="5400">
                <a:solidFill>
                  <a:srgbClr val="FFFFFF"/>
                </a:solidFill>
                <a:latin typeface="Lustria"/>
                <a:ea typeface="Lustria"/>
                <a:cs typeface="Lustria"/>
                <a:sym typeface="Lustria"/>
              </a:rPr>
            </a:br>
            <a:r>
              <a:rPr lang="en-US" sz="5400">
                <a:solidFill>
                  <a:srgbClr val="FFFFFF"/>
                </a:solidFill>
                <a:latin typeface="Lustria"/>
                <a:ea typeface="Lustria"/>
                <a:cs typeface="Lustria"/>
                <a:sym typeface="Lustria"/>
              </a:rPr>
              <a:t>Organizational Structure</a:t>
            </a:r>
            <a:endParaRPr sz="5400">
              <a:latin typeface="Lustria"/>
              <a:ea typeface="Lustria"/>
              <a:cs typeface="Lustria"/>
              <a:sym typeface="Lustria"/>
            </a:endParaRPr>
          </a:p>
        </p:txBody>
      </p:sp>
      <p:sp>
        <p:nvSpPr>
          <p:cNvPr id="149" name="Google Shape;149;p1"/>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5/19/2024</a:t>
            </a:r>
            <a:endParaRPr/>
          </a:p>
        </p:txBody>
      </p:sp>
      <p:sp>
        <p:nvSpPr>
          <p:cNvPr id="150" name="Google Shape;150;p1"/>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
          <p:cNvSpPr txBox="1">
            <a:spLocks noGrp="1"/>
          </p:cNvSpPr>
          <p:nvPr>
            <p:ph type="title"/>
          </p:nvPr>
        </p:nvSpPr>
        <p:spPr>
          <a:xfrm>
            <a:off x="3268508" y="568750"/>
            <a:ext cx="3304820" cy="628377"/>
          </a:xfrm>
          <a:prstGeom prst="rect">
            <a:avLst/>
          </a:prstGeom>
          <a:noFill/>
          <a:ln>
            <a:noFill/>
          </a:ln>
          <a:effectLst>
            <a:outerShdw blurRad="25400">
              <a:srgbClr val="000000">
                <a:alpha val="45882"/>
              </a:srgbClr>
            </a:outerShdw>
          </a:effectLst>
        </p:spPr>
        <p:txBody>
          <a:bodyPr spcFirstLastPara="1" wrap="square" lIns="0" tIns="12700" rIns="0" bIns="0" anchor="ctr" anchorCtr="0">
            <a:spAutoFit/>
          </a:bodyPr>
          <a:lstStyle/>
          <a:p>
            <a:pPr marL="12700" lvl="0">
              <a:buSzPts val="4000"/>
            </a:pPr>
            <a:r>
              <a:rPr lang="en-US" dirty="0"/>
              <a:t>Introduction</a:t>
            </a:r>
            <a:endParaRPr dirty="0"/>
          </a:p>
        </p:txBody>
      </p:sp>
      <p:sp>
        <p:nvSpPr>
          <p:cNvPr id="156" name="Google Shape;156;p2"/>
          <p:cNvSpPr txBox="1">
            <a:spLocks noGrp="1"/>
          </p:cNvSpPr>
          <p:nvPr>
            <p:ph type="body" idx="1"/>
          </p:nvPr>
        </p:nvSpPr>
        <p:spPr>
          <a:xfrm>
            <a:off x="609600" y="1524000"/>
            <a:ext cx="8153854" cy="3638817"/>
          </a:xfrm>
          <a:prstGeom prst="rect">
            <a:avLst/>
          </a:prstGeom>
          <a:noFill/>
          <a:ln>
            <a:noFill/>
          </a:ln>
          <a:effectLst>
            <a:outerShdw blurRad="25400">
              <a:srgbClr val="000000">
                <a:alpha val="45882"/>
              </a:srgbClr>
            </a:outerShdw>
          </a:effectLst>
        </p:spPr>
        <p:txBody>
          <a:bodyPr spcFirstLastPara="1" wrap="square" lIns="0" tIns="12050" rIns="0" bIns="0" anchor="t" anchorCtr="0">
            <a:spAutoFit/>
          </a:bodyPr>
          <a:lstStyle/>
          <a:p>
            <a:pPr marL="533400" marR="5080" lvl="0" indent="-457833" algn="just" rtl="0">
              <a:lnSpc>
                <a:spcPct val="100000"/>
              </a:lnSpc>
              <a:spcBef>
                <a:spcPts val="0"/>
              </a:spcBef>
              <a:spcAft>
                <a:spcPts val="0"/>
              </a:spcAft>
              <a:buSzPts val="1960"/>
              <a:buChar char="◈"/>
            </a:pPr>
            <a:r>
              <a:rPr lang="en-US" sz="2800">
                <a:solidFill>
                  <a:schemeClr val="lt1"/>
                </a:solidFill>
              </a:rPr>
              <a:t>Organization is a social group  in which distributes tasks  for a collective goal. </a:t>
            </a:r>
            <a:endParaRPr sz="2800">
              <a:solidFill>
                <a:schemeClr val="lt1"/>
              </a:solidFill>
            </a:endParaRPr>
          </a:p>
          <a:p>
            <a:pPr marL="533400" marR="5080" lvl="0" indent="-333373" algn="just" rtl="0">
              <a:lnSpc>
                <a:spcPct val="100000"/>
              </a:lnSpc>
              <a:spcBef>
                <a:spcPts val="695"/>
              </a:spcBef>
              <a:spcAft>
                <a:spcPts val="0"/>
              </a:spcAft>
              <a:buSzPts val="1960"/>
              <a:buNone/>
            </a:pPr>
            <a:endParaRPr sz="2800">
              <a:solidFill>
                <a:schemeClr val="lt1"/>
              </a:solidFill>
            </a:endParaRPr>
          </a:p>
          <a:p>
            <a:pPr marL="533400" marR="5080" lvl="0" indent="-457833" algn="just" rtl="0">
              <a:lnSpc>
                <a:spcPct val="100000"/>
              </a:lnSpc>
              <a:spcBef>
                <a:spcPts val="695"/>
              </a:spcBef>
              <a:spcAft>
                <a:spcPts val="0"/>
              </a:spcAft>
              <a:buSzPts val="1960"/>
              <a:buChar char="◈"/>
            </a:pPr>
            <a:r>
              <a:rPr lang="en-US" sz="2800">
                <a:solidFill>
                  <a:schemeClr val="lt1"/>
                </a:solidFill>
              </a:rPr>
              <a:t>Organization structure refers to the framework that outlines how activities are coordinated, controlled, and delegated within an organization. It defines the relationships between different roles, departments, and levels of authority.</a:t>
            </a:r>
            <a:endParaRPr/>
          </a:p>
        </p:txBody>
      </p:sp>
      <p:sp>
        <p:nvSpPr>
          <p:cNvPr id="157" name="Google Shape;157;p2"/>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5/19/2024</a:t>
            </a:r>
            <a:endParaRPr/>
          </a:p>
        </p:txBody>
      </p:sp>
      <p:sp>
        <p:nvSpPr>
          <p:cNvPr id="158" name="Google Shape;158;p2"/>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
          <p:cNvSpPr txBox="1">
            <a:spLocks noGrp="1"/>
          </p:cNvSpPr>
          <p:nvPr>
            <p:ph type="title"/>
          </p:nvPr>
        </p:nvSpPr>
        <p:spPr>
          <a:xfrm>
            <a:off x="2819400" y="990600"/>
            <a:ext cx="3140837" cy="628377"/>
          </a:xfrm>
          <a:prstGeom prst="rect">
            <a:avLst/>
          </a:prstGeom>
          <a:noFill/>
          <a:ln>
            <a:noFill/>
          </a:ln>
          <a:effectLst>
            <a:outerShdw blurRad="25400">
              <a:srgbClr val="000000">
                <a:alpha val="45882"/>
              </a:srgbClr>
            </a:outerShdw>
          </a:effectLst>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lt2"/>
              </a:buClr>
              <a:buSzPts val="4000"/>
              <a:buFont typeface="Lustria"/>
              <a:buNone/>
            </a:pPr>
            <a:r>
              <a:rPr lang="en-US"/>
              <a:t>Introduction</a:t>
            </a:r>
            <a:endParaRPr/>
          </a:p>
        </p:txBody>
      </p:sp>
      <p:sp>
        <p:nvSpPr>
          <p:cNvPr id="164" name="Google Shape;164;p3"/>
          <p:cNvSpPr txBox="1"/>
          <p:nvPr/>
        </p:nvSpPr>
        <p:spPr>
          <a:xfrm>
            <a:off x="535940" y="2126107"/>
            <a:ext cx="7914728" cy="4471096"/>
          </a:xfrm>
          <a:prstGeom prst="rect">
            <a:avLst/>
          </a:prstGeom>
          <a:noFill/>
          <a:ln>
            <a:noFill/>
          </a:ln>
        </p:spPr>
        <p:txBody>
          <a:bodyPr spcFirstLastPara="1" wrap="square" lIns="0" tIns="13325" rIns="0" bIns="0" anchor="t" anchorCtr="0">
            <a:spAutoFit/>
          </a:bodyPr>
          <a:lstStyle/>
          <a:p>
            <a:pPr marL="469900" marR="0" lvl="0" indent="-457833" algn="just" rtl="0">
              <a:spcBef>
                <a:spcPts val="0"/>
              </a:spcBef>
              <a:spcAft>
                <a:spcPts val="0"/>
              </a:spcAft>
              <a:buClr>
                <a:schemeClr val="lt1"/>
              </a:buClr>
              <a:buSzPts val="2800"/>
              <a:buFont typeface="Courier New"/>
              <a:buChar char="o"/>
            </a:pPr>
            <a:r>
              <a:rPr lang="en-US" sz="2800" b="0" i="0" u="none" strike="noStrike" cap="none">
                <a:solidFill>
                  <a:schemeClr val="lt1"/>
                </a:solidFill>
                <a:latin typeface="Lustria"/>
                <a:ea typeface="Lustria"/>
                <a:cs typeface="Lustria"/>
                <a:sym typeface="Lustria"/>
              </a:rPr>
              <a:t>The following common types of  organization find a place in the structure of internal  organization.</a:t>
            </a:r>
            <a:endParaRPr sz="2800" b="0" i="0" u="none" strike="noStrike" cap="none">
              <a:solidFill>
                <a:schemeClr val="lt1"/>
              </a:solidFill>
              <a:latin typeface="Courier New"/>
              <a:ea typeface="Courier New"/>
              <a:cs typeface="Courier New"/>
              <a:sym typeface="Courier New"/>
            </a:endParaRPr>
          </a:p>
          <a:p>
            <a:pPr marL="469900" marR="0" lvl="0" indent="-280034" algn="just" rtl="0">
              <a:lnSpc>
                <a:spcPct val="100000"/>
              </a:lnSpc>
              <a:spcBef>
                <a:spcPts val="105"/>
              </a:spcBef>
              <a:spcAft>
                <a:spcPts val="0"/>
              </a:spcAft>
              <a:buClr>
                <a:schemeClr val="lt1"/>
              </a:buClr>
              <a:buSzPts val="2800"/>
              <a:buFont typeface="Courier New"/>
              <a:buNone/>
            </a:pPr>
            <a:endParaRPr sz="2800" b="0" i="0" u="none" strike="noStrike" cap="none">
              <a:solidFill>
                <a:srgbClr val="FFFFFF"/>
              </a:solidFill>
              <a:latin typeface="Carlito"/>
              <a:ea typeface="Carlito"/>
              <a:cs typeface="Carlito"/>
              <a:sym typeface="Carlito"/>
            </a:endParaRPr>
          </a:p>
          <a:p>
            <a:pPr marL="469900" marR="0" lvl="0" indent="-457833" algn="just" rtl="0">
              <a:lnSpc>
                <a:spcPct val="100000"/>
              </a:lnSpc>
              <a:spcBef>
                <a:spcPts val="105"/>
              </a:spcBef>
              <a:spcAft>
                <a:spcPts val="0"/>
              </a:spcAft>
              <a:buClr>
                <a:srgbClr val="FFFFFF"/>
              </a:buClr>
              <a:buSzPts val="2800"/>
              <a:buFont typeface="Courier New"/>
              <a:buChar char="o"/>
            </a:pPr>
            <a:r>
              <a:rPr lang="en-US" sz="2800" b="0" i="0" u="none" strike="noStrike" cap="none">
                <a:solidFill>
                  <a:srgbClr val="FFFFFF"/>
                </a:solidFill>
                <a:latin typeface="Carlito"/>
                <a:ea typeface="Carlito"/>
                <a:cs typeface="Carlito"/>
                <a:sym typeface="Carlito"/>
              </a:rPr>
              <a:t>Line, Military or scalar organisation</a:t>
            </a:r>
            <a:endParaRPr sz="2800" b="0" i="0" u="none" strike="noStrike" cap="none">
              <a:solidFill>
                <a:schemeClr val="lt1"/>
              </a:solidFill>
              <a:latin typeface="Carlito"/>
              <a:ea typeface="Carlito"/>
              <a:cs typeface="Carlito"/>
              <a:sym typeface="Carlito"/>
            </a:endParaRPr>
          </a:p>
          <a:p>
            <a:pPr marL="469900" marR="0" lvl="0" indent="-457833" algn="just" rtl="0">
              <a:lnSpc>
                <a:spcPct val="100000"/>
              </a:lnSpc>
              <a:spcBef>
                <a:spcPts val="0"/>
              </a:spcBef>
              <a:spcAft>
                <a:spcPts val="0"/>
              </a:spcAft>
              <a:buClr>
                <a:srgbClr val="FFFFFF"/>
              </a:buClr>
              <a:buSzPts val="2800"/>
              <a:buFont typeface="Courier New"/>
              <a:buChar char="o"/>
            </a:pPr>
            <a:r>
              <a:rPr lang="en-US" sz="2800" b="0" i="0" u="none" strike="noStrike" cap="none">
                <a:solidFill>
                  <a:srgbClr val="FFFFFF"/>
                </a:solidFill>
                <a:latin typeface="Carlito"/>
                <a:ea typeface="Carlito"/>
                <a:cs typeface="Carlito"/>
                <a:sym typeface="Carlito"/>
              </a:rPr>
              <a:t>Line and staff organization</a:t>
            </a:r>
            <a:endParaRPr sz="2800" b="0" i="0" u="none" strike="noStrike" cap="none">
              <a:solidFill>
                <a:schemeClr val="lt1"/>
              </a:solidFill>
              <a:latin typeface="Carlito"/>
              <a:ea typeface="Carlito"/>
              <a:cs typeface="Carlito"/>
              <a:sym typeface="Carlito"/>
            </a:endParaRPr>
          </a:p>
          <a:p>
            <a:pPr marL="469900" marR="0" lvl="0" indent="-457833" algn="just" rtl="0">
              <a:lnSpc>
                <a:spcPct val="100000"/>
              </a:lnSpc>
              <a:spcBef>
                <a:spcPts val="0"/>
              </a:spcBef>
              <a:spcAft>
                <a:spcPts val="0"/>
              </a:spcAft>
              <a:buClr>
                <a:srgbClr val="FFFFFF"/>
              </a:buClr>
              <a:buSzPts val="2800"/>
              <a:buFont typeface="Courier New"/>
              <a:buChar char="o"/>
            </a:pPr>
            <a:r>
              <a:rPr lang="en-US" sz="2800" b="0" i="0" u="none" strike="noStrike" cap="none">
                <a:solidFill>
                  <a:srgbClr val="FFFFFF"/>
                </a:solidFill>
                <a:latin typeface="Carlito"/>
                <a:ea typeface="Carlito"/>
                <a:cs typeface="Carlito"/>
                <a:sym typeface="Carlito"/>
              </a:rPr>
              <a:t>Functional organisation</a:t>
            </a:r>
            <a:endParaRPr sz="2800" b="0" i="0" u="none" strike="noStrike" cap="none">
              <a:solidFill>
                <a:schemeClr val="lt1"/>
              </a:solidFill>
              <a:latin typeface="Carlito"/>
              <a:ea typeface="Carlito"/>
              <a:cs typeface="Carlito"/>
              <a:sym typeface="Carlito"/>
            </a:endParaRPr>
          </a:p>
          <a:p>
            <a:pPr marL="469900" marR="0" lvl="0" indent="-457833" algn="just" rtl="0">
              <a:lnSpc>
                <a:spcPct val="100000"/>
              </a:lnSpc>
              <a:spcBef>
                <a:spcPts val="0"/>
              </a:spcBef>
              <a:spcAft>
                <a:spcPts val="0"/>
              </a:spcAft>
              <a:buClr>
                <a:srgbClr val="FFFFFF"/>
              </a:buClr>
              <a:buSzPts val="2800"/>
              <a:buFont typeface="Courier New"/>
              <a:buChar char="o"/>
            </a:pPr>
            <a:r>
              <a:rPr lang="en-US" sz="2800" b="0" i="0" u="none" strike="noStrike" cap="none">
                <a:solidFill>
                  <a:srgbClr val="FFFFFF"/>
                </a:solidFill>
                <a:latin typeface="Carlito"/>
                <a:ea typeface="Carlito"/>
                <a:cs typeface="Carlito"/>
                <a:sym typeface="Carlito"/>
              </a:rPr>
              <a:t>Committee organisation</a:t>
            </a:r>
            <a:endParaRPr sz="2800" b="0" i="0" u="none" strike="noStrike" cap="none">
              <a:solidFill>
                <a:schemeClr val="lt1"/>
              </a:solidFill>
              <a:latin typeface="Carlito"/>
              <a:ea typeface="Carlito"/>
              <a:cs typeface="Carlito"/>
              <a:sym typeface="Carlito"/>
            </a:endParaRPr>
          </a:p>
          <a:p>
            <a:pPr marL="469900" marR="0" lvl="0" indent="-457833" algn="just" rtl="0">
              <a:lnSpc>
                <a:spcPct val="100000"/>
              </a:lnSpc>
              <a:spcBef>
                <a:spcPts val="0"/>
              </a:spcBef>
              <a:spcAft>
                <a:spcPts val="0"/>
              </a:spcAft>
              <a:buClr>
                <a:srgbClr val="FFFFFF"/>
              </a:buClr>
              <a:buSzPts val="2800"/>
              <a:buFont typeface="Courier New"/>
              <a:buChar char="o"/>
            </a:pPr>
            <a:r>
              <a:rPr lang="en-US" sz="2800" b="0" i="0" u="none" strike="noStrike" cap="none">
                <a:solidFill>
                  <a:srgbClr val="FFFFFF"/>
                </a:solidFill>
                <a:latin typeface="Carlito"/>
                <a:ea typeface="Carlito"/>
                <a:cs typeface="Carlito"/>
                <a:sym typeface="Carlito"/>
              </a:rPr>
              <a:t>Project organisation</a:t>
            </a:r>
            <a:endParaRPr sz="2800" b="0" i="0" u="none" strike="noStrike" cap="none">
              <a:solidFill>
                <a:schemeClr val="lt1"/>
              </a:solidFill>
              <a:latin typeface="Carlito"/>
              <a:ea typeface="Carlito"/>
              <a:cs typeface="Carlito"/>
              <a:sym typeface="Carlito"/>
            </a:endParaRPr>
          </a:p>
          <a:p>
            <a:pPr marL="469900" marR="0" lvl="0" indent="-457833" algn="just" rtl="0">
              <a:lnSpc>
                <a:spcPct val="100000"/>
              </a:lnSpc>
              <a:spcBef>
                <a:spcPts val="0"/>
              </a:spcBef>
              <a:spcAft>
                <a:spcPts val="0"/>
              </a:spcAft>
              <a:buClr>
                <a:srgbClr val="FFFFFF"/>
              </a:buClr>
              <a:buSzPts val="2800"/>
              <a:buFont typeface="Courier New"/>
              <a:buChar char="o"/>
            </a:pPr>
            <a:r>
              <a:rPr lang="en-US" sz="2800" b="0" i="0" u="none" strike="noStrike" cap="none">
                <a:solidFill>
                  <a:srgbClr val="FFFFFF"/>
                </a:solidFill>
                <a:latin typeface="Carlito"/>
                <a:ea typeface="Carlito"/>
                <a:cs typeface="Carlito"/>
                <a:sym typeface="Carlito"/>
              </a:rPr>
              <a:t>Matrix organization</a:t>
            </a:r>
            <a:endParaRPr sz="2800" b="0" i="0" u="none" strike="noStrike" cap="none">
              <a:solidFill>
                <a:schemeClr val="lt1"/>
              </a:solidFill>
              <a:latin typeface="Carlito"/>
              <a:ea typeface="Carlito"/>
              <a:cs typeface="Carlito"/>
              <a:sym typeface="Carlito"/>
            </a:endParaRPr>
          </a:p>
        </p:txBody>
      </p:sp>
      <p:sp>
        <p:nvSpPr>
          <p:cNvPr id="165" name="Google Shape;165;p3"/>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5/19/2024</a:t>
            </a:r>
            <a:endParaRPr/>
          </a:p>
        </p:txBody>
      </p:sp>
      <p:sp>
        <p:nvSpPr>
          <p:cNvPr id="166" name="Google Shape;166;p3"/>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4"/>
          <p:cNvSpPr txBox="1">
            <a:spLocks noGrp="1"/>
          </p:cNvSpPr>
          <p:nvPr>
            <p:ph type="title"/>
          </p:nvPr>
        </p:nvSpPr>
        <p:spPr>
          <a:xfrm>
            <a:off x="2129813" y="381000"/>
            <a:ext cx="4944062" cy="628377"/>
          </a:xfrm>
          <a:prstGeom prst="rect">
            <a:avLst/>
          </a:prstGeom>
          <a:noFill/>
          <a:ln>
            <a:noFill/>
          </a:ln>
          <a:effectLst>
            <a:outerShdw blurRad="25400">
              <a:srgbClr val="000000">
                <a:alpha val="45882"/>
              </a:srgbClr>
            </a:outerShdw>
          </a:effectLst>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lt2"/>
              </a:buClr>
              <a:buSzPts val="4000"/>
              <a:buFont typeface="Lustria"/>
              <a:buNone/>
            </a:pPr>
            <a:r>
              <a:rPr lang="en-US"/>
              <a:t>1. Line Organisation</a:t>
            </a:r>
            <a:endParaRPr/>
          </a:p>
        </p:txBody>
      </p:sp>
      <p:sp>
        <p:nvSpPr>
          <p:cNvPr id="172" name="Google Shape;172;p4"/>
          <p:cNvSpPr txBox="1"/>
          <p:nvPr/>
        </p:nvSpPr>
        <p:spPr>
          <a:xfrm>
            <a:off x="685800" y="1278746"/>
            <a:ext cx="8131809" cy="2180725"/>
          </a:xfrm>
          <a:prstGeom prst="rect">
            <a:avLst/>
          </a:prstGeom>
          <a:noFill/>
          <a:ln>
            <a:noFill/>
          </a:ln>
        </p:spPr>
        <p:txBody>
          <a:bodyPr spcFirstLastPara="1" wrap="square" lIns="0" tIns="13325" rIns="0" bIns="0" anchor="t" anchorCtr="0">
            <a:spAutoFit/>
          </a:bodyPr>
          <a:lstStyle/>
          <a:p>
            <a:pPr marL="469900" marR="15875" lvl="0" indent="-457833" algn="just" rtl="0">
              <a:lnSpc>
                <a:spcPct val="100000"/>
              </a:lnSpc>
              <a:spcBef>
                <a:spcPts val="0"/>
              </a:spcBef>
              <a:spcAft>
                <a:spcPts val="0"/>
              </a:spcAft>
              <a:buClr>
                <a:srgbClr val="FFFFFF"/>
              </a:buClr>
              <a:buSzPts val="2800"/>
              <a:buFont typeface="Courier New"/>
              <a:buChar char="o"/>
            </a:pPr>
            <a:r>
              <a:rPr lang="en-US" sz="2800" b="0" i="0" u="none" strike="noStrike" cap="none">
                <a:solidFill>
                  <a:srgbClr val="FFFFFF"/>
                </a:solidFill>
                <a:latin typeface="Carlito"/>
                <a:ea typeface="Carlito"/>
                <a:cs typeface="Carlito"/>
                <a:sym typeface="Carlito"/>
              </a:rPr>
              <a:t>Line organisation is the simple and oldest type  of organisation followed in an organization. It is characteristics by direct vertical authority-responsibility-accountability relationship.</a:t>
            </a:r>
            <a:endParaRPr sz="2800" b="0" i="0" u="none" strike="noStrike" cap="none">
              <a:solidFill>
                <a:schemeClr val="lt1"/>
              </a:solidFill>
              <a:latin typeface="Carlito"/>
              <a:ea typeface="Carlito"/>
              <a:cs typeface="Carlito"/>
              <a:sym typeface="Carlito"/>
            </a:endParaRPr>
          </a:p>
          <a:p>
            <a:pPr marL="0" marR="0" lvl="0" indent="0" algn="just" rtl="0">
              <a:lnSpc>
                <a:spcPct val="100000"/>
              </a:lnSpc>
              <a:spcBef>
                <a:spcPts val="55"/>
              </a:spcBef>
              <a:spcAft>
                <a:spcPts val="0"/>
              </a:spcAft>
              <a:buClr>
                <a:srgbClr val="FFFFFF"/>
              </a:buClr>
              <a:buSzPts val="2800"/>
              <a:buFont typeface="Courier New"/>
              <a:buNone/>
            </a:pPr>
            <a:endParaRPr sz="2800" b="0" i="0" u="none" strike="noStrike" cap="none">
              <a:solidFill>
                <a:schemeClr val="lt1"/>
              </a:solidFill>
              <a:latin typeface="Carlito"/>
              <a:ea typeface="Carlito"/>
              <a:cs typeface="Carlito"/>
              <a:sym typeface="Carlito"/>
            </a:endParaRPr>
          </a:p>
        </p:txBody>
      </p:sp>
      <p:sp>
        <p:nvSpPr>
          <p:cNvPr id="173" name="Google Shape;173;p4"/>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5/19/2024</a:t>
            </a:r>
            <a:endParaRPr/>
          </a:p>
        </p:txBody>
      </p:sp>
      <p:sp>
        <p:nvSpPr>
          <p:cNvPr id="174" name="Google Shape;174;p4"/>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pic>
        <p:nvPicPr>
          <p:cNvPr id="175" name="Google Shape;175;p4"/>
          <p:cNvPicPr preferRelativeResize="0"/>
          <p:nvPr/>
        </p:nvPicPr>
        <p:blipFill rotWithShape="1">
          <a:blip r:embed="rId3">
            <a:alphaModFix/>
          </a:blip>
          <a:srcRect/>
          <a:stretch/>
        </p:blipFill>
        <p:spPr>
          <a:xfrm>
            <a:off x="2365691" y="3305176"/>
            <a:ext cx="4772025" cy="2943225"/>
          </a:xfrm>
          <a:prstGeom prst="rect">
            <a:avLst/>
          </a:prstGeom>
          <a:noFill/>
          <a:ln>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5"/>
          <p:cNvSpPr txBox="1">
            <a:spLocks noGrp="1"/>
          </p:cNvSpPr>
          <p:nvPr>
            <p:ph type="title"/>
          </p:nvPr>
        </p:nvSpPr>
        <p:spPr>
          <a:xfrm>
            <a:off x="2362200" y="988319"/>
            <a:ext cx="4754753" cy="628377"/>
          </a:xfrm>
          <a:prstGeom prst="rect">
            <a:avLst/>
          </a:prstGeom>
          <a:noFill/>
          <a:ln>
            <a:noFill/>
          </a:ln>
          <a:effectLst>
            <a:outerShdw blurRad="25400">
              <a:srgbClr val="000000">
                <a:alpha val="45882"/>
              </a:srgbClr>
            </a:outerShdw>
          </a:effectLst>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lt2"/>
              </a:buClr>
              <a:buSzPts val="4000"/>
              <a:buFont typeface="Lustria"/>
              <a:buNone/>
            </a:pPr>
            <a:r>
              <a:rPr lang="en-US"/>
              <a:t>Line Organisation</a:t>
            </a:r>
            <a:endParaRPr/>
          </a:p>
        </p:txBody>
      </p:sp>
      <p:sp>
        <p:nvSpPr>
          <p:cNvPr id="181" name="Google Shape;181;p5"/>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5/19/2024</a:t>
            </a:r>
            <a:endParaRPr/>
          </a:p>
        </p:txBody>
      </p:sp>
      <p:sp>
        <p:nvSpPr>
          <p:cNvPr id="182" name="Google Shape;182;p5"/>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183" name="Google Shape;183;p5"/>
          <p:cNvSpPr/>
          <p:nvPr/>
        </p:nvSpPr>
        <p:spPr>
          <a:xfrm>
            <a:off x="685800" y="2069398"/>
            <a:ext cx="7764868" cy="3046988"/>
          </a:xfrm>
          <a:prstGeom prst="rect">
            <a:avLst/>
          </a:prstGeom>
          <a:noFill/>
          <a:ln>
            <a:noFill/>
          </a:ln>
        </p:spPr>
        <p:txBody>
          <a:bodyPr spcFirstLastPara="1" wrap="square" lIns="91425" tIns="45700" rIns="91425" bIns="45700" anchor="t" anchorCtr="0">
            <a:spAutoFit/>
          </a:bodyPr>
          <a:lstStyle/>
          <a:p>
            <a:pPr marL="469900" marR="5080" lvl="0" indent="-457833" algn="just" rtl="0">
              <a:lnSpc>
                <a:spcPct val="100000"/>
              </a:lnSpc>
              <a:spcBef>
                <a:spcPts val="0"/>
              </a:spcBef>
              <a:spcAft>
                <a:spcPts val="0"/>
              </a:spcAft>
              <a:buClr>
                <a:srgbClr val="FFFFFF"/>
              </a:buClr>
              <a:buSzPts val="3200"/>
              <a:buFont typeface="Courier New"/>
              <a:buChar char="o"/>
            </a:pPr>
            <a:r>
              <a:rPr lang="en-US" sz="3200" b="0" i="0" u="none" strike="noStrike" cap="none">
                <a:solidFill>
                  <a:srgbClr val="FFFFFF"/>
                </a:solidFill>
                <a:latin typeface="Carlito"/>
                <a:ea typeface="Carlito"/>
                <a:cs typeface="Carlito"/>
                <a:sym typeface="Carlito"/>
              </a:rPr>
              <a:t>This type of organization is followed in the army on the  same pattern. So, it is called military organization. Under  type of organization, the line of authority flows from the  top to bottom vertically. So it is called line organization.</a:t>
            </a:r>
            <a:endParaRPr sz="3200" b="0" i="0" u="none" strike="noStrike" cap="none">
              <a:solidFill>
                <a:schemeClr val="lt1"/>
              </a:solidFill>
              <a:latin typeface="Carlito"/>
              <a:ea typeface="Carlito"/>
              <a:cs typeface="Carlito"/>
              <a:sym typeface="Carlito"/>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6"/>
          <p:cNvSpPr txBox="1">
            <a:spLocks noGrp="1"/>
          </p:cNvSpPr>
          <p:nvPr>
            <p:ph type="title"/>
          </p:nvPr>
        </p:nvSpPr>
        <p:spPr>
          <a:xfrm>
            <a:off x="1333246" y="1147317"/>
            <a:ext cx="6559550" cy="574040"/>
          </a:xfrm>
          <a:prstGeom prst="rect">
            <a:avLst/>
          </a:prstGeom>
          <a:noFill/>
          <a:ln>
            <a:noFill/>
          </a:ln>
          <a:effectLst>
            <a:outerShdw blurRad="25400">
              <a:srgbClr val="000000">
                <a:alpha val="45882"/>
              </a:srgbClr>
            </a:outerShdw>
          </a:effectLst>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lt2"/>
              </a:buClr>
              <a:buSzPts val="4000"/>
              <a:buFont typeface="Lustria"/>
              <a:buNone/>
            </a:pPr>
            <a:r>
              <a:rPr lang="en-US"/>
              <a:t>Characteristics of line organisation</a:t>
            </a:r>
            <a:endParaRPr/>
          </a:p>
        </p:txBody>
      </p:sp>
      <p:sp>
        <p:nvSpPr>
          <p:cNvPr id="189" name="Google Shape;189;p6"/>
          <p:cNvSpPr txBox="1"/>
          <p:nvPr/>
        </p:nvSpPr>
        <p:spPr>
          <a:xfrm>
            <a:off x="591185" y="2187067"/>
            <a:ext cx="8019415" cy="3928110"/>
          </a:xfrm>
          <a:prstGeom prst="rect">
            <a:avLst/>
          </a:prstGeom>
          <a:noFill/>
          <a:ln>
            <a:noFill/>
          </a:ln>
        </p:spPr>
        <p:txBody>
          <a:bodyPr spcFirstLastPara="1" wrap="square" lIns="0" tIns="13325" rIns="0" bIns="0" anchor="t" anchorCtr="0">
            <a:spAutoFit/>
          </a:bodyPr>
          <a:lstStyle/>
          <a:p>
            <a:pPr marL="469900" marR="0" lvl="0" indent="-457833" algn="just" rtl="0">
              <a:lnSpc>
                <a:spcPct val="100000"/>
              </a:lnSpc>
              <a:spcBef>
                <a:spcPts val="0"/>
              </a:spcBef>
              <a:spcAft>
                <a:spcPts val="0"/>
              </a:spcAft>
              <a:buClr>
                <a:srgbClr val="FFFFFF"/>
              </a:buClr>
              <a:buSzPts val="3200"/>
              <a:buFont typeface="Courier New"/>
              <a:buChar char="o"/>
            </a:pPr>
            <a:r>
              <a:rPr lang="en-US" sz="3200" b="0" i="0" u="none" strike="noStrike" cap="none" dirty="0">
                <a:solidFill>
                  <a:srgbClr val="FFFFFF"/>
                </a:solidFill>
                <a:latin typeface="Carlito"/>
                <a:ea typeface="Carlito"/>
                <a:cs typeface="Carlito"/>
                <a:sym typeface="Carlito"/>
              </a:rPr>
              <a:t>It consists of direct vertical relationships.</a:t>
            </a:r>
            <a:endParaRPr sz="3200" b="0" i="0" u="none" strike="noStrike" cap="none" dirty="0">
              <a:solidFill>
                <a:schemeClr val="lt1"/>
              </a:solidFill>
              <a:latin typeface="Carlito"/>
              <a:ea typeface="Carlito"/>
              <a:cs typeface="Carlito"/>
              <a:sym typeface="Carlito"/>
            </a:endParaRPr>
          </a:p>
          <a:p>
            <a:pPr marL="469900" marR="829310" lvl="0" indent="-457833" algn="just" rtl="0">
              <a:lnSpc>
                <a:spcPct val="100000"/>
              </a:lnSpc>
              <a:spcBef>
                <a:spcPts val="0"/>
              </a:spcBef>
              <a:spcAft>
                <a:spcPts val="0"/>
              </a:spcAft>
              <a:buClr>
                <a:srgbClr val="FFFFFF"/>
              </a:buClr>
              <a:buSzPts val="3200"/>
              <a:buFont typeface="Courier New"/>
              <a:buChar char="o"/>
            </a:pPr>
            <a:r>
              <a:rPr lang="en-US" sz="3200" b="0" i="0" u="none" strike="noStrike" cap="none" dirty="0">
                <a:solidFill>
                  <a:srgbClr val="FFFFFF"/>
                </a:solidFill>
                <a:latin typeface="Carlito"/>
                <a:ea typeface="Carlito"/>
                <a:cs typeface="Carlito"/>
                <a:sym typeface="Carlito"/>
              </a:rPr>
              <a:t>Authority flows from top-level to </a:t>
            </a:r>
            <a:r>
              <a:rPr lang="en-US" sz="3200" b="0" i="0" u="none" strike="noStrike" cap="none" dirty="0" smtClean="0">
                <a:solidFill>
                  <a:srgbClr val="FFFFFF"/>
                </a:solidFill>
                <a:latin typeface="Carlito"/>
                <a:ea typeface="Carlito"/>
                <a:cs typeface="Carlito"/>
                <a:sym typeface="Carlito"/>
              </a:rPr>
              <a:t>bottom </a:t>
            </a:r>
            <a:r>
              <a:rPr lang="en-US" sz="3200" b="0" i="0" u="none" strike="noStrike" cap="none" dirty="0">
                <a:solidFill>
                  <a:srgbClr val="FFFFFF"/>
                </a:solidFill>
                <a:latin typeface="Carlito"/>
                <a:ea typeface="Carlito"/>
                <a:cs typeface="Carlito"/>
                <a:sym typeface="Carlito"/>
              </a:rPr>
              <a:t>level.</a:t>
            </a:r>
            <a:endParaRPr sz="3200" b="0" i="0" u="none" strike="noStrike" cap="none" dirty="0">
              <a:solidFill>
                <a:schemeClr val="lt1"/>
              </a:solidFill>
              <a:latin typeface="Carlito"/>
              <a:ea typeface="Carlito"/>
              <a:cs typeface="Carlito"/>
              <a:sym typeface="Carlito"/>
            </a:endParaRPr>
          </a:p>
          <a:p>
            <a:pPr marL="469900" marR="5080" lvl="0" indent="-457833" algn="just" rtl="0">
              <a:lnSpc>
                <a:spcPct val="100000"/>
              </a:lnSpc>
              <a:spcBef>
                <a:spcPts val="0"/>
              </a:spcBef>
              <a:spcAft>
                <a:spcPts val="0"/>
              </a:spcAft>
              <a:buClr>
                <a:srgbClr val="FFFFFF"/>
              </a:buClr>
              <a:buSzPts val="3200"/>
              <a:buFont typeface="Courier New"/>
              <a:buChar char="o"/>
            </a:pPr>
            <a:r>
              <a:rPr lang="en-US" sz="3200" b="0" i="0" u="none" strike="noStrike" cap="none" dirty="0">
                <a:solidFill>
                  <a:srgbClr val="FFFFFF"/>
                </a:solidFill>
                <a:latin typeface="Carlito"/>
                <a:ea typeface="Carlito"/>
                <a:cs typeface="Carlito"/>
                <a:sym typeface="Carlito"/>
              </a:rPr>
              <a:t>Departmental heads are given full freedom to  control their departments.</a:t>
            </a:r>
            <a:endParaRPr sz="3200" b="0" i="0" u="none" strike="noStrike" cap="none" dirty="0">
              <a:solidFill>
                <a:schemeClr val="lt1"/>
              </a:solidFill>
              <a:latin typeface="Carlito"/>
              <a:ea typeface="Carlito"/>
              <a:cs typeface="Carlito"/>
              <a:sym typeface="Carlito"/>
            </a:endParaRPr>
          </a:p>
          <a:p>
            <a:pPr marL="469900" marR="467359" lvl="0" indent="-457833" algn="just" rtl="0">
              <a:lnSpc>
                <a:spcPct val="100000"/>
              </a:lnSpc>
              <a:spcBef>
                <a:spcPts val="5"/>
              </a:spcBef>
              <a:spcAft>
                <a:spcPts val="0"/>
              </a:spcAft>
              <a:buClr>
                <a:srgbClr val="FFFFFF"/>
              </a:buClr>
              <a:buSzPts val="3200"/>
              <a:buFont typeface="Courier New"/>
              <a:buChar char="o"/>
            </a:pPr>
            <a:r>
              <a:rPr lang="en-US" sz="3200" b="0" i="0" u="none" strike="noStrike" cap="none" dirty="0">
                <a:solidFill>
                  <a:srgbClr val="FFFFFF"/>
                </a:solidFill>
                <a:latin typeface="Carlito"/>
                <a:ea typeface="Carlito"/>
                <a:cs typeface="Carlito"/>
                <a:sym typeface="Carlito"/>
              </a:rPr>
              <a:t>Each member knows from whom he would  get orders and to whom he should give his  orders.</a:t>
            </a:r>
            <a:endParaRPr sz="3200" b="0" i="0" u="none" strike="noStrike" cap="none" dirty="0">
              <a:solidFill>
                <a:schemeClr val="lt1"/>
              </a:solidFill>
              <a:latin typeface="Carlito"/>
              <a:ea typeface="Carlito"/>
              <a:cs typeface="Carlito"/>
              <a:sym typeface="Carlito"/>
            </a:endParaRPr>
          </a:p>
        </p:txBody>
      </p:sp>
      <p:sp>
        <p:nvSpPr>
          <p:cNvPr id="190" name="Google Shape;190;p6"/>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5/19/2024</a:t>
            </a:r>
            <a:endParaRPr/>
          </a:p>
        </p:txBody>
      </p:sp>
      <p:sp>
        <p:nvSpPr>
          <p:cNvPr id="191" name="Google Shape;191;p6"/>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8"/>
          <p:cNvSpPr txBox="1">
            <a:spLocks noGrp="1"/>
          </p:cNvSpPr>
          <p:nvPr>
            <p:ph type="title"/>
          </p:nvPr>
        </p:nvSpPr>
        <p:spPr>
          <a:xfrm>
            <a:off x="3429000" y="381000"/>
            <a:ext cx="2455037" cy="628377"/>
          </a:xfrm>
          <a:prstGeom prst="rect">
            <a:avLst/>
          </a:prstGeom>
          <a:noFill/>
          <a:ln>
            <a:noFill/>
          </a:ln>
          <a:effectLst>
            <a:outerShdw blurRad="25400">
              <a:srgbClr val="000000">
                <a:alpha val="45882"/>
              </a:srgbClr>
            </a:outerShdw>
          </a:effectLst>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lt2"/>
              </a:buClr>
              <a:buSzPts val="4000"/>
              <a:buFont typeface="Lustria"/>
              <a:buNone/>
            </a:pPr>
            <a:r>
              <a:rPr lang="en-US"/>
              <a:t>Suitability</a:t>
            </a:r>
            <a:endParaRPr/>
          </a:p>
        </p:txBody>
      </p:sp>
      <p:sp>
        <p:nvSpPr>
          <p:cNvPr id="206" name="Google Shape;206;p8"/>
          <p:cNvSpPr txBox="1"/>
          <p:nvPr/>
        </p:nvSpPr>
        <p:spPr>
          <a:xfrm>
            <a:off x="721105" y="1219200"/>
            <a:ext cx="7870825" cy="4141470"/>
          </a:xfrm>
          <a:prstGeom prst="rect">
            <a:avLst/>
          </a:prstGeom>
          <a:noFill/>
          <a:ln>
            <a:noFill/>
          </a:ln>
        </p:spPr>
        <p:txBody>
          <a:bodyPr spcFirstLastPara="1" wrap="square" lIns="0" tIns="12700" rIns="0" bIns="0" anchor="t" anchorCtr="0">
            <a:spAutoFit/>
          </a:bodyPr>
          <a:lstStyle/>
          <a:p>
            <a:pPr marL="469900" marR="5080" lvl="0" indent="-457833" algn="l" rtl="0">
              <a:lnSpc>
                <a:spcPct val="100000"/>
              </a:lnSpc>
              <a:spcBef>
                <a:spcPts val="0"/>
              </a:spcBef>
              <a:spcAft>
                <a:spcPts val="0"/>
              </a:spcAft>
              <a:buClr>
                <a:srgbClr val="FFFFFF"/>
              </a:buClr>
              <a:buSzPts val="3000"/>
              <a:buFont typeface="Courier New"/>
              <a:buChar char="o"/>
            </a:pPr>
            <a:r>
              <a:rPr lang="en-US" sz="3000" b="0" i="0" u="none" strike="noStrike" cap="none">
                <a:solidFill>
                  <a:srgbClr val="FFFFFF"/>
                </a:solidFill>
                <a:latin typeface="Carlito"/>
                <a:ea typeface="Carlito"/>
                <a:cs typeface="Carlito"/>
                <a:sym typeface="Carlito"/>
              </a:rPr>
              <a:t>This type of organisation is suitable to small size  business units.</a:t>
            </a:r>
            <a:endParaRPr sz="3000" b="0" i="0" u="none" strike="noStrike" cap="none">
              <a:solidFill>
                <a:schemeClr val="lt1"/>
              </a:solidFill>
              <a:latin typeface="Carlito"/>
              <a:ea typeface="Carlito"/>
              <a:cs typeface="Carlito"/>
              <a:sym typeface="Carlito"/>
            </a:endParaRPr>
          </a:p>
          <a:p>
            <a:pPr marL="469900" marR="556895" lvl="0" indent="-457833" algn="l" rtl="0">
              <a:lnSpc>
                <a:spcPct val="100000"/>
              </a:lnSpc>
              <a:spcBef>
                <a:spcPts val="0"/>
              </a:spcBef>
              <a:spcAft>
                <a:spcPts val="0"/>
              </a:spcAft>
              <a:buClr>
                <a:srgbClr val="FFFFFF"/>
              </a:buClr>
              <a:buSzPts val="3000"/>
              <a:buFont typeface="Courier New"/>
              <a:buChar char="o"/>
            </a:pPr>
            <a:r>
              <a:rPr lang="en-US" sz="3000" b="0" i="0" u="none" strike="noStrike" cap="none">
                <a:solidFill>
                  <a:srgbClr val="FFFFFF"/>
                </a:solidFill>
                <a:latin typeface="Carlito"/>
                <a:ea typeface="Carlito"/>
                <a:cs typeface="Carlito"/>
                <a:sym typeface="Carlito"/>
              </a:rPr>
              <a:t>Where the activities are of routine nature or  machine based.</a:t>
            </a:r>
            <a:endParaRPr sz="3000" b="0" i="0" u="none" strike="noStrike" cap="none">
              <a:solidFill>
                <a:schemeClr val="lt1"/>
              </a:solidFill>
              <a:latin typeface="Carlito"/>
              <a:ea typeface="Carlito"/>
              <a:cs typeface="Carlito"/>
              <a:sym typeface="Carlito"/>
            </a:endParaRPr>
          </a:p>
          <a:p>
            <a:pPr marL="469900" marR="0" lvl="0" indent="-457833" algn="l" rtl="0">
              <a:lnSpc>
                <a:spcPct val="100000"/>
              </a:lnSpc>
              <a:spcBef>
                <a:spcPts val="0"/>
              </a:spcBef>
              <a:spcAft>
                <a:spcPts val="0"/>
              </a:spcAft>
              <a:buClr>
                <a:srgbClr val="FFFFFF"/>
              </a:buClr>
              <a:buSzPts val="3000"/>
              <a:buFont typeface="Courier New"/>
              <a:buChar char="o"/>
            </a:pPr>
            <a:r>
              <a:rPr lang="en-US" sz="3000" b="0" i="0" u="none" strike="noStrike" cap="none">
                <a:solidFill>
                  <a:srgbClr val="FFFFFF"/>
                </a:solidFill>
                <a:latin typeface="Carlito"/>
                <a:ea typeface="Carlito"/>
                <a:cs typeface="Carlito"/>
                <a:sym typeface="Carlito"/>
              </a:rPr>
              <a:t>If the business activities are service mined.</a:t>
            </a:r>
            <a:endParaRPr sz="3000" b="0" i="0" u="none" strike="noStrike" cap="none">
              <a:solidFill>
                <a:schemeClr val="lt1"/>
              </a:solidFill>
              <a:latin typeface="Carlito"/>
              <a:ea typeface="Carlito"/>
              <a:cs typeface="Carlito"/>
              <a:sym typeface="Carlito"/>
            </a:endParaRPr>
          </a:p>
          <a:p>
            <a:pPr marL="469900" marR="0" lvl="0" indent="-457833" algn="l" rtl="0">
              <a:lnSpc>
                <a:spcPct val="100000"/>
              </a:lnSpc>
              <a:spcBef>
                <a:spcPts val="0"/>
              </a:spcBef>
              <a:spcAft>
                <a:spcPts val="0"/>
              </a:spcAft>
              <a:buClr>
                <a:srgbClr val="FFFFFF"/>
              </a:buClr>
              <a:buSzPts val="3000"/>
              <a:buFont typeface="Courier New"/>
              <a:buChar char="o"/>
            </a:pPr>
            <a:r>
              <a:rPr lang="en-US" sz="3000" b="0" i="0" u="none" strike="noStrike" cap="none">
                <a:solidFill>
                  <a:srgbClr val="FFFFFF"/>
                </a:solidFill>
                <a:latin typeface="Carlito"/>
                <a:ea typeface="Carlito"/>
                <a:cs typeface="Carlito"/>
                <a:sym typeface="Carlito"/>
              </a:rPr>
              <a:t>Where the number of persons working is small</a:t>
            </a:r>
            <a:endParaRPr sz="3000" b="0" i="0" u="none" strike="noStrike" cap="none">
              <a:solidFill>
                <a:schemeClr val="lt1"/>
              </a:solidFill>
              <a:latin typeface="Carlito"/>
              <a:ea typeface="Carlito"/>
              <a:cs typeface="Carlito"/>
              <a:sym typeface="Carlito"/>
            </a:endParaRPr>
          </a:p>
          <a:p>
            <a:pPr marL="469900" marR="0" lvl="0" indent="-457833" algn="l" rtl="0">
              <a:lnSpc>
                <a:spcPct val="100000"/>
              </a:lnSpc>
              <a:spcBef>
                <a:spcPts val="5"/>
              </a:spcBef>
              <a:spcAft>
                <a:spcPts val="0"/>
              </a:spcAft>
              <a:buClr>
                <a:srgbClr val="FFFFFF"/>
              </a:buClr>
              <a:buSzPts val="3000"/>
              <a:buFont typeface="Courier New"/>
              <a:buChar char="o"/>
            </a:pPr>
            <a:r>
              <a:rPr lang="en-US" sz="3000" b="0" i="0" u="none" strike="noStrike" cap="none">
                <a:solidFill>
                  <a:srgbClr val="FFFFFF"/>
                </a:solidFill>
                <a:latin typeface="Carlito"/>
                <a:ea typeface="Carlito"/>
                <a:cs typeface="Carlito"/>
                <a:sym typeface="Carlito"/>
              </a:rPr>
              <a:t>The business operation is simple in nature.</a:t>
            </a:r>
            <a:endParaRPr sz="3000" b="0" i="0" u="none" strike="noStrike" cap="none">
              <a:solidFill>
                <a:schemeClr val="lt1"/>
              </a:solidFill>
              <a:latin typeface="Carlito"/>
              <a:ea typeface="Carlito"/>
              <a:cs typeface="Carlito"/>
              <a:sym typeface="Carlito"/>
            </a:endParaRPr>
          </a:p>
          <a:p>
            <a:pPr marL="469900" marR="323215" lvl="0" indent="-457833" algn="l" rtl="0">
              <a:lnSpc>
                <a:spcPct val="100000"/>
              </a:lnSpc>
              <a:spcBef>
                <a:spcPts val="0"/>
              </a:spcBef>
              <a:spcAft>
                <a:spcPts val="0"/>
              </a:spcAft>
              <a:buClr>
                <a:srgbClr val="FFFFFF"/>
              </a:buClr>
              <a:buSzPts val="3000"/>
              <a:buFont typeface="Courier New"/>
              <a:buChar char="o"/>
            </a:pPr>
            <a:r>
              <a:rPr lang="en-US" sz="3000" b="0" i="0" u="none" strike="noStrike" cap="none">
                <a:solidFill>
                  <a:srgbClr val="FFFFFF"/>
                </a:solidFill>
                <a:latin typeface="Carlito"/>
                <a:ea typeface="Carlito"/>
                <a:cs typeface="Carlito"/>
                <a:sym typeface="Carlito"/>
              </a:rPr>
              <a:t>A business unit which has straight methods of  operations.</a:t>
            </a:r>
            <a:endParaRPr sz="3000" b="0" i="0" u="none" strike="noStrike" cap="none">
              <a:solidFill>
                <a:schemeClr val="lt1"/>
              </a:solidFill>
              <a:latin typeface="Carlito"/>
              <a:ea typeface="Carlito"/>
              <a:cs typeface="Carlito"/>
              <a:sym typeface="Carlito"/>
            </a:endParaRPr>
          </a:p>
        </p:txBody>
      </p:sp>
      <p:sp>
        <p:nvSpPr>
          <p:cNvPr id="207" name="Google Shape;207;p8"/>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5/19/2024</a:t>
            </a:r>
            <a:endParaRPr/>
          </a:p>
        </p:txBody>
      </p:sp>
      <p:sp>
        <p:nvSpPr>
          <p:cNvPr id="208" name="Google Shape;208;p8"/>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9"/>
          <p:cNvSpPr txBox="1">
            <a:spLocks noGrp="1"/>
          </p:cNvSpPr>
          <p:nvPr>
            <p:ph type="title"/>
          </p:nvPr>
        </p:nvSpPr>
        <p:spPr>
          <a:xfrm>
            <a:off x="1066800" y="138480"/>
            <a:ext cx="6934200" cy="628377"/>
          </a:xfrm>
          <a:prstGeom prst="rect">
            <a:avLst/>
          </a:prstGeom>
          <a:noFill/>
          <a:ln>
            <a:noFill/>
          </a:ln>
          <a:effectLst>
            <a:outerShdw blurRad="25400">
              <a:srgbClr val="000000">
                <a:alpha val="45882"/>
              </a:srgbClr>
            </a:outerShdw>
          </a:effectLst>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lt2"/>
              </a:buClr>
              <a:buSzPts val="4000"/>
              <a:buFont typeface="Lustria"/>
              <a:buNone/>
            </a:pPr>
            <a:r>
              <a:rPr lang="en-US"/>
              <a:t>2. Line and staff organisation</a:t>
            </a:r>
            <a:endParaRPr/>
          </a:p>
        </p:txBody>
      </p:sp>
      <p:sp>
        <p:nvSpPr>
          <p:cNvPr id="214" name="Google Shape;214;p9"/>
          <p:cNvSpPr txBox="1"/>
          <p:nvPr/>
        </p:nvSpPr>
        <p:spPr>
          <a:xfrm>
            <a:off x="228600" y="920504"/>
            <a:ext cx="3733801" cy="5961247"/>
          </a:xfrm>
          <a:prstGeom prst="rect">
            <a:avLst/>
          </a:prstGeom>
          <a:noFill/>
          <a:ln>
            <a:noFill/>
          </a:ln>
        </p:spPr>
        <p:txBody>
          <a:bodyPr spcFirstLastPara="1" wrap="square" lIns="0" tIns="13325" rIns="0" bIns="0" anchor="t" anchorCtr="0">
            <a:spAutoFit/>
          </a:bodyPr>
          <a:lstStyle/>
          <a:p>
            <a:pPr marL="12066" marR="5080" lvl="0" indent="0" algn="just" rtl="0">
              <a:lnSpc>
                <a:spcPct val="100000"/>
              </a:lnSpc>
              <a:spcBef>
                <a:spcPts val="0"/>
              </a:spcBef>
              <a:spcAft>
                <a:spcPts val="0"/>
              </a:spcAft>
              <a:buNone/>
            </a:pPr>
            <a:r>
              <a:rPr lang="en-US" sz="2350" b="0" i="0" u="none" strike="noStrike" cap="none" dirty="0">
                <a:solidFill>
                  <a:srgbClr val="FFFFFF"/>
                </a:solidFill>
                <a:latin typeface="Carlito"/>
                <a:ea typeface="Carlito"/>
                <a:cs typeface="Carlito"/>
                <a:sym typeface="Carlito"/>
              </a:rPr>
              <a:t>It is called secondary functional differentiation at horizontal level.</a:t>
            </a:r>
            <a:endParaRPr dirty="0"/>
          </a:p>
          <a:p>
            <a:pPr marL="12066" marR="5080" lvl="0" indent="0" algn="just" rtl="0">
              <a:lnSpc>
                <a:spcPct val="100000"/>
              </a:lnSpc>
              <a:spcBef>
                <a:spcPts val="105"/>
              </a:spcBef>
              <a:spcAft>
                <a:spcPts val="0"/>
              </a:spcAft>
              <a:buNone/>
            </a:pPr>
            <a:r>
              <a:rPr lang="en-US" sz="2350" b="0" i="0" u="none" strike="noStrike" cap="none" dirty="0">
                <a:solidFill>
                  <a:srgbClr val="FFFFFF"/>
                </a:solidFill>
                <a:latin typeface="Carlito"/>
                <a:ea typeface="Carlito"/>
                <a:cs typeface="Carlito"/>
                <a:sym typeface="Carlito"/>
              </a:rPr>
              <a:t> </a:t>
            </a:r>
            <a:endParaRPr dirty="0"/>
          </a:p>
          <a:p>
            <a:pPr marL="12066" marR="5080" lvl="0" indent="0" algn="just" rtl="0">
              <a:lnSpc>
                <a:spcPct val="100000"/>
              </a:lnSpc>
              <a:spcBef>
                <a:spcPts val="105"/>
              </a:spcBef>
              <a:spcAft>
                <a:spcPts val="0"/>
              </a:spcAft>
              <a:buNone/>
            </a:pPr>
            <a:r>
              <a:rPr lang="en-US" sz="2350" b="0" i="0" u="none" strike="noStrike" cap="none" dirty="0">
                <a:solidFill>
                  <a:srgbClr val="FFFFFF"/>
                </a:solidFill>
                <a:latin typeface="Carlito"/>
                <a:ea typeface="Carlito"/>
                <a:cs typeface="Carlito"/>
                <a:sym typeface="Carlito"/>
              </a:rPr>
              <a:t>The line officers have authority to take  decisions and implement them to achieve the  objectives of the </a:t>
            </a:r>
            <a:r>
              <a:rPr lang="en-US" sz="2350" b="0" i="0" u="none" strike="noStrike" cap="none" dirty="0" err="1">
                <a:solidFill>
                  <a:srgbClr val="FFFFFF"/>
                </a:solidFill>
                <a:latin typeface="Carlito"/>
                <a:ea typeface="Carlito"/>
                <a:cs typeface="Carlito"/>
                <a:sym typeface="Carlito"/>
              </a:rPr>
              <a:t>organisation</a:t>
            </a:r>
            <a:r>
              <a:rPr lang="en-US" sz="2350" b="0" i="0" u="none" strike="noStrike" cap="none" dirty="0">
                <a:solidFill>
                  <a:srgbClr val="FFFFFF"/>
                </a:solidFill>
                <a:latin typeface="Carlito"/>
                <a:ea typeface="Carlito"/>
                <a:cs typeface="Carlito"/>
                <a:sym typeface="Carlito"/>
              </a:rPr>
              <a:t>.</a:t>
            </a:r>
            <a:endParaRPr sz="2350" b="0" i="0" u="none" strike="noStrike" cap="none" dirty="0">
              <a:solidFill>
                <a:schemeClr val="lt1"/>
              </a:solidFill>
              <a:latin typeface="Carlito"/>
              <a:ea typeface="Carlito"/>
              <a:cs typeface="Carlito"/>
              <a:sym typeface="Carlito"/>
            </a:endParaRPr>
          </a:p>
          <a:p>
            <a:pPr marL="0" marR="0" lvl="0" indent="0" algn="just" rtl="0">
              <a:lnSpc>
                <a:spcPct val="100000"/>
              </a:lnSpc>
              <a:spcBef>
                <a:spcPts val="55"/>
              </a:spcBef>
              <a:spcAft>
                <a:spcPts val="0"/>
              </a:spcAft>
              <a:buClr>
                <a:srgbClr val="FFFFFF"/>
              </a:buClr>
              <a:buSzPts val="2350"/>
              <a:buFont typeface="Courier New"/>
              <a:buNone/>
            </a:pPr>
            <a:endParaRPr sz="2350" b="0" i="0" u="none" strike="noStrike" cap="none" dirty="0">
              <a:solidFill>
                <a:schemeClr val="lt1"/>
              </a:solidFill>
              <a:latin typeface="Carlito"/>
              <a:ea typeface="Carlito"/>
              <a:cs typeface="Carlito"/>
              <a:sym typeface="Carlito"/>
            </a:endParaRPr>
          </a:p>
          <a:p>
            <a:pPr marL="12066" marR="278765" lvl="0" indent="0" algn="just" rtl="0">
              <a:lnSpc>
                <a:spcPct val="100000"/>
              </a:lnSpc>
              <a:spcBef>
                <a:spcPts val="0"/>
              </a:spcBef>
              <a:spcAft>
                <a:spcPts val="0"/>
              </a:spcAft>
              <a:buNone/>
            </a:pPr>
            <a:r>
              <a:rPr lang="en-US" sz="2350" b="0" i="0" u="none" strike="noStrike" cap="none" dirty="0">
                <a:solidFill>
                  <a:srgbClr val="FFFFFF"/>
                </a:solidFill>
                <a:latin typeface="Carlito"/>
                <a:ea typeface="Carlito"/>
                <a:cs typeface="Carlito"/>
                <a:sym typeface="Carlito"/>
              </a:rPr>
              <a:t>The line officers may be assisted by the staff  officers while framing the policies and plans  and taking decisions </a:t>
            </a:r>
            <a:r>
              <a:rPr lang="en-US" sz="2350" b="0" i="0" u="none" strike="noStrike" cap="none" dirty="0" err="1">
                <a:solidFill>
                  <a:srgbClr val="FFFFFF"/>
                </a:solidFill>
                <a:latin typeface="Carlito"/>
                <a:ea typeface="Carlito"/>
                <a:cs typeface="Carlito"/>
                <a:sym typeface="Carlito"/>
              </a:rPr>
              <a:t>organisation</a:t>
            </a:r>
            <a:r>
              <a:rPr lang="en-US" sz="2350" b="0" i="0" u="none" strike="noStrike" cap="none" dirty="0">
                <a:solidFill>
                  <a:srgbClr val="FFFFFF"/>
                </a:solidFill>
                <a:latin typeface="Carlito"/>
                <a:ea typeface="Carlito"/>
                <a:cs typeface="Carlito"/>
                <a:sym typeface="Carlito"/>
              </a:rPr>
              <a:t>.</a:t>
            </a:r>
            <a:endParaRPr sz="2350" b="0" i="0" u="none" strike="noStrike" cap="none" dirty="0">
              <a:solidFill>
                <a:schemeClr val="lt1"/>
              </a:solidFill>
              <a:latin typeface="Carlito"/>
              <a:ea typeface="Carlito"/>
              <a:cs typeface="Carlito"/>
              <a:sym typeface="Carlito"/>
            </a:endParaRPr>
          </a:p>
        </p:txBody>
      </p:sp>
      <p:sp>
        <p:nvSpPr>
          <p:cNvPr id="215" name="Google Shape;215;p9"/>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5/19/2024</a:t>
            </a:r>
            <a:endParaRPr/>
          </a:p>
        </p:txBody>
      </p:sp>
      <p:sp>
        <p:nvSpPr>
          <p:cNvPr id="216" name="Google Shape;216;p9"/>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pic>
        <p:nvPicPr>
          <p:cNvPr id="217" name="Google Shape;217;p9"/>
          <p:cNvPicPr preferRelativeResize="0"/>
          <p:nvPr/>
        </p:nvPicPr>
        <p:blipFill rotWithShape="1">
          <a:blip r:embed="rId3">
            <a:alphaModFix/>
          </a:blip>
          <a:srcRect/>
          <a:stretch/>
        </p:blipFill>
        <p:spPr>
          <a:xfrm>
            <a:off x="4183702" y="1275355"/>
            <a:ext cx="4943475" cy="35909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0"/>
          <p:cNvSpPr txBox="1">
            <a:spLocks noGrp="1"/>
          </p:cNvSpPr>
          <p:nvPr>
            <p:ph type="title"/>
          </p:nvPr>
        </p:nvSpPr>
        <p:spPr>
          <a:xfrm>
            <a:off x="2046104" y="685800"/>
            <a:ext cx="5043805" cy="574040"/>
          </a:xfrm>
          <a:prstGeom prst="rect">
            <a:avLst/>
          </a:prstGeom>
          <a:noFill/>
          <a:ln>
            <a:noFill/>
          </a:ln>
          <a:effectLst>
            <a:outerShdw blurRad="25400">
              <a:srgbClr val="000000">
                <a:alpha val="45882"/>
              </a:srgbClr>
            </a:outerShdw>
          </a:effectLst>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lt2"/>
              </a:buClr>
              <a:buSzPts val="4000"/>
              <a:buFont typeface="Lustria"/>
              <a:buNone/>
            </a:pPr>
            <a:r>
              <a:rPr lang="en-US"/>
              <a:t>Line and staff organisation</a:t>
            </a:r>
            <a:endParaRPr/>
          </a:p>
        </p:txBody>
      </p:sp>
      <p:sp>
        <p:nvSpPr>
          <p:cNvPr id="224" name="Google Shape;224;p10"/>
          <p:cNvSpPr txBox="1">
            <a:spLocks noGrp="1"/>
          </p:cNvSpPr>
          <p:nvPr>
            <p:ph type="body" idx="1"/>
          </p:nvPr>
        </p:nvSpPr>
        <p:spPr>
          <a:xfrm>
            <a:off x="685346" y="1732451"/>
            <a:ext cx="8001454" cy="4808495"/>
          </a:xfrm>
          <a:prstGeom prst="rect">
            <a:avLst/>
          </a:prstGeom>
          <a:noFill/>
          <a:ln>
            <a:noFill/>
          </a:ln>
          <a:effectLst>
            <a:outerShdw blurRad="25400">
              <a:srgbClr val="000000">
                <a:alpha val="45882"/>
              </a:srgbClr>
            </a:outerShdw>
          </a:effectLst>
        </p:spPr>
        <p:txBody>
          <a:bodyPr spcFirstLastPara="1" wrap="square" lIns="0" tIns="101075" rIns="0" bIns="0" anchor="t" anchorCtr="0">
            <a:spAutoFit/>
          </a:bodyPr>
          <a:lstStyle/>
          <a:p>
            <a:pPr marL="533400" marR="5080" lvl="0" indent="-457833" algn="l" rtl="0">
              <a:lnSpc>
                <a:spcPct val="100000"/>
              </a:lnSpc>
              <a:spcBef>
                <a:spcPts val="0"/>
              </a:spcBef>
              <a:spcAft>
                <a:spcPts val="0"/>
              </a:spcAft>
              <a:buSzPts val="2100"/>
              <a:buChar char="◈"/>
            </a:pPr>
            <a:r>
              <a:rPr lang="en-US" sz="3000">
                <a:solidFill>
                  <a:schemeClr val="lt1"/>
                </a:solidFill>
              </a:rPr>
              <a:t>The authority flows from top level to the lower  level of the organisation through the line officers  while the staff officers attached to the various  departments advise the departments. </a:t>
            </a:r>
            <a:endParaRPr sz="3000">
              <a:solidFill>
                <a:schemeClr val="lt1"/>
              </a:solidFill>
            </a:endParaRPr>
          </a:p>
          <a:p>
            <a:pPr marL="533400" marR="5080" lvl="0" indent="-457833" algn="l" rtl="0">
              <a:lnSpc>
                <a:spcPct val="100000"/>
              </a:lnSpc>
              <a:spcBef>
                <a:spcPts val="700"/>
              </a:spcBef>
              <a:spcAft>
                <a:spcPts val="0"/>
              </a:spcAft>
              <a:buSzPts val="2100"/>
              <a:buChar char="◈"/>
            </a:pPr>
            <a:r>
              <a:rPr lang="en-US" sz="3000">
                <a:solidFill>
                  <a:schemeClr val="lt1"/>
                </a:solidFill>
              </a:rPr>
              <a:t>The staff  officers are not in a position to compel the line  officers to follow the advice by them. Each  department is headed by a line officer who  exercises full authority regarding the planning.</a:t>
            </a:r>
            <a:endParaRPr sz="3000">
              <a:solidFill>
                <a:schemeClr val="lt1"/>
              </a:solidFill>
              <a:latin typeface="Courier New"/>
              <a:ea typeface="Courier New"/>
              <a:cs typeface="Courier New"/>
              <a:sym typeface="Courier New"/>
            </a:endParaRPr>
          </a:p>
        </p:txBody>
      </p:sp>
      <p:sp>
        <p:nvSpPr>
          <p:cNvPr id="225" name="Google Shape;225;p10"/>
          <p:cNvSpPr txBox="1">
            <a:spLocks noGrp="1"/>
          </p:cNvSpPr>
          <p:nvPr>
            <p:ph type="dt" idx="10"/>
          </p:nvPr>
        </p:nvSpPr>
        <p:spPr>
          <a:xfrm>
            <a:off x="5943600" y="624840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5/19/2024</a:t>
            </a:r>
            <a:endParaRPr/>
          </a:p>
        </p:txBody>
      </p:sp>
      <p:sp>
        <p:nvSpPr>
          <p:cNvPr id="226" name="Google Shape;226;p10"/>
          <p:cNvSpPr txBox="1">
            <a:spLocks noGrp="1"/>
          </p:cNvSpPr>
          <p:nvPr>
            <p:ph type="sldNum" idx="12"/>
          </p:nvPr>
        </p:nvSpPr>
        <p:spPr>
          <a:xfrm>
            <a:off x="8001000" y="6248400"/>
            <a:ext cx="565159" cy="30480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11"/>
          <p:cNvSpPr txBox="1">
            <a:spLocks noGrp="1"/>
          </p:cNvSpPr>
          <p:nvPr>
            <p:ph type="title"/>
          </p:nvPr>
        </p:nvSpPr>
        <p:spPr>
          <a:xfrm>
            <a:off x="685346" y="293123"/>
            <a:ext cx="7765322" cy="628377"/>
          </a:xfrm>
          <a:prstGeom prst="rect">
            <a:avLst/>
          </a:prstGeom>
          <a:noFill/>
          <a:ln>
            <a:noFill/>
          </a:ln>
          <a:effectLst>
            <a:outerShdw blurRad="25400">
              <a:srgbClr val="000000">
                <a:alpha val="45882"/>
              </a:srgbClr>
            </a:outerShdw>
          </a:effectLst>
        </p:spPr>
        <p:txBody>
          <a:bodyPr spcFirstLastPara="1" wrap="square" lIns="0" tIns="12700" rIns="0" bIns="0" anchor="ctr" anchorCtr="0">
            <a:spAutoFit/>
          </a:bodyPr>
          <a:lstStyle/>
          <a:p>
            <a:pPr marL="93345" lvl="0" indent="0" algn="ctr" rtl="0">
              <a:lnSpc>
                <a:spcPct val="100000"/>
              </a:lnSpc>
              <a:spcBef>
                <a:spcPts val="0"/>
              </a:spcBef>
              <a:spcAft>
                <a:spcPts val="0"/>
              </a:spcAft>
              <a:buClr>
                <a:schemeClr val="lt2"/>
              </a:buClr>
              <a:buSzPts val="4000"/>
              <a:buFont typeface="Lustria"/>
              <a:buNone/>
            </a:pPr>
            <a:r>
              <a:rPr lang="en-US"/>
              <a:t>Functional organization</a:t>
            </a:r>
            <a:endParaRPr/>
          </a:p>
        </p:txBody>
      </p:sp>
      <p:sp>
        <p:nvSpPr>
          <p:cNvPr id="232" name="Google Shape;232;p11"/>
          <p:cNvSpPr txBox="1">
            <a:spLocks noGrp="1"/>
          </p:cNvSpPr>
          <p:nvPr>
            <p:ph type="body" idx="1"/>
          </p:nvPr>
        </p:nvSpPr>
        <p:spPr>
          <a:xfrm>
            <a:off x="304800" y="1057002"/>
            <a:ext cx="8534400" cy="2345385"/>
          </a:xfrm>
          <a:prstGeom prst="rect">
            <a:avLst/>
          </a:prstGeom>
          <a:noFill/>
          <a:ln>
            <a:noFill/>
          </a:ln>
          <a:effectLst>
            <a:outerShdw blurRad="25400">
              <a:srgbClr val="000000">
                <a:alpha val="45882"/>
              </a:srgbClr>
            </a:outerShdw>
          </a:effectLst>
        </p:spPr>
        <p:txBody>
          <a:bodyPr spcFirstLastPara="1" wrap="square" lIns="0" tIns="100200" rIns="0" bIns="0" anchor="t" anchorCtr="0">
            <a:spAutoFit/>
          </a:bodyPr>
          <a:lstStyle/>
          <a:p>
            <a:pPr marL="533400" marR="5080" lvl="0" indent="-457833" algn="l" rtl="0">
              <a:lnSpc>
                <a:spcPct val="100000"/>
              </a:lnSpc>
              <a:spcBef>
                <a:spcPts val="0"/>
              </a:spcBef>
              <a:spcAft>
                <a:spcPts val="0"/>
              </a:spcAft>
              <a:buSzPts val="1960"/>
              <a:buChar char="◈"/>
            </a:pPr>
            <a:r>
              <a:rPr lang="en-US" sz="2800" dirty="0">
                <a:solidFill>
                  <a:schemeClr val="lt1"/>
                </a:solidFill>
              </a:rPr>
              <a:t>Staff specialist renders advise and service and also exercises command of authority of a specific nature in relation to him.</a:t>
            </a:r>
            <a:endParaRPr dirty="0"/>
          </a:p>
          <a:p>
            <a:pPr marL="533400" marR="5080" lvl="0" indent="-457833" algn="l" rtl="0">
              <a:lnSpc>
                <a:spcPct val="100000"/>
              </a:lnSpc>
              <a:spcBef>
                <a:spcPts val="705"/>
              </a:spcBef>
              <a:spcAft>
                <a:spcPts val="0"/>
              </a:spcAft>
              <a:buSzPts val="1960"/>
              <a:buChar char="◈"/>
            </a:pPr>
            <a:r>
              <a:rPr lang="en-US" sz="2800" dirty="0">
                <a:solidFill>
                  <a:schemeClr val="lt1"/>
                </a:solidFill>
              </a:rPr>
              <a:t>Functional authority is not authority over someone but over something. </a:t>
            </a:r>
            <a:endParaRPr sz="2800" dirty="0">
              <a:solidFill>
                <a:schemeClr val="lt1"/>
              </a:solidFill>
            </a:endParaRPr>
          </a:p>
        </p:txBody>
      </p:sp>
      <p:sp>
        <p:nvSpPr>
          <p:cNvPr id="233" name="Google Shape;233;p11"/>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5/19/2024</a:t>
            </a:r>
            <a:endParaRPr/>
          </a:p>
        </p:txBody>
      </p:sp>
      <p:sp>
        <p:nvSpPr>
          <p:cNvPr id="234" name="Google Shape;234;p11"/>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pic>
        <p:nvPicPr>
          <p:cNvPr id="235" name="Google Shape;235;p11"/>
          <p:cNvPicPr preferRelativeResize="0"/>
          <p:nvPr/>
        </p:nvPicPr>
        <p:blipFill rotWithShape="1">
          <a:blip r:embed="rId3">
            <a:alphaModFix/>
          </a:blip>
          <a:srcRect/>
          <a:stretch/>
        </p:blipFill>
        <p:spPr>
          <a:xfrm>
            <a:off x="3962400" y="3416060"/>
            <a:ext cx="4985568" cy="329906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2"/>
          <p:cNvSpPr txBox="1">
            <a:spLocks noGrp="1"/>
          </p:cNvSpPr>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spcFirstLastPara="1" wrap="square" lIns="0" tIns="12700" rIns="0" bIns="0" anchor="ctr" anchorCtr="0">
            <a:spAutoFit/>
          </a:bodyPr>
          <a:lstStyle/>
          <a:p>
            <a:pPr marL="93345" lvl="0" indent="0" algn="ctr" rtl="0">
              <a:lnSpc>
                <a:spcPct val="100000"/>
              </a:lnSpc>
              <a:spcBef>
                <a:spcPts val="0"/>
              </a:spcBef>
              <a:spcAft>
                <a:spcPts val="0"/>
              </a:spcAft>
              <a:buClr>
                <a:schemeClr val="lt2"/>
              </a:buClr>
              <a:buSzPts val="4000"/>
              <a:buFont typeface="Lustria"/>
              <a:buNone/>
            </a:pPr>
            <a:r>
              <a:rPr lang="en-US"/>
              <a:t>Functional organisation</a:t>
            </a:r>
            <a:endParaRPr/>
          </a:p>
        </p:txBody>
      </p:sp>
      <p:sp>
        <p:nvSpPr>
          <p:cNvPr id="241" name="Google Shape;241;p12"/>
          <p:cNvSpPr txBox="1"/>
          <p:nvPr/>
        </p:nvSpPr>
        <p:spPr>
          <a:xfrm>
            <a:off x="535940" y="2126107"/>
            <a:ext cx="7907020" cy="3952995"/>
          </a:xfrm>
          <a:prstGeom prst="rect">
            <a:avLst/>
          </a:prstGeom>
          <a:noFill/>
          <a:ln>
            <a:noFill/>
          </a:ln>
        </p:spPr>
        <p:txBody>
          <a:bodyPr spcFirstLastPara="1" wrap="square" lIns="0" tIns="13325" rIns="0" bIns="0" anchor="t" anchorCtr="0">
            <a:spAutoFit/>
          </a:bodyPr>
          <a:lstStyle/>
          <a:p>
            <a:pPr marL="469900" marR="382270" lvl="0" indent="-457833" algn="l" rtl="0">
              <a:lnSpc>
                <a:spcPct val="100000"/>
              </a:lnSpc>
              <a:spcBef>
                <a:spcPts val="0"/>
              </a:spcBef>
              <a:spcAft>
                <a:spcPts val="0"/>
              </a:spcAft>
              <a:buClr>
                <a:srgbClr val="FFFFFF"/>
              </a:buClr>
              <a:buSzPts val="3200"/>
              <a:buFont typeface="Courier New"/>
              <a:buChar char="o"/>
            </a:pPr>
            <a:r>
              <a:rPr lang="en-US" sz="3200" b="0" i="0" u="none" strike="noStrike" cap="none" dirty="0">
                <a:solidFill>
                  <a:srgbClr val="FFFFFF"/>
                </a:solidFill>
                <a:latin typeface="Carlito"/>
                <a:ea typeface="Carlito"/>
                <a:cs typeface="Carlito"/>
                <a:sym typeface="Carlito"/>
              </a:rPr>
              <a:t>The need for functional </a:t>
            </a:r>
            <a:r>
              <a:rPr lang="en-US" sz="3200" b="0" i="0" u="none" strike="noStrike" cap="none" dirty="0" err="1">
                <a:solidFill>
                  <a:srgbClr val="FFFFFF"/>
                </a:solidFill>
                <a:latin typeface="Carlito"/>
                <a:ea typeface="Carlito"/>
                <a:cs typeface="Carlito"/>
                <a:sym typeface="Carlito"/>
              </a:rPr>
              <a:t>organisation</a:t>
            </a:r>
            <a:r>
              <a:rPr lang="en-US" sz="3200" b="0" i="0" u="none" strike="noStrike" cap="none" dirty="0">
                <a:solidFill>
                  <a:srgbClr val="FFFFFF"/>
                </a:solidFill>
                <a:latin typeface="Carlito"/>
                <a:ea typeface="Carlito"/>
                <a:cs typeface="Carlito"/>
                <a:sym typeface="Carlito"/>
              </a:rPr>
              <a:t> arises  out of:</a:t>
            </a:r>
            <a:endParaRPr sz="3200" b="0" i="0" u="none" strike="noStrike" cap="none" dirty="0">
              <a:solidFill>
                <a:schemeClr val="lt1"/>
              </a:solidFill>
              <a:latin typeface="Carlito"/>
              <a:ea typeface="Carlito"/>
              <a:cs typeface="Carlito"/>
              <a:sym typeface="Carlito"/>
            </a:endParaRPr>
          </a:p>
          <a:p>
            <a:pPr marL="583566" marR="518794" lvl="0" indent="-571500" algn="l" rtl="0">
              <a:lnSpc>
                <a:spcPct val="100000"/>
              </a:lnSpc>
              <a:spcBef>
                <a:spcPts val="0"/>
              </a:spcBef>
              <a:spcAft>
                <a:spcPts val="0"/>
              </a:spcAft>
              <a:buClr>
                <a:srgbClr val="FFFFFF"/>
              </a:buClr>
              <a:buSzPts val="3200"/>
              <a:buFont typeface="+mj-lt"/>
              <a:buAutoNum type="romanUcPeriod"/>
            </a:pPr>
            <a:r>
              <a:rPr lang="en-US" sz="3200" b="0" i="0" u="none" strike="noStrike" cap="none" dirty="0">
                <a:solidFill>
                  <a:srgbClr val="FFFFFF"/>
                </a:solidFill>
                <a:latin typeface="Carlito"/>
                <a:ea typeface="Carlito"/>
                <a:cs typeface="Carlito"/>
                <a:sym typeface="Carlito"/>
              </a:rPr>
              <a:t>The complexity of modern and large-scale  </a:t>
            </a:r>
            <a:r>
              <a:rPr lang="en-US" sz="3200" b="0" i="0" u="none" strike="noStrike" cap="none" dirty="0" err="1">
                <a:solidFill>
                  <a:srgbClr val="FFFFFF"/>
                </a:solidFill>
                <a:latin typeface="Carlito"/>
                <a:ea typeface="Carlito"/>
                <a:cs typeface="Carlito"/>
                <a:sym typeface="Carlito"/>
              </a:rPr>
              <a:t>organisation</a:t>
            </a:r>
            <a:endParaRPr sz="3200" b="0" i="0" u="none" strike="noStrike" cap="none" dirty="0">
              <a:solidFill>
                <a:schemeClr val="lt1"/>
              </a:solidFill>
              <a:latin typeface="Carlito"/>
              <a:ea typeface="Carlito"/>
              <a:cs typeface="Carlito"/>
              <a:sym typeface="Carlito"/>
            </a:endParaRPr>
          </a:p>
          <a:p>
            <a:pPr marL="583566" marR="0" lvl="0" indent="-571500" algn="l" rtl="0">
              <a:lnSpc>
                <a:spcPct val="100000"/>
              </a:lnSpc>
              <a:spcBef>
                <a:spcPts val="0"/>
              </a:spcBef>
              <a:spcAft>
                <a:spcPts val="0"/>
              </a:spcAft>
              <a:buClr>
                <a:srgbClr val="FFFFFF"/>
              </a:buClr>
              <a:buSzPts val="3200"/>
              <a:buFont typeface="+mj-lt"/>
              <a:buAutoNum type="romanUcPeriod"/>
            </a:pPr>
            <a:r>
              <a:rPr lang="en-US" sz="3200" b="0" i="0" u="none" strike="noStrike" cap="none" dirty="0">
                <a:solidFill>
                  <a:srgbClr val="FFFFFF"/>
                </a:solidFill>
                <a:latin typeface="Carlito"/>
                <a:ea typeface="Carlito"/>
                <a:cs typeface="Carlito"/>
                <a:sym typeface="Carlito"/>
              </a:rPr>
              <a:t>A desire to use the specialization in full and;</a:t>
            </a:r>
            <a:endParaRPr sz="3200" b="0" i="0" u="none" strike="noStrike" cap="none" dirty="0">
              <a:solidFill>
                <a:schemeClr val="lt1"/>
              </a:solidFill>
              <a:latin typeface="Carlito"/>
              <a:ea typeface="Carlito"/>
              <a:cs typeface="Carlito"/>
              <a:sym typeface="Carlito"/>
            </a:endParaRPr>
          </a:p>
          <a:p>
            <a:pPr marL="583566" marR="5080" lvl="0" indent="-571500" algn="l" rtl="0">
              <a:lnSpc>
                <a:spcPct val="100000"/>
              </a:lnSpc>
              <a:spcBef>
                <a:spcPts val="0"/>
              </a:spcBef>
              <a:spcAft>
                <a:spcPts val="0"/>
              </a:spcAft>
              <a:buClr>
                <a:srgbClr val="FFFFFF"/>
              </a:buClr>
              <a:buSzPts val="3200"/>
              <a:buFont typeface="+mj-lt"/>
              <a:buAutoNum type="romanUcPeriod"/>
            </a:pPr>
            <a:r>
              <a:rPr lang="en-US" sz="3200" b="0" i="0" u="none" strike="noStrike" cap="none" dirty="0">
                <a:solidFill>
                  <a:srgbClr val="FFFFFF"/>
                </a:solidFill>
                <a:latin typeface="Carlito"/>
                <a:ea typeface="Carlito"/>
                <a:cs typeface="Carlito"/>
                <a:sym typeface="Carlito"/>
              </a:rPr>
              <a:t>To avoid the work-load of line managers with  complex problems and decision-making</a:t>
            </a:r>
            <a:endParaRPr sz="3200" b="0" i="0" u="none" strike="noStrike" cap="none" dirty="0">
              <a:solidFill>
                <a:schemeClr val="lt1"/>
              </a:solidFill>
              <a:latin typeface="Carlito"/>
              <a:ea typeface="Carlito"/>
              <a:cs typeface="Carlito"/>
              <a:sym typeface="Carlito"/>
            </a:endParaRPr>
          </a:p>
        </p:txBody>
      </p:sp>
      <p:sp>
        <p:nvSpPr>
          <p:cNvPr id="242" name="Google Shape;242;p12"/>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5/19/2024</a:t>
            </a:r>
            <a:endParaRPr/>
          </a:p>
        </p:txBody>
      </p:sp>
      <p:sp>
        <p:nvSpPr>
          <p:cNvPr id="243" name="Google Shape;243;p12"/>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3"/>
          <p:cNvSpPr txBox="1">
            <a:spLocks noGrp="1"/>
          </p:cNvSpPr>
          <p:nvPr>
            <p:ph type="title"/>
          </p:nvPr>
        </p:nvSpPr>
        <p:spPr>
          <a:xfrm>
            <a:off x="2438400" y="381000"/>
            <a:ext cx="4601210" cy="574040"/>
          </a:xfrm>
          <a:prstGeom prst="rect">
            <a:avLst/>
          </a:prstGeom>
          <a:noFill/>
          <a:ln>
            <a:noFill/>
          </a:ln>
          <a:effectLst>
            <a:outerShdw blurRad="25400">
              <a:srgbClr val="000000">
                <a:alpha val="45882"/>
              </a:srgbClr>
            </a:outerShdw>
          </a:effectLst>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lt2"/>
              </a:buClr>
              <a:buSzPts val="4000"/>
              <a:buFont typeface="Lustria"/>
              <a:buNone/>
            </a:pPr>
            <a:r>
              <a:rPr lang="en-US"/>
              <a:t>Committee organisation</a:t>
            </a:r>
            <a:endParaRPr/>
          </a:p>
        </p:txBody>
      </p:sp>
      <p:sp>
        <p:nvSpPr>
          <p:cNvPr id="249" name="Google Shape;249;p13"/>
          <p:cNvSpPr txBox="1"/>
          <p:nvPr/>
        </p:nvSpPr>
        <p:spPr>
          <a:xfrm>
            <a:off x="266937" y="1447800"/>
            <a:ext cx="4838463" cy="4313360"/>
          </a:xfrm>
          <a:prstGeom prst="rect">
            <a:avLst/>
          </a:prstGeom>
          <a:noFill/>
          <a:ln>
            <a:noFill/>
          </a:ln>
        </p:spPr>
        <p:txBody>
          <a:bodyPr spcFirstLastPara="1" wrap="square" lIns="0" tIns="12050" rIns="0" bIns="0" anchor="t" anchorCtr="0">
            <a:spAutoFit/>
          </a:bodyPr>
          <a:lstStyle/>
          <a:p>
            <a:pPr marL="469900" marR="530225" lvl="0" indent="-457833" algn="l" rtl="0">
              <a:lnSpc>
                <a:spcPct val="100000"/>
              </a:lnSpc>
              <a:spcBef>
                <a:spcPts val="0"/>
              </a:spcBef>
              <a:spcAft>
                <a:spcPts val="0"/>
              </a:spcAft>
              <a:buClr>
                <a:srgbClr val="FFFFFF"/>
              </a:buClr>
              <a:buSzPts val="2800"/>
              <a:buFont typeface="Courier New"/>
              <a:buChar char="o"/>
            </a:pPr>
            <a:r>
              <a:rPr lang="en-US" sz="2800" b="0" i="0" u="none" strike="noStrike" cap="none">
                <a:solidFill>
                  <a:srgbClr val="FFFFFF"/>
                </a:solidFill>
                <a:latin typeface="Carlito"/>
                <a:ea typeface="Carlito"/>
                <a:cs typeface="Carlito"/>
                <a:sym typeface="Carlito"/>
              </a:rPr>
              <a:t>“A Committee as a group of persons either  appointed or elected who are to meet for the  purpose of considering matters assigned it”</a:t>
            </a:r>
            <a:endParaRPr sz="2800" b="0" i="0" u="none" strike="noStrike" cap="none">
              <a:solidFill>
                <a:schemeClr val="lt1"/>
              </a:solidFill>
              <a:latin typeface="Carlito"/>
              <a:ea typeface="Carlito"/>
              <a:cs typeface="Carlito"/>
              <a:sym typeface="Carlito"/>
            </a:endParaRPr>
          </a:p>
          <a:p>
            <a:pPr marL="0" marR="0" lvl="0" indent="0" algn="l" rtl="0">
              <a:lnSpc>
                <a:spcPct val="100000"/>
              </a:lnSpc>
              <a:spcBef>
                <a:spcPts val="5"/>
              </a:spcBef>
              <a:spcAft>
                <a:spcPts val="0"/>
              </a:spcAft>
              <a:buClr>
                <a:srgbClr val="FFFFFF"/>
              </a:buClr>
              <a:buSzPts val="2750"/>
              <a:buFont typeface="Courier New"/>
              <a:buNone/>
            </a:pPr>
            <a:endParaRPr sz="2750" b="0" i="0" u="none" strike="noStrike" cap="none">
              <a:solidFill>
                <a:schemeClr val="lt1"/>
              </a:solidFill>
              <a:latin typeface="Carlito"/>
              <a:ea typeface="Carlito"/>
              <a:cs typeface="Carlito"/>
              <a:sym typeface="Carlito"/>
            </a:endParaRPr>
          </a:p>
          <a:p>
            <a:pPr marL="12700" marR="0" lvl="0" indent="0" algn="l" rtl="0">
              <a:lnSpc>
                <a:spcPct val="100000"/>
              </a:lnSpc>
              <a:spcBef>
                <a:spcPts val="0"/>
              </a:spcBef>
              <a:spcAft>
                <a:spcPts val="0"/>
              </a:spcAft>
              <a:buNone/>
            </a:pPr>
            <a:r>
              <a:rPr lang="en-US" sz="2800" b="1" i="1" u="none" strike="noStrike" cap="none">
                <a:solidFill>
                  <a:srgbClr val="FFFFFF"/>
                </a:solidFill>
                <a:latin typeface="Carlito"/>
                <a:ea typeface="Carlito"/>
                <a:cs typeface="Carlito"/>
                <a:sym typeface="Carlito"/>
              </a:rPr>
              <a:t>Types of committee</a:t>
            </a:r>
            <a:endParaRPr sz="2800" b="0" i="1" u="none" strike="noStrike" cap="none">
              <a:solidFill>
                <a:schemeClr val="lt1"/>
              </a:solidFill>
              <a:latin typeface="Carlito"/>
              <a:ea typeface="Carlito"/>
              <a:cs typeface="Carlito"/>
              <a:sym typeface="Carlito"/>
            </a:endParaRPr>
          </a:p>
          <a:p>
            <a:pPr marL="469900" marR="0" lvl="0" indent="-457833" algn="l" rtl="0">
              <a:lnSpc>
                <a:spcPct val="100000"/>
              </a:lnSpc>
              <a:spcBef>
                <a:spcPts val="0"/>
              </a:spcBef>
              <a:spcAft>
                <a:spcPts val="0"/>
              </a:spcAft>
              <a:buClr>
                <a:srgbClr val="FFFFFF"/>
              </a:buClr>
              <a:buSzPts val="2800"/>
              <a:buFont typeface="Courier New"/>
              <a:buChar char="o"/>
            </a:pPr>
            <a:r>
              <a:rPr lang="en-US" sz="2800" b="0" i="0" u="none" strike="noStrike" cap="none">
                <a:solidFill>
                  <a:srgbClr val="FFFFFF"/>
                </a:solidFill>
                <a:latin typeface="Carlito"/>
                <a:ea typeface="Carlito"/>
                <a:cs typeface="Carlito"/>
                <a:sym typeface="Carlito"/>
              </a:rPr>
              <a:t>Permanent committee</a:t>
            </a:r>
            <a:endParaRPr sz="2750" b="0" i="0" u="none" strike="noStrike" cap="none">
              <a:solidFill>
                <a:schemeClr val="lt1"/>
              </a:solidFill>
              <a:latin typeface="Carlito"/>
              <a:ea typeface="Carlito"/>
              <a:cs typeface="Carlito"/>
              <a:sym typeface="Carlito"/>
            </a:endParaRPr>
          </a:p>
          <a:p>
            <a:pPr marL="469900" marR="0" lvl="0" indent="-457833" algn="l" rtl="0">
              <a:lnSpc>
                <a:spcPct val="100000"/>
              </a:lnSpc>
              <a:spcBef>
                <a:spcPts val="0"/>
              </a:spcBef>
              <a:spcAft>
                <a:spcPts val="0"/>
              </a:spcAft>
              <a:buClr>
                <a:srgbClr val="FFFFFF"/>
              </a:buClr>
              <a:buSzPts val="2800"/>
              <a:buFont typeface="Courier New"/>
              <a:buChar char="o"/>
            </a:pPr>
            <a:r>
              <a:rPr lang="en-US" sz="2800" b="0" i="0" u="none" strike="noStrike" cap="none">
                <a:solidFill>
                  <a:srgbClr val="FFFFFF"/>
                </a:solidFill>
                <a:latin typeface="Carlito"/>
                <a:ea typeface="Carlito"/>
                <a:cs typeface="Carlito"/>
                <a:sym typeface="Carlito"/>
              </a:rPr>
              <a:t>Ad-hoc committee</a:t>
            </a:r>
            <a:endParaRPr sz="2800" b="0" i="0" u="none" strike="noStrike" cap="none">
              <a:solidFill>
                <a:schemeClr val="lt1"/>
              </a:solidFill>
              <a:latin typeface="Carlito"/>
              <a:ea typeface="Carlito"/>
              <a:cs typeface="Carlito"/>
              <a:sym typeface="Carlito"/>
            </a:endParaRPr>
          </a:p>
        </p:txBody>
      </p:sp>
      <p:sp>
        <p:nvSpPr>
          <p:cNvPr id="250" name="Google Shape;250;p13"/>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5/19/2024</a:t>
            </a:r>
            <a:endParaRPr/>
          </a:p>
        </p:txBody>
      </p:sp>
      <p:sp>
        <p:nvSpPr>
          <p:cNvPr id="251" name="Google Shape;251;p13"/>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pic>
        <p:nvPicPr>
          <p:cNvPr id="252" name="Google Shape;252;p13"/>
          <p:cNvPicPr preferRelativeResize="0"/>
          <p:nvPr/>
        </p:nvPicPr>
        <p:blipFill rotWithShape="1">
          <a:blip r:embed="rId3">
            <a:alphaModFix/>
          </a:blip>
          <a:srcRect/>
          <a:stretch/>
        </p:blipFill>
        <p:spPr>
          <a:xfrm>
            <a:off x="4525564" y="1587945"/>
            <a:ext cx="4524375" cy="3686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4"/>
          <p:cNvSpPr txBox="1"/>
          <p:nvPr/>
        </p:nvSpPr>
        <p:spPr>
          <a:xfrm>
            <a:off x="724345" y="960881"/>
            <a:ext cx="7430134"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b="1" i="0" u="none" strike="noStrike" cap="none">
                <a:solidFill>
                  <a:srgbClr val="FFFFFF"/>
                </a:solidFill>
                <a:latin typeface="Carlito"/>
                <a:ea typeface="Carlito"/>
                <a:cs typeface="Carlito"/>
                <a:sym typeface="Carlito"/>
              </a:rPr>
              <a:t>Recommendations for efficient functioning of a committee</a:t>
            </a:r>
            <a:endParaRPr sz="2400" b="0" i="0" u="none" strike="noStrike" cap="none">
              <a:solidFill>
                <a:schemeClr val="lt1"/>
              </a:solidFill>
              <a:latin typeface="Carlito"/>
              <a:ea typeface="Carlito"/>
              <a:cs typeface="Carlito"/>
              <a:sym typeface="Carlito"/>
            </a:endParaRPr>
          </a:p>
        </p:txBody>
      </p:sp>
      <p:grpSp>
        <p:nvGrpSpPr>
          <p:cNvPr id="258" name="Google Shape;258;p14"/>
          <p:cNvGrpSpPr/>
          <p:nvPr/>
        </p:nvGrpSpPr>
        <p:grpSpPr>
          <a:xfrm>
            <a:off x="7038594" y="5386577"/>
            <a:ext cx="1496695" cy="862965"/>
            <a:chOff x="7038594" y="5386577"/>
            <a:chExt cx="1496695" cy="862965"/>
          </a:xfrm>
        </p:grpSpPr>
        <p:sp>
          <p:nvSpPr>
            <p:cNvPr id="259" name="Google Shape;259;p14"/>
            <p:cNvSpPr/>
            <p:nvPr/>
          </p:nvSpPr>
          <p:spPr>
            <a:xfrm>
              <a:off x="7038594" y="5386577"/>
              <a:ext cx="1496695" cy="862965"/>
            </a:xfrm>
            <a:custGeom>
              <a:avLst/>
              <a:gdLst/>
              <a:ahLst/>
              <a:cxnLst/>
              <a:rect l="l" t="t" r="r" b="b"/>
              <a:pathLst>
                <a:path w="1496695" h="862964" extrusionOk="0">
                  <a:moveTo>
                    <a:pt x="1496568" y="0"/>
                  </a:moveTo>
                  <a:lnTo>
                    <a:pt x="0" y="0"/>
                  </a:lnTo>
                  <a:lnTo>
                    <a:pt x="0" y="862584"/>
                  </a:lnTo>
                  <a:lnTo>
                    <a:pt x="1496568" y="862584"/>
                  </a:lnTo>
                  <a:lnTo>
                    <a:pt x="1496568"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sp>
          <p:nvSpPr>
            <p:cNvPr id="260" name="Google Shape;260;p14"/>
            <p:cNvSpPr/>
            <p:nvPr/>
          </p:nvSpPr>
          <p:spPr>
            <a:xfrm>
              <a:off x="7038594" y="5386577"/>
              <a:ext cx="1496695" cy="862965"/>
            </a:xfrm>
            <a:custGeom>
              <a:avLst/>
              <a:gdLst/>
              <a:ahLst/>
              <a:cxnLst/>
              <a:rect l="l" t="t" r="r" b="b"/>
              <a:pathLst>
                <a:path w="1496695" h="862964" extrusionOk="0">
                  <a:moveTo>
                    <a:pt x="0" y="862584"/>
                  </a:moveTo>
                  <a:lnTo>
                    <a:pt x="1496568" y="862584"/>
                  </a:lnTo>
                  <a:lnTo>
                    <a:pt x="1496568" y="0"/>
                  </a:lnTo>
                  <a:lnTo>
                    <a:pt x="0" y="0"/>
                  </a:lnTo>
                  <a:lnTo>
                    <a:pt x="0" y="862584"/>
                  </a:lnTo>
                  <a:close/>
                </a:path>
              </a:pathLst>
            </a:custGeom>
            <a:noFill/>
            <a:ln w="259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grpSp>
      <p:sp>
        <p:nvSpPr>
          <p:cNvPr id="261" name="Google Shape;261;p14"/>
          <p:cNvSpPr txBox="1"/>
          <p:nvPr/>
        </p:nvSpPr>
        <p:spPr>
          <a:xfrm>
            <a:off x="6899909" y="5410962"/>
            <a:ext cx="1800606" cy="884858"/>
          </a:xfrm>
          <a:prstGeom prst="rect">
            <a:avLst/>
          </a:prstGeom>
          <a:noFill/>
          <a:ln>
            <a:noFill/>
          </a:ln>
        </p:spPr>
        <p:txBody>
          <a:bodyPr spcFirstLastPara="1" wrap="square" lIns="0" tIns="0" rIns="0" bIns="0" anchor="t" anchorCtr="0">
            <a:spAutoFit/>
          </a:bodyPr>
          <a:lstStyle/>
          <a:p>
            <a:pPr marL="0" marR="0" lvl="0" indent="0" algn="ctr" rtl="0">
              <a:lnSpc>
                <a:spcPct val="103500"/>
              </a:lnSpc>
              <a:spcBef>
                <a:spcPts val="0"/>
              </a:spcBef>
              <a:spcAft>
                <a:spcPts val="0"/>
              </a:spcAft>
              <a:buNone/>
            </a:pPr>
            <a:r>
              <a:rPr lang="en-US" sz="2000">
                <a:solidFill>
                  <a:schemeClr val="dk1"/>
                </a:solidFill>
                <a:latin typeface="Carlito"/>
                <a:ea typeface="Carlito"/>
                <a:cs typeface="Carlito"/>
                <a:sym typeface="Carlito"/>
              </a:rPr>
              <a:t>Selection of</a:t>
            </a:r>
            <a:endParaRPr sz="2000">
              <a:solidFill>
                <a:schemeClr val="dk1"/>
              </a:solidFill>
              <a:latin typeface="Carlito"/>
              <a:ea typeface="Carlito"/>
              <a:cs typeface="Carlito"/>
              <a:sym typeface="Carlito"/>
            </a:endParaRPr>
          </a:p>
          <a:p>
            <a:pPr marL="374650" marR="365760" lvl="0" indent="0" algn="ctr" rtl="0">
              <a:lnSpc>
                <a:spcPct val="100000"/>
              </a:lnSpc>
              <a:spcBef>
                <a:spcPts val="0"/>
              </a:spcBef>
              <a:spcAft>
                <a:spcPts val="0"/>
              </a:spcAft>
              <a:buNone/>
            </a:pPr>
            <a:r>
              <a:rPr lang="en-US" sz="2000">
                <a:solidFill>
                  <a:schemeClr val="dk1"/>
                </a:solidFill>
                <a:latin typeface="Carlito"/>
                <a:ea typeface="Carlito"/>
                <a:cs typeface="Carlito"/>
                <a:sym typeface="Carlito"/>
              </a:rPr>
              <a:t>subject  matter</a:t>
            </a:r>
            <a:endParaRPr sz="2000">
              <a:solidFill>
                <a:schemeClr val="dk1"/>
              </a:solidFill>
              <a:latin typeface="Carlito"/>
              <a:ea typeface="Carlito"/>
              <a:cs typeface="Carlito"/>
              <a:sym typeface="Carlito"/>
            </a:endParaRPr>
          </a:p>
        </p:txBody>
      </p:sp>
      <p:grpSp>
        <p:nvGrpSpPr>
          <p:cNvPr id="262" name="Google Shape;262;p14"/>
          <p:cNvGrpSpPr/>
          <p:nvPr/>
        </p:nvGrpSpPr>
        <p:grpSpPr>
          <a:xfrm>
            <a:off x="3734562" y="3664458"/>
            <a:ext cx="1676400" cy="680085"/>
            <a:chOff x="3734562" y="3664458"/>
            <a:chExt cx="1676400" cy="680085"/>
          </a:xfrm>
        </p:grpSpPr>
        <p:sp>
          <p:nvSpPr>
            <p:cNvPr id="263" name="Google Shape;263;p14"/>
            <p:cNvSpPr/>
            <p:nvPr/>
          </p:nvSpPr>
          <p:spPr>
            <a:xfrm>
              <a:off x="3734562" y="3664458"/>
              <a:ext cx="1676400" cy="680085"/>
            </a:xfrm>
            <a:custGeom>
              <a:avLst/>
              <a:gdLst/>
              <a:ahLst/>
              <a:cxnLst/>
              <a:rect l="l" t="t" r="r" b="b"/>
              <a:pathLst>
                <a:path w="1676400" h="680085" extrusionOk="0">
                  <a:moveTo>
                    <a:pt x="1676400" y="0"/>
                  </a:moveTo>
                  <a:lnTo>
                    <a:pt x="0" y="0"/>
                  </a:lnTo>
                  <a:lnTo>
                    <a:pt x="0" y="679704"/>
                  </a:lnTo>
                  <a:lnTo>
                    <a:pt x="1676400" y="679704"/>
                  </a:lnTo>
                  <a:lnTo>
                    <a:pt x="1676400" y="0"/>
                  </a:lnTo>
                  <a:close/>
                </a:path>
              </a:pathLst>
            </a:custGeom>
            <a:solidFill>
              <a:srgbClr val="C0504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sp>
          <p:nvSpPr>
            <p:cNvPr id="264" name="Google Shape;264;p14"/>
            <p:cNvSpPr/>
            <p:nvPr/>
          </p:nvSpPr>
          <p:spPr>
            <a:xfrm>
              <a:off x="3734562" y="3664458"/>
              <a:ext cx="1676400" cy="680085"/>
            </a:xfrm>
            <a:custGeom>
              <a:avLst/>
              <a:gdLst/>
              <a:ahLst/>
              <a:cxnLst/>
              <a:rect l="l" t="t" r="r" b="b"/>
              <a:pathLst>
                <a:path w="1676400" h="680085" extrusionOk="0">
                  <a:moveTo>
                    <a:pt x="0" y="679704"/>
                  </a:moveTo>
                  <a:lnTo>
                    <a:pt x="1676400" y="679704"/>
                  </a:lnTo>
                  <a:lnTo>
                    <a:pt x="1676400" y="0"/>
                  </a:lnTo>
                  <a:lnTo>
                    <a:pt x="0" y="0"/>
                  </a:lnTo>
                  <a:lnTo>
                    <a:pt x="0" y="679704"/>
                  </a:lnTo>
                  <a:close/>
                </a:path>
              </a:pathLst>
            </a:custGeom>
            <a:noFill/>
            <a:ln w="25900" cap="flat" cmpd="sng">
              <a:solidFill>
                <a:srgbClr val="8B383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grpSp>
      <p:sp>
        <p:nvSpPr>
          <p:cNvPr id="265" name="Google Shape;265;p14"/>
          <p:cNvSpPr txBox="1"/>
          <p:nvPr/>
        </p:nvSpPr>
        <p:spPr>
          <a:xfrm>
            <a:off x="3972305" y="3822572"/>
            <a:ext cx="1398271" cy="320601"/>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000" b="1">
                <a:solidFill>
                  <a:schemeClr val="dk1"/>
                </a:solidFill>
                <a:latin typeface="Carlito"/>
                <a:ea typeface="Carlito"/>
                <a:cs typeface="Carlito"/>
                <a:sym typeface="Carlito"/>
              </a:rPr>
              <a:t>Committee</a:t>
            </a:r>
            <a:endParaRPr sz="2000">
              <a:solidFill>
                <a:schemeClr val="dk1"/>
              </a:solidFill>
              <a:latin typeface="Carlito"/>
              <a:ea typeface="Carlito"/>
              <a:cs typeface="Carlito"/>
              <a:sym typeface="Carlito"/>
            </a:endParaRPr>
          </a:p>
        </p:txBody>
      </p:sp>
      <p:grpSp>
        <p:nvGrpSpPr>
          <p:cNvPr id="266" name="Google Shape;266;p14"/>
          <p:cNvGrpSpPr/>
          <p:nvPr/>
        </p:nvGrpSpPr>
        <p:grpSpPr>
          <a:xfrm>
            <a:off x="6899910" y="3620262"/>
            <a:ext cx="1635760" cy="723900"/>
            <a:chOff x="6899910" y="3620262"/>
            <a:chExt cx="1635760" cy="723900"/>
          </a:xfrm>
        </p:grpSpPr>
        <p:sp>
          <p:nvSpPr>
            <p:cNvPr id="267" name="Google Shape;267;p14"/>
            <p:cNvSpPr/>
            <p:nvPr/>
          </p:nvSpPr>
          <p:spPr>
            <a:xfrm>
              <a:off x="6899910" y="3620262"/>
              <a:ext cx="1635760" cy="723900"/>
            </a:xfrm>
            <a:custGeom>
              <a:avLst/>
              <a:gdLst/>
              <a:ahLst/>
              <a:cxnLst/>
              <a:rect l="l" t="t" r="r" b="b"/>
              <a:pathLst>
                <a:path w="1635759" h="723900" extrusionOk="0">
                  <a:moveTo>
                    <a:pt x="1635252" y="0"/>
                  </a:moveTo>
                  <a:lnTo>
                    <a:pt x="0" y="0"/>
                  </a:lnTo>
                  <a:lnTo>
                    <a:pt x="0" y="723900"/>
                  </a:lnTo>
                  <a:lnTo>
                    <a:pt x="1635252" y="723900"/>
                  </a:lnTo>
                  <a:lnTo>
                    <a:pt x="163525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sp>
          <p:nvSpPr>
            <p:cNvPr id="268" name="Google Shape;268;p14"/>
            <p:cNvSpPr/>
            <p:nvPr/>
          </p:nvSpPr>
          <p:spPr>
            <a:xfrm>
              <a:off x="6899910" y="3620262"/>
              <a:ext cx="1635760" cy="723900"/>
            </a:xfrm>
            <a:custGeom>
              <a:avLst/>
              <a:gdLst/>
              <a:ahLst/>
              <a:cxnLst/>
              <a:rect l="l" t="t" r="r" b="b"/>
              <a:pathLst>
                <a:path w="1635759" h="723900" extrusionOk="0">
                  <a:moveTo>
                    <a:pt x="0" y="723900"/>
                  </a:moveTo>
                  <a:lnTo>
                    <a:pt x="1635252" y="723900"/>
                  </a:lnTo>
                  <a:lnTo>
                    <a:pt x="1635252" y="0"/>
                  </a:lnTo>
                  <a:lnTo>
                    <a:pt x="0" y="0"/>
                  </a:lnTo>
                  <a:lnTo>
                    <a:pt x="0" y="723900"/>
                  </a:lnTo>
                  <a:close/>
                </a:path>
              </a:pathLst>
            </a:custGeom>
            <a:noFill/>
            <a:ln w="259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grpSp>
      <p:grpSp>
        <p:nvGrpSpPr>
          <p:cNvPr id="269" name="Google Shape;269;p14"/>
          <p:cNvGrpSpPr/>
          <p:nvPr/>
        </p:nvGrpSpPr>
        <p:grpSpPr>
          <a:xfrm>
            <a:off x="3064764" y="2799588"/>
            <a:ext cx="3025139" cy="2334768"/>
            <a:chOff x="3064764" y="2799588"/>
            <a:chExt cx="3025139" cy="2334768"/>
          </a:xfrm>
        </p:grpSpPr>
        <p:sp>
          <p:nvSpPr>
            <p:cNvPr id="270" name="Google Shape;270;p14"/>
            <p:cNvSpPr/>
            <p:nvPr/>
          </p:nvSpPr>
          <p:spPr>
            <a:xfrm>
              <a:off x="4338828" y="4369308"/>
              <a:ext cx="315467" cy="765048"/>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sp>
          <p:nvSpPr>
            <p:cNvPr id="271" name="Google Shape;271;p14"/>
            <p:cNvSpPr/>
            <p:nvPr/>
          </p:nvSpPr>
          <p:spPr>
            <a:xfrm>
              <a:off x="4439412" y="4388358"/>
              <a:ext cx="114300" cy="565785"/>
            </a:xfrm>
            <a:custGeom>
              <a:avLst/>
              <a:gdLst/>
              <a:ahLst/>
              <a:cxnLst/>
              <a:rect l="l" t="t" r="r" b="b"/>
              <a:pathLst>
                <a:path w="114300" h="565785" extrusionOk="0">
                  <a:moveTo>
                    <a:pt x="38100" y="451104"/>
                  </a:moveTo>
                  <a:lnTo>
                    <a:pt x="0" y="451104"/>
                  </a:lnTo>
                  <a:lnTo>
                    <a:pt x="57150" y="565404"/>
                  </a:lnTo>
                  <a:lnTo>
                    <a:pt x="104775" y="470154"/>
                  </a:lnTo>
                  <a:lnTo>
                    <a:pt x="38100" y="470154"/>
                  </a:lnTo>
                  <a:lnTo>
                    <a:pt x="38100" y="451104"/>
                  </a:lnTo>
                  <a:close/>
                </a:path>
                <a:path w="114300" h="565785" extrusionOk="0">
                  <a:moveTo>
                    <a:pt x="76200" y="0"/>
                  </a:moveTo>
                  <a:lnTo>
                    <a:pt x="38100" y="0"/>
                  </a:lnTo>
                  <a:lnTo>
                    <a:pt x="38100" y="470154"/>
                  </a:lnTo>
                  <a:lnTo>
                    <a:pt x="76200" y="470154"/>
                  </a:lnTo>
                  <a:lnTo>
                    <a:pt x="76200" y="0"/>
                  </a:lnTo>
                  <a:close/>
                </a:path>
                <a:path w="114300" h="565785" extrusionOk="0">
                  <a:moveTo>
                    <a:pt x="114300" y="451104"/>
                  </a:moveTo>
                  <a:lnTo>
                    <a:pt x="76200" y="451104"/>
                  </a:lnTo>
                  <a:lnTo>
                    <a:pt x="76200" y="470154"/>
                  </a:lnTo>
                  <a:lnTo>
                    <a:pt x="104775" y="470154"/>
                  </a:lnTo>
                  <a:lnTo>
                    <a:pt x="114300" y="451104"/>
                  </a:lnTo>
                  <a:close/>
                </a:path>
              </a:pathLst>
            </a:custGeom>
            <a:solidFill>
              <a:srgbClr val="F7954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sp>
          <p:nvSpPr>
            <p:cNvPr id="272" name="Google Shape;272;p14"/>
            <p:cNvSpPr/>
            <p:nvPr/>
          </p:nvSpPr>
          <p:spPr>
            <a:xfrm>
              <a:off x="3064764" y="4309872"/>
              <a:ext cx="751332" cy="708659"/>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sp>
          <p:nvSpPr>
            <p:cNvPr id="273" name="Google Shape;273;p14"/>
            <p:cNvSpPr/>
            <p:nvPr/>
          </p:nvSpPr>
          <p:spPr>
            <a:xfrm>
              <a:off x="3222498" y="4330065"/>
              <a:ext cx="551815" cy="508000"/>
            </a:xfrm>
            <a:custGeom>
              <a:avLst/>
              <a:gdLst/>
              <a:ahLst/>
              <a:cxnLst/>
              <a:rect l="l" t="t" r="r" b="b"/>
              <a:pathLst>
                <a:path w="551814" h="508000" extrusionOk="0">
                  <a:moveTo>
                    <a:pt x="45592" y="388620"/>
                  </a:moveTo>
                  <a:lnTo>
                    <a:pt x="0" y="508000"/>
                  </a:lnTo>
                  <a:lnTo>
                    <a:pt x="122809" y="472821"/>
                  </a:lnTo>
                  <a:lnTo>
                    <a:pt x="108949" y="457708"/>
                  </a:lnTo>
                  <a:lnTo>
                    <a:pt x="83057" y="457708"/>
                  </a:lnTo>
                  <a:lnTo>
                    <a:pt x="57276" y="429641"/>
                  </a:lnTo>
                  <a:lnTo>
                    <a:pt x="71364" y="416722"/>
                  </a:lnTo>
                  <a:lnTo>
                    <a:pt x="45592" y="388620"/>
                  </a:lnTo>
                  <a:close/>
                </a:path>
                <a:path w="551814" h="508000" extrusionOk="0">
                  <a:moveTo>
                    <a:pt x="71364" y="416722"/>
                  </a:moveTo>
                  <a:lnTo>
                    <a:pt x="57276" y="429641"/>
                  </a:lnTo>
                  <a:lnTo>
                    <a:pt x="83057" y="457708"/>
                  </a:lnTo>
                  <a:lnTo>
                    <a:pt x="97124" y="444812"/>
                  </a:lnTo>
                  <a:lnTo>
                    <a:pt x="71364" y="416722"/>
                  </a:lnTo>
                  <a:close/>
                </a:path>
                <a:path w="551814" h="508000" extrusionOk="0">
                  <a:moveTo>
                    <a:pt x="97124" y="444812"/>
                  </a:moveTo>
                  <a:lnTo>
                    <a:pt x="83057" y="457708"/>
                  </a:lnTo>
                  <a:lnTo>
                    <a:pt x="108949" y="457708"/>
                  </a:lnTo>
                  <a:lnTo>
                    <a:pt x="97124" y="444812"/>
                  </a:lnTo>
                  <a:close/>
                </a:path>
                <a:path w="551814" h="508000" extrusionOk="0">
                  <a:moveTo>
                    <a:pt x="525779" y="0"/>
                  </a:moveTo>
                  <a:lnTo>
                    <a:pt x="71364" y="416722"/>
                  </a:lnTo>
                  <a:lnTo>
                    <a:pt x="97124" y="444812"/>
                  </a:lnTo>
                  <a:lnTo>
                    <a:pt x="551561" y="28193"/>
                  </a:lnTo>
                  <a:lnTo>
                    <a:pt x="525779" y="0"/>
                  </a:lnTo>
                  <a:close/>
                </a:path>
              </a:pathLst>
            </a:custGeom>
            <a:solidFill>
              <a:srgbClr val="F7954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sp>
          <p:nvSpPr>
            <p:cNvPr id="274" name="Google Shape;274;p14"/>
            <p:cNvSpPr/>
            <p:nvPr/>
          </p:nvSpPr>
          <p:spPr>
            <a:xfrm>
              <a:off x="3064764" y="3098292"/>
              <a:ext cx="723900" cy="633984"/>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sp>
          <p:nvSpPr>
            <p:cNvPr id="275" name="Google Shape;275;p14"/>
            <p:cNvSpPr/>
            <p:nvPr/>
          </p:nvSpPr>
          <p:spPr>
            <a:xfrm>
              <a:off x="3222498" y="3233166"/>
              <a:ext cx="523875" cy="433705"/>
            </a:xfrm>
            <a:custGeom>
              <a:avLst/>
              <a:gdLst/>
              <a:ahLst/>
              <a:cxnLst/>
              <a:rect l="l" t="t" r="r" b="b"/>
              <a:pathLst>
                <a:path w="523875" h="433704" extrusionOk="0">
                  <a:moveTo>
                    <a:pt x="100540" y="57711"/>
                  </a:moveTo>
                  <a:lnTo>
                    <a:pt x="76459" y="87115"/>
                  </a:lnTo>
                  <a:lnTo>
                    <a:pt x="499744" y="433451"/>
                  </a:lnTo>
                  <a:lnTo>
                    <a:pt x="523875" y="403987"/>
                  </a:lnTo>
                  <a:lnTo>
                    <a:pt x="100540" y="57711"/>
                  </a:lnTo>
                  <a:close/>
                </a:path>
                <a:path w="523875" h="433704" extrusionOk="0">
                  <a:moveTo>
                    <a:pt x="0" y="0"/>
                  </a:moveTo>
                  <a:lnTo>
                    <a:pt x="52324" y="116586"/>
                  </a:lnTo>
                  <a:lnTo>
                    <a:pt x="76459" y="87115"/>
                  </a:lnTo>
                  <a:lnTo>
                    <a:pt x="61722" y="75057"/>
                  </a:lnTo>
                  <a:lnTo>
                    <a:pt x="85725" y="45593"/>
                  </a:lnTo>
                  <a:lnTo>
                    <a:pt x="110464" y="45593"/>
                  </a:lnTo>
                  <a:lnTo>
                    <a:pt x="124713" y="28194"/>
                  </a:lnTo>
                  <a:lnTo>
                    <a:pt x="0" y="0"/>
                  </a:lnTo>
                  <a:close/>
                </a:path>
                <a:path w="523875" h="433704" extrusionOk="0">
                  <a:moveTo>
                    <a:pt x="85725" y="45593"/>
                  </a:moveTo>
                  <a:lnTo>
                    <a:pt x="61722" y="75057"/>
                  </a:lnTo>
                  <a:lnTo>
                    <a:pt x="76459" y="87115"/>
                  </a:lnTo>
                  <a:lnTo>
                    <a:pt x="100540" y="57711"/>
                  </a:lnTo>
                  <a:lnTo>
                    <a:pt x="85725" y="45593"/>
                  </a:lnTo>
                  <a:close/>
                </a:path>
                <a:path w="523875" h="433704" extrusionOk="0">
                  <a:moveTo>
                    <a:pt x="110464" y="45593"/>
                  </a:moveTo>
                  <a:lnTo>
                    <a:pt x="85725" y="45593"/>
                  </a:lnTo>
                  <a:lnTo>
                    <a:pt x="100540" y="57711"/>
                  </a:lnTo>
                  <a:lnTo>
                    <a:pt x="110464" y="45593"/>
                  </a:lnTo>
                  <a:close/>
                </a:path>
              </a:pathLst>
            </a:custGeom>
            <a:solidFill>
              <a:srgbClr val="F7954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sp>
          <p:nvSpPr>
            <p:cNvPr id="276" name="Google Shape;276;p14"/>
            <p:cNvSpPr/>
            <p:nvPr/>
          </p:nvSpPr>
          <p:spPr>
            <a:xfrm>
              <a:off x="4325112" y="2799588"/>
              <a:ext cx="315467" cy="854963"/>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sp>
          <p:nvSpPr>
            <p:cNvPr id="277" name="Google Shape;277;p14"/>
            <p:cNvSpPr/>
            <p:nvPr/>
          </p:nvSpPr>
          <p:spPr>
            <a:xfrm>
              <a:off x="4428109" y="2934462"/>
              <a:ext cx="114300" cy="655320"/>
            </a:xfrm>
            <a:custGeom>
              <a:avLst/>
              <a:gdLst/>
              <a:ahLst/>
              <a:cxnLst/>
              <a:rect l="l" t="t" r="r" b="b"/>
              <a:pathLst>
                <a:path w="114300" h="655320" extrusionOk="0">
                  <a:moveTo>
                    <a:pt x="76219" y="113833"/>
                  </a:moveTo>
                  <a:lnTo>
                    <a:pt x="38120" y="114638"/>
                  </a:lnTo>
                  <a:lnTo>
                    <a:pt x="49529" y="654938"/>
                  </a:lnTo>
                  <a:lnTo>
                    <a:pt x="87629" y="654176"/>
                  </a:lnTo>
                  <a:lnTo>
                    <a:pt x="76219" y="113833"/>
                  </a:lnTo>
                  <a:close/>
                </a:path>
                <a:path w="114300" h="655320" extrusionOk="0">
                  <a:moveTo>
                    <a:pt x="54737" y="0"/>
                  </a:moveTo>
                  <a:lnTo>
                    <a:pt x="0" y="115442"/>
                  </a:lnTo>
                  <a:lnTo>
                    <a:pt x="38120" y="114638"/>
                  </a:lnTo>
                  <a:lnTo>
                    <a:pt x="37718" y="95630"/>
                  </a:lnTo>
                  <a:lnTo>
                    <a:pt x="75818" y="94868"/>
                  </a:lnTo>
                  <a:lnTo>
                    <a:pt x="104729" y="94868"/>
                  </a:lnTo>
                  <a:lnTo>
                    <a:pt x="54737" y="0"/>
                  </a:lnTo>
                  <a:close/>
                </a:path>
                <a:path w="114300" h="655320" extrusionOk="0">
                  <a:moveTo>
                    <a:pt x="75818" y="94868"/>
                  </a:moveTo>
                  <a:lnTo>
                    <a:pt x="37718" y="95630"/>
                  </a:lnTo>
                  <a:lnTo>
                    <a:pt x="38120" y="114638"/>
                  </a:lnTo>
                  <a:lnTo>
                    <a:pt x="76219" y="113833"/>
                  </a:lnTo>
                  <a:lnTo>
                    <a:pt x="75818" y="94868"/>
                  </a:lnTo>
                  <a:close/>
                </a:path>
                <a:path w="114300" h="655320" extrusionOk="0">
                  <a:moveTo>
                    <a:pt x="104729" y="94868"/>
                  </a:moveTo>
                  <a:lnTo>
                    <a:pt x="75818" y="94868"/>
                  </a:lnTo>
                  <a:lnTo>
                    <a:pt x="76219" y="113833"/>
                  </a:lnTo>
                  <a:lnTo>
                    <a:pt x="114300" y="113029"/>
                  </a:lnTo>
                  <a:lnTo>
                    <a:pt x="104729" y="94868"/>
                  </a:lnTo>
                  <a:close/>
                </a:path>
              </a:pathLst>
            </a:custGeom>
            <a:solidFill>
              <a:srgbClr val="F7954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sp>
          <p:nvSpPr>
            <p:cNvPr id="278" name="Google Shape;278;p14"/>
            <p:cNvSpPr/>
            <p:nvPr/>
          </p:nvSpPr>
          <p:spPr>
            <a:xfrm>
              <a:off x="5370576" y="3160776"/>
              <a:ext cx="719327" cy="592836"/>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sp>
          <p:nvSpPr>
            <p:cNvPr id="279" name="Google Shape;279;p14"/>
            <p:cNvSpPr/>
            <p:nvPr/>
          </p:nvSpPr>
          <p:spPr>
            <a:xfrm>
              <a:off x="5413375" y="3295650"/>
              <a:ext cx="518795" cy="391795"/>
            </a:xfrm>
            <a:custGeom>
              <a:avLst/>
              <a:gdLst/>
              <a:ahLst/>
              <a:cxnLst/>
              <a:rect l="l" t="t" r="r" b="b"/>
              <a:pathLst>
                <a:path w="518795" h="391795" extrusionOk="0">
                  <a:moveTo>
                    <a:pt x="415333" y="52776"/>
                  </a:moveTo>
                  <a:lnTo>
                    <a:pt x="0" y="361061"/>
                  </a:lnTo>
                  <a:lnTo>
                    <a:pt x="22605" y="391541"/>
                  </a:lnTo>
                  <a:lnTo>
                    <a:pt x="438035" y="83398"/>
                  </a:lnTo>
                  <a:lnTo>
                    <a:pt x="415333" y="52776"/>
                  </a:lnTo>
                  <a:close/>
                </a:path>
                <a:path w="518795" h="391795" extrusionOk="0">
                  <a:moveTo>
                    <a:pt x="497563" y="41401"/>
                  </a:moveTo>
                  <a:lnTo>
                    <a:pt x="430657" y="41401"/>
                  </a:lnTo>
                  <a:lnTo>
                    <a:pt x="453389" y="72009"/>
                  </a:lnTo>
                  <a:lnTo>
                    <a:pt x="438035" y="83398"/>
                  </a:lnTo>
                  <a:lnTo>
                    <a:pt x="460755" y="114046"/>
                  </a:lnTo>
                  <a:lnTo>
                    <a:pt x="497563" y="41401"/>
                  </a:lnTo>
                  <a:close/>
                </a:path>
                <a:path w="518795" h="391795" extrusionOk="0">
                  <a:moveTo>
                    <a:pt x="430657" y="41401"/>
                  </a:moveTo>
                  <a:lnTo>
                    <a:pt x="415333" y="52776"/>
                  </a:lnTo>
                  <a:lnTo>
                    <a:pt x="438035" y="83398"/>
                  </a:lnTo>
                  <a:lnTo>
                    <a:pt x="453389" y="72009"/>
                  </a:lnTo>
                  <a:lnTo>
                    <a:pt x="430657" y="41401"/>
                  </a:lnTo>
                  <a:close/>
                </a:path>
                <a:path w="518795" h="391795" extrusionOk="0">
                  <a:moveTo>
                    <a:pt x="518540" y="0"/>
                  </a:moveTo>
                  <a:lnTo>
                    <a:pt x="392684" y="22225"/>
                  </a:lnTo>
                  <a:lnTo>
                    <a:pt x="415333" y="52776"/>
                  </a:lnTo>
                  <a:lnTo>
                    <a:pt x="430657" y="41401"/>
                  </a:lnTo>
                  <a:lnTo>
                    <a:pt x="497563" y="41401"/>
                  </a:lnTo>
                  <a:lnTo>
                    <a:pt x="518540" y="0"/>
                  </a:lnTo>
                  <a:close/>
                </a:path>
              </a:pathLst>
            </a:custGeom>
            <a:solidFill>
              <a:srgbClr val="F7954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sp>
          <p:nvSpPr>
            <p:cNvPr id="280" name="Google Shape;280;p14"/>
            <p:cNvSpPr/>
            <p:nvPr/>
          </p:nvSpPr>
          <p:spPr>
            <a:xfrm>
              <a:off x="5324856" y="4322063"/>
              <a:ext cx="701039" cy="621792"/>
            </a:xfrm>
            <a:prstGeom prst="rect">
              <a:avLst/>
            </a:prstGeom>
            <a:blipFill rotWithShape="1">
              <a:blip r:embed="rId8">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sp>
          <p:nvSpPr>
            <p:cNvPr id="281" name="Google Shape;281;p14"/>
            <p:cNvSpPr/>
            <p:nvPr/>
          </p:nvSpPr>
          <p:spPr>
            <a:xfrm>
              <a:off x="5366766" y="4341749"/>
              <a:ext cx="502284" cy="421005"/>
            </a:xfrm>
            <a:custGeom>
              <a:avLst/>
              <a:gdLst/>
              <a:ahLst/>
              <a:cxnLst/>
              <a:rect l="l" t="t" r="r" b="b"/>
              <a:pathLst>
                <a:path w="502285" h="421004" extrusionOk="0">
                  <a:moveTo>
                    <a:pt x="401763" y="362603"/>
                  </a:moveTo>
                  <a:lnTo>
                    <a:pt x="377444" y="391921"/>
                  </a:lnTo>
                  <a:lnTo>
                    <a:pt x="501776" y="421005"/>
                  </a:lnTo>
                  <a:lnTo>
                    <a:pt x="481448" y="374776"/>
                  </a:lnTo>
                  <a:lnTo>
                    <a:pt x="416433" y="374776"/>
                  </a:lnTo>
                  <a:lnTo>
                    <a:pt x="401763" y="362603"/>
                  </a:lnTo>
                  <a:close/>
                </a:path>
                <a:path w="502285" h="421004" extrusionOk="0">
                  <a:moveTo>
                    <a:pt x="426065" y="333305"/>
                  </a:moveTo>
                  <a:lnTo>
                    <a:pt x="401763" y="362603"/>
                  </a:lnTo>
                  <a:lnTo>
                    <a:pt x="416433" y="374776"/>
                  </a:lnTo>
                  <a:lnTo>
                    <a:pt x="440689" y="345439"/>
                  </a:lnTo>
                  <a:lnTo>
                    <a:pt x="426065" y="333305"/>
                  </a:lnTo>
                  <a:close/>
                </a:path>
                <a:path w="502285" h="421004" extrusionOk="0">
                  <a:moveTo>
                    <a:pt x="450342" y="304038"/>
                  </a:moveTo>
                  <a:lnTo>
                    <a:pt x="426065" y="333305"/>
                  </a:lnTo>
                  <a:lnTo>
                    <a:pt x="440689" y="345439"/>
                  </a:lnTo>
                  <a:lnTo>
                    <a:pt x="416433" y="374776"/>
                  </a:lnTo>
                  <a:lnTo>
                    <a:pt x="481448" y="374776"/>
                  </a:lnTo>
                  <a:lnTo>
                    <a:pt x="450342" y="304038"/>
                  </a:lnTo>
                  <a:close/>
                </a:path>
                <a:path w="502285" h="421004" extrusionOk="0">
                  <a:moveTo>
                    <a:pt x="24384" y="0"/>
                  </a:moveTo>
                  <a:lnTo>
                    <a:pt x="0" y="29209"/>
                  </a:lnTo>
                  <a:lnTo>
                    <a:pt x="401763" y="362603"/>
                  </a:lnTo>
                  <a:lnTo>
                    <a:pt x="426065" y="333305"/>
                  </a:lnTo>
                  <a:lnTo>
                    <a:pt x="24384" y="0"/>
                  </a:lnTo>
                  <a:close/>
                </a:path>
              </a:pathLst>
            </a:custGeom>
            <a:solidFill>
              <a:srgbClr val="F7954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grpSp>
      <p:sp>
        <p:nvSpPr>
          <p:cNvPr id="282" name="Google Shape;282;p14"/>
          <p:cNvSpPr txBox="1"/>
          <p:nvPr/>
        </p:nvSpPr>
        <p:spPr>
          <a:xfrm>
            <a:off x="6899909" y="3620261"/>
            <a:ext cx="1635760" cy="656590"/>
          </a:xfrm>
          <a:prstGeom prst="rect">
            <a:avLst/>
          </a:prstGeom>
          <a:noFill/>
          <a:ln>
            <a:noFill/>
          </a:ln>
        </p:spPr>
        <p:txBody>
          <a:bodyPr spcFirstLastPara="1" wrap="square" lIns="0" tIns="40625" rIns="0" bIns="0" anchor="t" anchorCtr="0">
            <a:spAutoFit/>
          </a:bodyPr>
          <a:lstStyle/>
          <a:p>
            <a:pPr marL="457200" marR="0" lvl="0" indent="0" algn="l" rtl="0">
              <a:lnSpc>
                <a:spcPct val="100000"/>
              </a:lnSpc>
              <a:spcBef>
                <a:spcPts val="0"/>
              </a:spcBef>
              <a:spcAft>
                <a:spcPts val="0"/>
              </a:spcAft>
              <a:buNone/>
            </a:pPr>
            <a:r>
              <a:rPr lang="en-US" sz="2000">
                <a:solidFill>
                  <a:schemeClr val="dk1"/>
                </a:solidFill>
                <a:latin typeface="Carlito"/>
                <a:ea typeface="Carlito"/>
                <a:cs typeface="Carlito"/>
                <a:sym typeface="Carlito"/>
              </a:rPr>
              <a:t>Role of</a:t>
            </a:r>
            <a:endParaRPr sz="2000">
              <a:solidFill>
                <a:schemeClr val="dk1"/>
              </a:solidFill>
              <a:latin typeface="Carlito"/>
              <a:ea typeface="Carlito"/>
              <a:cs typeface="Carlito"/>
              <a:sym typeface="Carlito"/>
            </a:endParaRPr>
          </a:p>
          <a:p>
            <a:pPr marL="332105" marR="0" lvl="0" indent="0" algn="l" rtl="0">
              <a:lnSpc>
                <a:spcPct val="100000"/>
              </a:lnSpc>
              <a:spcBef>
                <a:spcPts val="0"/>
              </a:spcBef>
              <a:spcAft>
                <a:spcPts val="0"/>
              </a:spcAft>
              <a:buNone/>
            </a:pPr>
            <a:r>
              <a:rPr lang="en-US" sz="2000">
                <a:solidFill>
                  <a:schemeClr val="dk1"/>
                </a:solidFill>
                <a:latin typeface="Carlito"/>
                <a:ea typeface="Carlito"/>
                <a:cs typeface="Carlito"/>
                <a:sym typeface="Carlito"/>
              </a:rPr>
              <a:t>chairman</a:t>
            </a:r>
            <a:endParaRPr/>
          </a:p>
        </p:txBody>
      </p:sp>
      <p:grpSp>
        <p:nvGrpSpPr>
          <p:cNvPr id="283" name="Google Shape;283;p14"/>
          <p:cNvGrpSpPr/>
          <p:nvPr/>
        </p:nvGrpSpPr>
        <p:grpSpPr>
          <a:xfrm>
            <a:off x="6934961" y="1829561"/>
            <a:ext cx="1635760" cy="723900"/>
            <a:chOff x="6934961" y="1829561"/>
            <a:chExt cx="1635760" cy="723900"/>
          </a:xfrm>
        </p:grpSpPr>
        <p:sp>
          <p:nvSpPr>
            <p:cNvPr id="284" name="Google Shape;284;p14"/>
            <p:cNvSpPr/>
            <p:nvPr/>
          </p:nvSpPr>
          <p:spPr>
            <a:xfrm>
              <a:off x="6934961" y="1829561"/>
              <a:ext cx="1635760" cy="723900"/>
            </a:xfrm>
            <a:custGeom>
              <a:avLst/>
              <a:gdLst/>
              <a:ahLst/>
              <a:cxnLst/>
              <a:rect l="l" t="t" r="r" b="b"/>
              <a:pathLst>
                <a:path w="1635759" h="723900" extrusionOk="0">
                  <a:moveTo>
                    <a:pt x="1635252" y="0"/>
                  </a:moveTo>
                  <a:lnTo>
                    <a:pt x="0" y="0"/>
                  </a:lnTo>
                  <a:lnTo>
                    <a:pt x="0" y="723900"/>
                  </a:lnTo>
                  <a:lnTo>
                    <a:pt x="1635252" y="723900"/>
                  </a:lnTo>
                  <a:lnTo>
                    <a:pt x="163525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sp>
          <p:nvSpPr>
            <p:cNvPr id="285" name="Google Shape;285;p14"/>
            <p:cNvSpPr/>
            <p:nvPr/>
          </p:nvSpPr>
          <p:spPr>
            <a:xfrm>
              <a:off x="6934961" y="1829561"/>
              <a:ext cx="1635760" cy="723900"/>
            </a:xfrm>
            <a:custGeom>
              <a:avLst/>
              <a:gdLst/>
              <a:ahLst/>
              <a:cxnLst/>
              <a:rect l="l" t="t" r="r" b="b"/>
              <a:pathLst>
                <a:path w="1635759" h="723900" extrusionOk="0">
                  <a:moveTo>
                    <a:pt x="0" y="723900"/>
                  </a:moveTo>
                  <a:lnTo>
                    <a:pt x="1635252" y="723900"/>
                  </a:lnTo>
                  <a:lnTo>
                    <a:pt x="1635252" y="0"/>
                  </a:lnTo>
                  <a:lnTo>
                    <a:pt x="0" y="0"/>
                  </a:lnTo>
                  <a:lnTo>
                    <a:pt x="0" y="723900"/>
                  </a:lnTo>
                  <a:close/>
                </a:path>
              </a:pathLst>
            </a:custGeom>
            <a:noFill/>
            <a:ln w="259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grpSp>
      <p:sp>
        <p:nvSpPr>
          <p:cNvPr id="286" name="Google Shape;286;p14"/>
          <p:cNvSpPr txBox="1"/>
          <p:nvPr/>
        </p:nvSpPr>
        <p:spPr>
          <a:xfrm>
            <a:off x="6934960" y="1829562"/>
            <a:ext cx="1904239" cy="656590"/>
          </a:xfrm>
          <a:prstGeom prst="rect">
            <a:avLst/>
          </a:prstGeom>
          <a:noFill/>
          <a:ln>
            <a:noFill/>
          </a:ln>
        </p:spPr>
        <p:txBody>
          <a:bodyPr spcFirstLastPara="1" wrap="square" lIns="0" tIns="40625" rIns="0" bIns="0" anchor="t" anchorCtr="0">
            <a:spAutoFit/>
          </a:bodyPr>
          <a:lstStyle/>
          <a:p>
            <a:pPr marL="125729" marR="118745" lvl="0" indent="85090" algn="l" rtl="0">
              <a:lnSpc>
                <a:spcPct val="100000"/>
              </a:lnSpc>
              <a:spcBef>
                <a:spcPts val="0"/>
              </a:spcBef>
              <a:spcAft>
                <a:spcPts val="0"/>
              </a:spcAft>
              <a:buNone/>
            </a:pPr>
            <a:r>
              <a:rPr lang="en-US" sz="2000">
                <a:solidFill>
                  <a:schemeClr val="dk1"/>
                </a:solidFill>
                <a:latin typeface="Carlito"/>
                <a:ea typeface="Carlito"/>
                <a:cs typeface="Carlito"/>
                <a:sym typeface="Carlito"/>
              </a:rPr>
              <a:t>Preparation  for a meeting</a:t>
            </a:r>
            <a:endParaRPr sz="2000">
              <a:solidFill>
                <a:schemeClr val="dk1"/>
              </a:solidFill>
              <a:latin typeface="Carlito"/>
              <a:ea typeface="Carlito"/>
              <a:cs typeface="Carlito"/>
              <a:sym typeface="Carlito"/>
            </a:endParaRPr>
          </a:p>
        </p:txBody>
      </p:sp>
      <p:grpSp>
        <p:nvGrpSpPr>
          <p:cNvPr id="287" name="Google Shape;287;p14"/>
          <p:cNvGrpSpPr/>
          <p:nvPr/>
        </p:nvGrpSpPr>
        <p:grpSpPr>
          <a:xfrm>
            <a:off x="3505962" y="1829561"/>
            <a:ext cx="1979930" cy="723900"/>
            <a:chOff x="3505962" y="1829561"/>
            <a:chExt cx="1979930" cy="723900"/>
          </a:xfrm>
        </p:grpSpPr>
        <p:sp>
          <p:nvSpPr>
            <p:cNvPr id="288" name="Google Shape;288;p14"/>
            <p:cNvSpPr/>
            <p:nvPr/>
          </p:nvSpPr>
          <p:spPr>
            <a:xfrm>
              <a:off x="3505962" y="1829561"/>
              <a:ext cx="1979930" cy="723900"/>
            </a:xfrm>
            <a:custGeom>
              <a:avLst/>
              <a:gdLst/>
              <a:ahLst/>
              <a:cxnLst/>
              <a:rect l="l" t="t" r="r" b="b"/>
              <a:pathLst>
                <a:path w="1979929" h="723900" extrusionOk="0">
                  <a:moveTo>
                    <a:pt x="1979676" y="0"/>
                  </a:moveTo>
                  <a:lnTo>
                    <a:pt x="0" y="0"/>
                  </a:lnTo>
                  <a:lnTo>
                    <a:pt x="0" y="723900"/>
                  </a:lnTo>
                  <a:lnTo>
                    <a:pt x="1979676" y="723900"/>
                  </a:lnTo>
                  <a:lnTo>
                    <a:pt x="1979676"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stria"/>
                <a:ea typeface="Lustria"/>
                <a:cs typeface="Lustria"/>
                <a:sym typeface="Lustria"/>
              </a:endParaRPr>
            </a:p>
          </p:txBody>
        </p:sp>
        <p:sp>
          <p:nvSpPr>
            <p:cNvPr id="289" name="Google Shape;289;p14"/>
            <p:cNvSpPr/>
            <p:nvPr/>
          </p:nvSpPr>
          <p:spPr>
            <a:xfrm>
              <a:off x="3505962" y="1829561"/>
              <a:ext cx="1979930" cy="723900"/>
            </a:xfrm>
            <a:custGeom>
              <a:avLst/>
              <a:gdLst/>
              <a:ahLst/>
              <a:cxnLst/>
              <a:rect l="l" t="t" r="r" b="b"/>
              <a:pathLst>
                <a:path w="1979929" h="723900" extrusionOk="0">
                  <a:moveTo>
                    <a:pt x="0" y="723900"/>
                  </a:moveTo>
                  <a:lnTo>
                    <a:pt x="1979676" y="723900"/>
                  </a:lnTo>
                  <a:lnTo>
                    <a:pt x="1979676" y="0"/>
                  </a:lnTo>
                  <a:lnTo>
                    <a:pt x="0" y="0"/>
                  </a:lnTo>
                  <a:lnTo>
                    <a:pt x="0" y="723900"/>
                  </a:lnTo>
                  <a:close/>
                </a:path>
              </a:pathLst>
            </a:custGeom>
            <a:noFill/>
            <a:ln w="259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stria"/>
                <a:ea typeface="Lustria"/>
                <a:cs typeface="Lustria"/>
                <a:sym typeface="Lustria"/>
              </a:endParaRPr>
            </a:p>
          </p:txBody>
        </p:sp>
      </p:grpSp>
      <p:sp>
        <p:nvSpPr>
          <p:cNvPr id="290" name="Google Shape;290;p14"/>
          <p:cNvSpPr txBox="1"/>
          <p:nvPr/>
        </p:nvSpPr>
        <p:spPr>
          <a:xfrm>
            <a:off x="3505961" y="1829561"/>
            <a:ext cx="1979930" cy="502702"/>
          </a:xfrm>
          <a:prstGeom prst="rect">
            <a:avLst/>
          </a:prstGeom>
          <a:noFill/>
          <a:ln>
            <a:noFill/>
          </a:ln>
        </p:spPr>
        <p:txBody>
          <a:bodyPr spcFirstLastPara="1" wrap="square" lIns="0" tIns="193025" rIns="0" bIns="0" anchor="t" anchorCtr="0">
            <a:spAutoFit/>
          </a:bodyPr>
          <a:lstStyle/>
          <a:p>
            <a:pPr marL="204470" marR="0" lvl="0" indent="0" algn="l" rtl="0">
              <a:lnSpc>
                <a:spcPct val="100000"/>
              </a:lnSpc>
              <a:spcBef>
                <a:spcPts val="0"/>
              </a:spcBef>
              <a:spcAft>
                <a:spcPts val="0"/>
              </a:spcAft>
              <a:buNone/>
            </a:pPr>
            <a:r>
              <a:rPr lang="en-US" sz="2000">
                <a:solidFill>
                  <a:schemeClr val="dk1"/>
                </a:solidFill>
                <a:latin typeface="Carlito"/>
                <a:ea typeface="Carlito"/>
                <a:cs typeface="Carlito"/>
                <a:sym typeface="Carlito"/>
              </a:rPr>
              <a:t>Clear Objective</a:t>
            </a:r>
            <a:endParaRPr sz="2000">
              <a:solidFill>
                <a:schemeClr val="dk1"/>
              </a:solidFill>
              <a:latin typeface="Carlito"/>
              <a:ea typeface="Carlito"/>
              <a:cs typeface="Carlito"/>
              <a:sym typeface="Carlito"/>
            </a:endParaRPr>
          </a:p>
        </p:txBody>
      </p:sp>
      <p:grpSp>
        <p:nvGrpSpPr>
          <p:cNvPr id="291" name="Google Shape;291;p14"/>
          <p:cNvGrpSpPr/>
          <p:nvPr/>
        </p:nvGrpSpPr>
        <p:grpSpPr>
          <a:xfrm>
            <a:off x="3505962" y="5449062"/>
            <a:ext cx="1979930" cy="723900"/>
            <a:chOff x="3505962" y="5449062"/>
            <a:chExt cx="1979930" cy="723900"/>
          </a:xfrm>
        </p:grpSpPr>
        <p:sp>
          <p:nvSpPr>
            <p:cNvPr id="292" name="Google Shape;292;p14"/>
            <p:cNvSpPr/>
            <p:nvPr/>
          </p:nvSpPr>
          <p:spPr>
            <a:xfrm>
              <a:off x="3505962" y="5449062"/>
              <a:ext cx="1979930" cy="723900"/>
            </a:xfrm>
            <a:custGeom>
              <a:avLst/>
              <a:gdLst/>
              <a:ahLst/>
              <a:cxnLst/>
              <a:rect l="l" t="t" r="r" b="b"/>
              <a:pathLst>
                <a:path w="1979929" h="723900" extrusionOk="0">
                  <a:moveTo>
                    <a:pt x="1979676" y="0"/>
                  </a:moveTo>
                  <a:lnTo>
                    <a:pt x="0" y="0"/>
                  </a:lnTo>
                  <a:lnTo>
                    <a:pt x="0" y="723900"/>
                  </a:lnTo>
                  <a:lnTo>
                    <a:pt x="1979676" y="723900"/>
                  </a:lnTo>
                  <a:lnTo>
                    <a:pt x="1979676"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sp>
          <p:nvSpPr>
            <p:cNvPr id="293" name="Google Shape;293;p14"/>
            <p:cNvSpPr/>
            <p:nvPr/>
          </p:nvSpPr>
          <p:spPr>
            <a:xfrm>
              <a:off x="3505962" y="5449062"/>
              <a:ext cx="1979930" cy="723900"/>
            </a:xfrm>
            <a:custGeom>
              <a:avLst/>
              <a:gdLst/>
              <a:ahLst/>
              <a:cxnLst/>
              <a:rect l="l" t="t" r="r" b="b"/>
              <a:pathLst>
                <a:path w="1979929" h="723900" extrusionOk="0">
                  <a:moveTo>
                    <a:pt x="0" y="723900"/>
                  </a:moveTo>
                  <a:lnTo>
                    <a:pt x="1979676" y="723900"/>
                  </a:lnTo>
                  <a:lnTo>
                    <a:pt x="1979676" y="0"/>
                  </a:lnTo>
                  <a:lnTo>
                    <a:pt x="0" y="0"/>
                  </a:lnTo>
                  <a:lnTo>
                    <a:pt x="0" y="723900"/>
                  </a:lnTo>
                  <a:close/>
                </a:path>
              </a:pathLst>
            </a:custGeom>
            <a:noFill/>
            <a:ln w="259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grpSp>
      <p:sp>
        <p:nvSpPr>
          <p:cNvPr id="294" name="Google Shape;294;p14"/>
          <p:cNvSpPr txBox="1"/>
          <p:nvPr/>
        </p:nvSpPr>
        <p:spPr>
          <a:xfrm>
            <a:off x="3505961" y="5449061"/>
            <a:ext cx="1979930" cy="656590"/>
          </a:xfrm>
          <a:prstGeom prst="rect">
            <a:avLst/>
          </a:prstGeom>
          <a:noFill/>
          <a:ln>
            <a:noFill/>
          </a:ln>
        </p:spPr>
        <p:txBody>
          <a:bodyPr spcFirstLastPara="1" wrap="square" lIns="0" tIns="40625" rIns="0" bIns="0" anchor="t" anchorCtr="0">
            <a:spAutoFit/>
          </a:bodyPr>
          <a:lstStyle/>
          <a:p>
            <a:pPr marL="0" marR="0" lvl="0" indent="0" algn="ctr" rtl="0">
              <a:lnSpc>
                <a:spcPct val="100000"/>
              </a:lnSpc>
              <a:spcBef>
                <a:spcPts val="0"/>
              </a:spcBef>
              <a:spcAft>
                <a:spcPts val="0"/>
              </a:spcAft>
              <a:buNone/>
            </a:pPr>
            <a:r>
              <a:rPr lang="en-US" sz="2000">
                <a:solidFill>
                  <a:schemeClr val="dk1"/>
                </a:solidFill>
                <a:latin typeface="Carlito"/>
                <a:ea typeface="Carlito"/>
                <a:cs typeface="Carlito"/>
                <a:sym typeface="Carlito"/>
              </a:rPr>
              <a:t>Role of</a:t>
            </a:r>
            <a:endParaRPr sz="2000">
              <a:solidFill>
                <a:schemeClr val="dk1"/>
              </a:solidFill>
              <a:latin typeface="Carlito"/>
              <a:ea typeface="Carlito"/>
              <a:cs typeface="Carlito"/>
              <a:sym typeface="Carlito"/>
            </a:endParaRPr>
          </a:p>
          <a:p>
            <a:pPr marL="0" marR="0" lvl="0" indent="0" algn="ctr" rtl="0">
              <a:lnSpc>
                <a:spcPct val="100000"/>
              </a:lnSpc>
              <a:spcBef>
                <a:spcPts val="5"/>
              </a:spcBef>
              <a:spcAft>
                <a:spcPts val="0"/>
              </a:spcAft>
              <a:buNone/>
            </a:pPr>
            <a:r>
              <a:rPr lang="en-US" sz="2000">
                <a:solidFill>
                  <a:schemeClr val="dk1"/>
                </a:solidFill>
                <a:latin typeface="Carlito"/>
                <a:ea typeface="Carlito"/>
                <a:cs typeface="Carlito"/>
                <a:sym typeface="Carlito"/>
              </a:rPr>
              <a:t>committee</a:t>
            </a:r>
            <a:endParaRPr sz="2000">
              <a:solidFill>
                <a:schemeClr val="dk1"/>
              </a:solidFill>
              <a:latin typeface="Carlito"/>
              <a:ea typeface="Carlito"/>
              <a:cs typeface="Carlito"/>
              <a:sym typeface="Carlito"/>
            </a:endParaRPr>
          </a:p>
        </p:txBody>
      </p:sp>
      <p:grpSp>
        <p:nvGrpSpPr>
          <p:cNvPr id="295" name="Google Shape;295;p14"/>
          <p:cNvGrpSpPr/>
          <p:nvPr/>
        </p:nvGrpSpPr>
        <p:grpSpPr>
          <a:xfrm>
            <a:off x="611885" y="1829561"/>
            <a:ext cx="1598930" cy="723900"/>
            <a:chOff x="611885" y="1829561"/>
            <a:chExt cx="1598930" cy="723900"/>
          </a:xfrm>
        </p:grpSpPr>
        <p:sp>
          <p:nvSpPr>
            <p:cNvPr id="296" name="Google Shape;296;p14"/>
            <p:cNvSpPr/>
            <p:nvPr/>
          </p:nvSpPr>
          <p:spPr>
            <a:xfrm>
              <a:off x="611885" y="1829561"/>
              <a:ext cx="1598930" cy="723900"/>
            </a:xfrm>
            <a:custGeom>
              <a:avLst/>
              <a:gdLst/>
              <a:ahLst/>
              <a:cxnLst/>
              <a:rect l="l" t="t" r="r" b="b"/>
              <a:pathLst>
                <a:path w="1598930" h="723900" extrusionOk="0">
                  <a:moveTo>
                    <a:pt x="1598676" y="0"/>
                  </a:moveTo>
                  <a:lnTo>
                    <a:pt x="0" y="0"/>
                  </a:lnTo>
                  <a:lnTo>
                    <a:pt x="0" y="723900"/>
                  </a:lnTo>
                  <a:lnTo>
                    <a:pt x="1598676" y="723900"/>
                  </a:lnTo>
                  <a:lnTo>
                    <a:pt x="1598676"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sp>
          <p:nvSpPr>
            <p:cNvPr id="297" name="Google Shape;297;p14"/>
            <p:cNvSpPr/>
            <p:nvPr/>
          </p:nvSpPr>
          <p:spPr>
            <a:xfrm>
              <a:off x="611885" y="1829561"/>
              <a:ext cx="1598930" cy="723900"/>
            </a:xfrm>
            <a:custGeom>
              <a:avLst/>
              <a:gdLst/>
              <a:ahLst/>
              <a:cxnLst/>
              <a:rect l="l" t="t" r="r" b="b"/>
              <a:pathLst>
                <a:path w="1598930" h="723900" extrusionOk="0">
                  <a:moveTo>
                    <a:pt x="0" y="723900"/>
                  </a:moveTo>
                  <a:lnTo>
                    <a:pt x="1598676" y="723900"/>
                  </a:lnTo>
                  <a:lnTo>
                    <a:pt x="1598676" y="0"/>
                  </a:lnTo>
                  <a:lnTo>
                    <a:pt x="0" y="0"/>
                  </a:lnTo>
                  <a:lnTo>
                    <a:pt x="0" y="723900"/>
                  </a:lnTo>
                  <a:close/>
                </a:path>
              </a:pathLst>
            </a:custGeom>
            <a:noFill/>
            <a:ln w="259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grpSp>
      <p:sp>
        <p:nvSpPr>
          <p:cNvPr id="298" name="Google Shape;298;p14"/>
          <p:cNvSpPr txBox="1"/>
          <p:nvPr/>
        </p:nvSpPr>
        <p:spPr>
          <a:xfrm>
            <a:off x="611886" y="1829561"/>
            <a:ext cx="1827656" cy="656590"/>
          </a:xfrm>
          <a:prstGeom prst="rect">
            <a:avLst/>
          </a:prstGeom>
          <a:noFill/>
          <a:ln>
            <a:noFill/>
          </a:ln>
        </p:spPr>
        <p:txBody>
          <a:bodyPr spcFirstLastPara="1" wrap="square" lIns="0" tIns="40625" rIns="0" bIns="0" anchor="t" anchorCtr="0">
            <a:spAutoFit/>
          </a:bodyPr>
          <a:lstStyle/>
          <a:p>
            <a:pPr marL="237490" marR="228600" lvl="0" indent="25400" algn="l" rtl="0">
              <a:lnSpc>
                <a:spcPct val="100000"/>
              </a:lnSpc>
              <a:spcBef>
                <a:spcPts val="0"/>
              </a:spcBef>
              <a:spcAft>
                <a:spcPts val="0"/>
              </a:spcAft>
              <a:buNone/>
            </a:pPr>
            <a:r>
              <a:rPr lang="en-US" sz="2000">
                <a:solidFill>
                  <a:schemeClr val="dk1"/>
                </a:solidFill>
                <a:latin typeface="Carlito"/>
                <a:ea typeface="Carlito"/>
                <a:cs typeface="Carlito"/>
                <a:sym typeface="Carlito"/>
              </a:rPr>
              <a:t>Size of the  committee</a:t>
            </a:r>
            <a:endParaRPr/>
          </a:p>
        </p:txBody>
      </p:sp>
      <p:grpSp>
        <p:nvGrpSpPr>
          <p:cNvPr id="299" name="Google Shape;299;p14"/>
          <p:cNvGrpSpPr/>
          <p:nvPr/>
        </p:nvGrpSpPr>
        <p:grpSpPr>
          <a:xfrm>
            <a:off x="610362" y="2934461"/>
            <a:ext cx="1828800" cy="723900"/>
            <a:chOff x="610362" y="2934461"/>
            <a:chExt cx="1828800" cy="723900"/>
          </a:xfrm>
        </p:grpSpPr>
        <p:sp>
          <p:nvSpPr>
            <p:cNvPr id="300" name="Google Shape;300;p14"/>
            <p:cNvSpPr/>
            <p:nvPr/>
          </p:nvSpPr>
          <p:spPr>
            <a:xfrm>
              <a:off x="610362" y="2934461"/>
              <a:ext cx="1828800" cy="723900"/>
            </a:xfrm>
            <a:custGeom>
              <a:avLst/>
              <a:gdLst/>
              <a:ahLst/>
              <a:cxnLst/>
              <a:rect l="l" t="t" r="r" b="b"/>
              <a:pathLst>
                <a:path w="1828800" h="723900" extrusionOk="0">
                  <a:moveTo>
                    <a:pt x="1828800" y="0"/>
                  </a:moveTo>
                  <a:lnTo>
                    <a:pt x="0" y="0"/>
                  </a:lnTo>
                  <a:lnTo>
                    <a:pt x="0" y="723900"/>
                  </a:lnTo>
                  <a:lnTo>
                    <a:pt x="1828800" y="723900"/>
                  </a:lnTo>
                  <a:lnTo>
                    <a:pt x="1828800"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sp>
          <p:nvSpPr>
            <p:cNvPr id="301" name="Google Shape;301;p14"/>
            <p:cNvSpPr/>
            <p:nvPr/>
          </p:nvSpPr>
          <p:spPr>
            <a:xfrm>
              <a:off x="610362" y="2934461"/>
              <a:ext cx="1828800" cy="723900"/>
            </a:xfrm>
            <a:custGeom>
              <a:avLst/>
              <a:gdLst/>
              <a:ahLst/>
              <a:cxnLst/>
              <a:rect l="l" t="t" r="r" b="b"/>
              <a:pathLst>
                <a:path w="1828800" h="723900" extrusionOk="0">
                  <a:moveTo>
                    <a:pt x="0" y="723900"/>
                  </a:moveTo>
                  <a:lnTo>
                    <a:pt x="1828800" y="723900"/>
                  </a:lnTo>
                  <a:lnTo>
                    <a:pt x="1828800" y="0"/>
                  </a:lnTo>
                  <a:lnTo>
                    <a:pt x="0" y="0"/>
                  </a:lnTo>
                  <a:lnTo>
                    <a:pt x="0" y="723900"/>
                  </a:lnTo>
                  <a:close/>
                </a:path>
              </a:pathLst>
            </a:custGeom>
            <a:noFill/>
            <a:ln w="259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grpSp>
      <p:sp>
        <p:nvSpPr>
          <p:cNvPr id="302" name="Google Shape;302;p14"/>
          <p:cNvSpPr txBox="1"/>
          <p:nvPr/>
        </p:nvSpPr>
        <p:spPr>
          <a:xfrm>
            <a:off x="610362" y="2934461"/>
            <a:ext cx="2056638" cy="656590"/>
          </a:xfrm>
          <a:prstGeom prst="rect">
            <a:avLst/>
          </a:prstGeom>
          <a:noFill/>
          <a:ln>
            <a:noFill/>
          </a:ln>
        </p:spPr>
        <p:txBody>
          <a:bodyPr spcFirstLastPara="1" wrap="square" lIns="0" tIns="40625" rIns="0" bIns="0" anchor="t" anchorCtr="0">
            <a:spAutoFit/>
          </a:bodyPr>
          <a:lstStyle/>
          <a:p>
            <a:pPr marL="487680" marR="300990" lvl="0" indent="-182880" algn="l" rtl="0">
              <a:lnSpc>
                <a:spcPct val="100000"/>
              </a:lnSpc>
              <a:spcBef>
                <a:spcPts val="0"/>
              </a:spcBef>
              <a:spcAft>
                <a:spcPts val="0"/>
              </a:spcAft>
              <a:buNone/>
            </a:pPr>
            <a:r>
              <a:rPr lang="en-US" sz="2000">
                <a:solidFill>
                  <a:schemeClr val="dk1"/>
                </a:solidFill>
                <a:latin typeface="Carlito"/>
                <a:ea typeface="Carlito"/>
                <a:cs typeface="Carlito"/>
                <a:sym typeface="Carlito"/>
              </a:rPr>
              <a:t>Selection of  meeting</a:t>
            </a:r>
            <a:endParaRPr sz="2000">
              <a:solidFill>
                <a:schemeClr val="dk1"/>
              </a:solidFill>
              <a:latin typeface="Carlito"/>
              <a:ea typeface="Carlito"/>
              <a:cs typeface="Carlito"/>
              <a:sym typeface="Carlito"/>
            </a:endParaRPr>
          </a:p>
        </p:txBody>
      </p:sp>
      <p:grpSp>
        <p:nvGrpSpPr>
          <p:cNvPr id="303" name="Google Shape;303;p14"/>
          <p:cNvGrpSpPr/>
          <p:nvPr/>
        </p:nvGrpSpPr>
        <p:grpSpPr>
          <a:xfrm>
            <a:off x="608837" y="4191762"/>
            <a:ext cx="1830705" cy="723900"/>
            <a:chOff x="608837" y="4191762"/>
            <a:chExt cx="1830705" cy="723900"/>
          </a:xfrm>
        </p:grpSpPr>
        <p:sp>
          <p:nvSpPr>
            <p:cNvPr id="304" name="Google Shape;304;p14"/>
            <p:cNvSpPr/>
            <p:nvPr/>
          </p:nvSpPr>
          <p:spPr>
            <a:xfrm>
              <a:off x="608837" y="4191762"/>
              <a:ext cx="1830705" cy="723900"/>
            </a:xfrm>
            <a:custGeom>
              <a:avLst/>
              <a:gdLst/>
              <a:ahLst/>
              <a:cxnLst/>
              <a:rect l="l" t="t" r="r" b="b"/>
              <a:pathLst>
                <a:path w="1830705" h="723900" extrusionOk="0">
                  <a:moveTo>
                    <a:pt x="1830324" y="0"/>
                  </a:moveTo>
                  <a:lnTo>
                    <a:pt x="0" y="0"/>
                  </a:lnTo>
                  <a:lnTo>
                    <a:pt x="0" y="723900"/>
                  </a:lnTo>
                  <a:lnTo>
                    <a:pt x="1830324" y="723900"/>
                  </a:lnTo>
                  <a:lnTo>
                    <a:pt x="1830324"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stria"/>
                <a:ea typeface="Lustria"/>
                <a:cs typeface="Lustria"/>
                <a:sym typeface="Lustria"/>
              </a:endParaRPr>
            </a:p>
          </p:txBody>
        </p:sp>
        <p:sp>
          <p:nvSpPr>
            <p:cNvPr id="305" name="Google Shape;305;p14"/>
            <p:cNvSpPr/>
            <p:nvPr/>
          </p:nvSpPr>
          <p:spPr>
            <a:xfrm>
              <a:off x="608837" y="4191762"/>
              <a:ext cx="1830705" cy="723900"/>
            </a:xfrm>
            <a:custGeom>
              <a:avLst/>
              <a:gdLst/>
              <a:ahLst/>
              <a:cxnLst/>
              <a:rect l="l" t="t" r="r" b="b"/>
              <a:pathLst>
                <a:path w="1830705" h="723900" extrusionOk="0">
                  <a:moveTo>
                    <a:pt x="0" y="723900"/>
                  </a:moveTo>
                  <a:lnTo>
                    <a:pt x="1830324" y="723900"/>
                  </a:lnTo>
                  <a:lnTo>
                    <a:pt x="1830324" y="0"/>
                  </a:lnTo>
                  <a:lnTo>
                    <a:pt x="0" y="0"/>
                  </a:lnTo>
                  <a:lnTo>
                    <a:pt x="0" y="723900"/>
                  </a:lnTo>
                  <a:close/>
                </a:path>
              </a:pathLst>
            </a:custGeom>
            <a:noFill/>
            <a:ln w="259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stria"/>
                <a:ea typeface="Lustria"/>
                <a:cs typeface="Lustria"/>
                <a:sym typeface="Lustria"/>
              </a:endParaRPr>
            </a:p>
          </p:txBody>
        </p:sp>
      </p:grpSp>
      <p:sp>
        <p:nvSpPr>
          <p:cNvPr id="306" name="Google Shape;306;p14"/>
          <p:cNvSpPr txBox="1"/>
          <p:nvPr/>
        </p:nvSpPr>
        <p:spPr>
          <a:xfrm>
            <a:off x="608837" y="4191761"/>
            <a:ext cx="1830705" cy="503343"/>
          </a:xfrm>
          <a:prstGeom prst="rect">
            <a:avLst/>
          </a:prstGeom>
          <a:noFill/>
          <a:ln>
            <a:noFill/>
          </a:ln>
        </p:spPr>
        <p:txBody>
          <a:bodyPr spcFirstLastPara="1" wrap="square" lIns="0" tIns="193675" rIns="0" bIns="0" anchor="t" anchorCtr="0">
            <a:spAutoFit/>
          </a:bodyPr>
          <a:lstStyle/>
          <a:p>
            <a:pPr marL="412750" marR="0" lvl="0" indent="0" algn="l" rtl="0">
              <a:lnSpc>
                <a:spcPct val="100000"/>
              </a:lnSpc>
              <a:spcBef>
                <a:spcPts val="0"/>
              </a:spcBef>
              <a:spcAft>
                <a:spcPts val="0"/>
              </a:spcAft>
              <a:buNone/>
            </a:pPr>
            <a:r>
              <a:rPr lang="en-US" sz="2000">
                <a:solidFill>
                  <a:schemeClr val="dk1"/>
                </a:solidFill>
                <a:latin typeface="Carlito"/>
                <a:ea typeface="Carlito"/>
                <a:cs typeface="Carlito"/>
                <a:sym typeface="Carlito"/>
              </a:rPr>
              <a:t>Follow up</a:t>
            </a:r>
            <a:endParaRPr sz="2000">
              <a:solidFill>
                <a:schemeClr val="dk1"/>
              </a:solidFill>
              <a:latin typeface="Carlito"/>
              <a:ea typeface="Carlito"/>
              <a:cs typeface="Carlito"/>
              <a:sym typeface="Carlito"/>
            </a:endParaRPr>
          </a:p>
        </p:txBody>
      </p:sp>
      <p:grpSp>
        <p:nvGrpSpPr>
          <p:cNvPr id="307" name="Google Shape;307;p14"/>
          <p:cNvGrpSpPr/>
          <p:nvPr/>
        </p:nvGrpSpPr>
        <p:grpSpPr>
          <a:xfrm>
            <a:off x="607313" y="5410962"/>
            <a:ext cx="1598930" cy="723900"/>
            <a:chOff x="607313" y="5410962"/>
            <a:chExt cx="1598930" cy="723900"/>
          </a:xfrm>
        </p:grpSpPr>
        <p:sp>
          <p:nvSpPr>
            <p:cNvPr id="308" name="Google Shape;308;p14"/>
            <p:cNvSpPr/>
            <p:nvPr/>
          </p:nvSpPr>
          <p:spPr>
            <a:xfrm>
              <a:off x="607313" y="5410962"/>
              <a:ext cx="1598930" cy="723900"/>
            </a:xfrm>
            <a:custGeom>
              <a:avLst/>
              <a:gdLst/>
              <a:ahLst/>
              <a:cxnLst/>
              <a:rect l="l" t="t" r="r" b="b"/>
              <a:pathLst>
                <a:path w="1598930" h="723900" extrusionOk="0">
                  <a:moveTo>
                    <a:pt x="1598676" y="0"/>
                  </a:moveTo>
                  <a:lnTo>
                    <a:pt x="0" y="0"/>
                  </a:lnTo>
                  <a:lnTo>
                    <a:pt x="0" y="723900"/>
                  </a:lnTo>
                  <a:lnTo>
                    <a:pt x="1598676" y="723900"/>
                  </a:lnTo>
                  <a:lnTo>
                    <a:pt x="1598676"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stria"/>
                <a:ea typeface="Lustria"/>
                <a:cs typeface="Lustria"/>
                <a:sym typeface="Lustria"/>
              </a:endParaRPr>
            </a:p>
          </p:txBody>
        </p:sp>
        <p:sp>
          <p:nvSpPr>
            <p:cNvPr id="309" name="Google Shape;309;p14"/>
            <p:cNvSpPr/>
            <p:nvPr/>
          </p:nvSpPr>
          <p:spPr>
            <a:xfrm>
              <a:off x="607313" y="5410962"/>
              <a:ext cx="1598930" cy="723900"/>
            </a:xfrm>
            <a:custGeom>
              <a:avLst/>
              <a:gdLst/>
              <a:ahLst/>
              <a:cxnLst/>
              <a:rect l="l" t="t" r="r" b="b"/>
              <a:pathLst>
                <a:path w="1598930" h="723900" extrusionOk="0">
                  <a:moveTo>
                    <a:pt x="0" y="723900"/>
                  </a:moveTo>
                  <a:lnTo>
                    <a:pt x="1598676" y="723900"/>
                  </a:lnTo>
                  <a:lnTo>
                    <a:pt x="1598676" y="0"/>
                  </a:lnTo>
                  <a:lnTo>
                    <a:pt x="0" y="0"/>
                  </a:lnTo>
                  <a:lnTo>
                    <a:pt x="0" y="723900"/>
                  </a:lnTo>
                  <a:close/>
                </a:path>
              </a:pathLst>
            </a:custGeom>
            <a:noFill/>
            <a:ln w="259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stria"/>
                <a:ea typeface="Lustria"/>
                <a:cs typeface="Lustria"/>
                <a:sym typeface="Lustria"/>
              </a:endParaRPr>
            </a:p>
          </p:txBody>
        </p:sp>
      </p:grpSp>
      <p:sp>
        <p:nvSpPr>
          <p:cNvPr id="310" name="Google Shape;310;p14"/>
          <p:cNvSpPr txBox="1"/>
          <p:nvPr/>
        </p:nvSpPr>
        <p:spPr>
          <a:xfrm>
            <a:off x="607313" y="5410961"/>
            <a:ext cx="1598930" cy="503984"/>
          </a:xfrm>
          <a:prstGeom prst="rect">
            <a:avLst/>
          </a:prstGeom>
          <a:noFill/>
          <a:ln>
            <a:noFill/>
          </a:ln>
        </p:spPr>
        <p:txBody>
          <a:bodyPr spcFirstLastPara="1" wrap="square" lIns="0" tIns="194300" rIns="0" bIns="0" anchor="t" anchorCtr="0">
            <a:spAutoFit/>
          </a:bodyPr>
          <a:lstStyle/>
          <a:p>
            <a:pPr marL="311150" marR="0" lvl="0" indent="0" algn="l" rtl="0">
              <a:lnSpc>
                <a:spcPct val="100000"/>
              </a:lnSpc>
              <a:spcBef>
                <a:spcPts val="0"/>
              </a:spcBef>
              <a:spcAft>
                <a:spcPts val="0"/>
              </a:spcAft>
              <a:buNone/>
            </a:pPr>
            <a:r>
              <a:rPr lang="en-US" sz="2000">
                <a:solidFill>
                  <a:schemeClr val="dk1"/>
                </a:solidFill>
                <a:latin typeface="Carlito"/>
                <a:ea typeface="Carlito"/>
                <a:cs typeface="Carlito"/>
                <a:sym typeface="Carlito"/>
              </a:rPr>
              <a:t>Evolution</a:t>
            </a:r>
            <a:endParaRPr sz="2000">
              <a:solidFill>
                <a:schemeClr val="dk1"/>
              </a:solidFill>
              <a:latin typeface="Carlito"/>
              <a:ea typeface="Carlito"/>
              <a:cs typeface="Carlito"/>
              <a:sym typeface="Carlito"/>
            </a:endParaRPr>
          </a:p>
        </p:txBody>
      </p:sp>
      <p:sp>
        <p:nvSpPr>
          <p:cNvPr id="311" name="Google Shape;311;p14"/>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5/19/2024</a:t>
            </a:r>
            <a:endParaRPr/>
          </a:p>
        </p:txBody>
      </p:sp>
      <p:sp>
        <p:nvSpPr>
          <p:cNvPr id="312" name="Google Shape;312;p14"/>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15"/>
          <p:cNvSpPr txBox="1">
            <a:spLocks noGrp="1"/>
          </p:cNvSpPr>
          <p:nvPr>
            <p:ph type="title"/>
          </p:nvPr>
        </p:nvSpPr>
        <p:spPr>
          <a:xfrm>
            <a:off x="2438400" y="61460"/>
            <a:ext cx="4876800" cy="628377"/>
          </a:xfrm>
          <a:prstGeom prst="rect">
            <a:avLst/>
          </a:prstGeom>
          <a:noFill/>
          <a:ln>
            <a:noFill/>
          </a:ln>
          <a:effectLst>
            <a:outerShdw blurRad="25400">
              <a:srgbClr val="000000">
                <a:alpha val="45882"/>
              </a:srgbClr>
            </a:outerShdw>
          </a:effectLst>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lt2"/>
              </a:buClr>
              <a:buSzPts val="4000"/>
              <a:buFont typeface="Lustria"/>
              <a:buNone/>
            </a:pPr>
            <a:r>
              <a:rPr lang="en-US"/>
              <a:t>Project organisation</a:t>
            </a:r>
            <a:endParaRPr/>
          </a:p>
        </p:txBody>
      </p:sp>
      <p:sp>
        <p:nvSpPr>
          <p:cNvPr id="318" name="Google Shape;318;p15"/>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5/19/2024</a:t>
            </a:r>
            <a:endParaRPr/>
          </a:p>
        </p:txBody>
      </p:sp>
      <p:sp>
        <p:nvSpPr>
          <p:cNvPr id="319" name="Google Shape;319;p15"/>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pic>
        <p:nvPicPr>
          <p:cNvPr id="320" name="Google Shape;320;p15"/>
          <p:cNvPicPr preferRelativeResize="0"/>
          <p:nvPr/>
        </p:nvPicPr>
        <p:blipFill rotWithShape="1">
          <a:blip r:embed="rId3">
            <a:alphaModFix/>
          </a:blip>
          <a:srcRect/>
          <a:stretch/>
        </p:blipFill>
        <p:spPr>
          <a:xfrm>
            <a:off x="609600" y="689837"/>
            <a:ext cx="8038000" cy="575351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16"/>
          <p:cNvSpPr txBox="1">
            <a:spLocks noGrp="1"/>
          </p:cNvSpPr>
          <p:nvPr>
            <p:ph type="title"/>
          </p:nvPr>
        </p:nvSpPr>
        <p:spPr>
          <a:xfrm>
            <a:off x="2667000" y="762000"/>
            <a:ext cx="3837304" cy="574040"/>
          </a:xfrm>
          <a:prstGeom prst="rect">
            <a:avLst/>
          </a:prstGeom>
          <a:noFill/>
          <a:ln>
            <a:noFill/>
          </a:ln>
          <a:effectLst>
            <a:outerShdw blurRad="25400">
              <a:srgbClr val="000000">
                <a:alpha val="45882"/>
              </a:srgbClr>
            </a:outerShdw>
          </a:effectLst>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lt2"/>
              </a:buClr>
              <a:buSzPts val="4000"/>
              <a:buFont typeface="Lustria"/>
              <a:buNone/>
            </a:pPr>
            <a:r>
              <a:rPr lang="en-US"/>
              <a:t>Project organisation</a:t>
            </a:r>
            <a:endParaRPr/>
          </a:p>
        </p:txBody>
      </p:sp>
      <p:sp>
        <p:nvSpPr>
          <p:cNvPr id="326" name="Google Shape;326;p16"/>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5/19/2024</a:t>
            </a:r>
            <a:endParaRPr/>
          </a:p>
        </p:txBody>
      </p:sp>
      <p:sp>
        <p:nvSpPr>
          <p:cNvPr id="327" name="Google Shape;327;p16"/>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pic>
        <p:nvPicPr>
          <p:cNvPr id="328" name="Google Shape;328;p16"/>
          <p:cNvPicPr preferRelativeResize="0"/>
          <p:nvPr/>
        </p:nvPicPr>
        <p:blipFill rotWithShape="1">
          <a:blip r:embed="rId3">
            <a:alphaModFix/>
          </a:blip>
          <a:srcRect/>
          <a:stretch/>
        </p:blipFill>
        <p:spPr>
          <a:xfrm>
            <a:off x="228600" y="2057400"/>
            <a:ext cx="8762460" cy="1752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17"/>
          <p:cNvSpPr txBox="1">
            <a:spLocks noGrp="1"/>
          </p:cNvSpPr>
          <p:nvPr>
            <p:ph type="title"/>
          </p:nvPr>
        </p:nvSpPr>
        <p:spPr>
          <a:xfrm>
            <a:off x="2732658" y="1147317"/>
            <a:ext cx="3757929" cy="574040"/>
          </a:xfrm>
          <a:prstGeom prst="rect">
            <a:avLst/>
          </a:prstGeom>
          <a:noFill/>
          <a:ln>
            <a:noFill/>
          </a:ln>
          <a:effectLst>
            <a:outerShdw blurRad="25400">
              <a:srgbClr val="000000">
                <a:alpha val="45882"/>
              </a:srgbClr>
            </a:outerShdw>
          </a:effectLst>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lt2"/>
              </a:buClr>
              <a:buSzPts val="4000"/>
              <a:buFont typeface="Lustria"/>
              <a:buNone/>
            </a:pPr>
            <a:r>
              <a:rPr lang="en-US"/>
              <a:t>Matrix organisation</a:t>
            </a:r>
            <a:endParaRPr/>
          </a:p>
        </p:txBody>
      </p:sp>
      <p:sp>
        <p:nvSpPr>
          <p:cNvPr id="334" name="Google Shape;334;p17"/>
          <p:cNvSpPr txBox="1">
            <a:spLocks noGrp="1"/>
          </p:cNvSpPr>
          <p:nvPr>
            <p:ph type="body" idx="1"/>
          </p:nvPr>
        </p:nvSpPr>
        <p:spPr>
          <a:xfrm>
            <a:off x="685346" y="2286000"/>
            <a:ext cx="7765322" cy="3207159"/>
          </a:xfrm>
          <a:prstGeom prst="rect">
            <a:avLst/>
          </a:prstGeom>
          <a:noFill/>
          <a:ln>
            <a:noFill/>
          </a:ln>
          <a:effectLst>
            <a:outerShdw blurRad="25400">
              <a:srgbClr val="000000">
                <a:alpha val="45882"/>
              </a:srgbClr>
            </a:outerShdw>
          </a:effectLst>
        </p:spPr>
        <p:txBody>
          <a:bodyPr spcFirstLastPara="1" wrap="square" lIns="0" tIns="100200" rIns="0" bIns="0" anchor="t" anchorCtr="0">
            <a:spAutoFit/>
          </a:bodyPr>
          <a:lstStyle/>
          <a:p>
            <a:pPr marL="533400" marR="5080" lvl="0" indent="-457833" algn="l" rtl="0">
              <a:lnSpc>
                <a:spcPct val="100000"/>
              </a:lnSpc>
              <a:spcBef>
                <a:spcPts val="0"/>
              </a:spcBef>
              <a:spcAft>
                <a:spcPts val="0"/>
              </a:spcAft>
              <a:buSzPts val="1960"/>
              <a:buChar char="◈"/>
            </a:pPr>
            <a:r>
              <a:rPr lang="en-US" sz="2800">
                <a:latin typeface="Courier New"/>
                <a:ea typeface="Courier New"/>
                <a:cs typeface="Courier New"/>
                <a:sym typeface="Courier New"/>
              </a:rPr>
              <a:t>o </a:t>
            </a:r>
            <a:r>
              <a:rPr lang="en-US" sz="2800"/>
              <a:t>“Any organisation that employs a multiple  command structure but also related support  mechanisms and an associated organizational  culture and behavior pattern”</a:t>
            </a:r>
            <a:endParaRPr sz="2800"/>
          </a:p>
          <a:p>
            <a:pPr marL="533400" marR="5080" lvl="0" indent="-457833" algn="l" rtl="0">
              <a:lnSpc>
                <a:spcPct val="100000"/>
              </a:lnSpc>
              <a:spcBef>
                <a:spcPts val="705"/>
              </a:spcBef>
              <a:spcAft>
                <a:spcPts val="0"/>
              </a:spcAft>
              <a:buSzPts val="1960"/>
              <a:buChar char="◈"/>
            </a:pPr>
            <a:r>
              <a:rPr lang="en-US" sz="2800"/>
              <a:t> The matrix  organisation may be followed where a large of  small projects have to be managed.</a:t>
            </a:r>
            <a:endParaRPr/>
          </a:p>
        </p:txBody>
      </p:sp>
      <p:sp>
        <p:nvSpPr>
          <p:cNvPr id="335" name="Google Shape;335;p17"/>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5/19/2024</a:t>
            </a:r>
            <a:endParaRPr/>
          </a:p>
        </p:txBody>
      </p:sp>
      <p:sp>
        <p:nvSpPr>
          <p:cNvPr id="336" name="Google Shape;336;p17"/>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18"/>
          <p:cNvSpPr txBox="1">
            <a:spLocks noGrp="1"/>
          </p:cNvSpPr>
          <p:nvPr>
            <p:ph type="title"/>
          </p:nvPr>
        </p:nvSpPr>
        <p:spPr>
          <a:xfrm>
            <a:off x="1959174" y="0"/>
            <a:ext cx="5225652" cy="628377"/>
          </a:xfrm>
          <a:prstGeom prst="rect">
            <a:avLst/>
          </a:prstGeom>
          <a:noFill/>
          <a:ln>
            <a:noFill/>
          </a:ln>
          <a:effectLst>
            <a:outerShdw blurRad="25400">
              <a:srgbClr val="000000">
                <a:alpha val="45882"/>
              </a:srgbClr>
            </a:outerShdw>
          </a:effectLst>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lt2"/>
              </a:buClr>
              <a:buSzPts val="4000"/>
              <a:buFont typeface="Lustria"/>
              <a:buNone/>
            </a:pPr>
            <a:r>
              <a:rPr lang="en-US"/>
              <a:t>Matrix organisation</a:t>
            </a:r>
            <a:endParaRPr/>
          </a:p>
        </p:txBody>
      </p:sp>
      <p:sp>
        <p:nvSpPr>
          <p:cNvPr id="342" name="Google Shape;342;p18"/>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5/19/2024</a:t>
            </a:r>
            <a:endParaRPr/>
          </a:p>
        </p:txBody>
      </p:sp>
      <p:sp>
        <p:nvSpPr>
          <p:cNvPr id="343" name="Google Shape;343;p18"/>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pic>
        <p:nvPicPr>
          <p:cNvPr id="344" name="Google Shape;344;p18"/>
          <p:cNvPicPr preferRelativeResize="0">
            <a:picLocks noGrp="1"/>
          </p:cNvPicPr>
          <p:nvPr>
            <p:ph type="body" idx="1"/>
          </p:nvPr>
        </p:nvPicPr>
        <p:blipFill rotWithShape="1">
          <a:blip r:embed="rId3">
            <a:alphaModFix/>
          </a:blip>
          <a:srcRect/>
          <a:stretch/>
        </p:blipFill>
        <p:spPr>
          <a:xfrm>
            <a:off x="-255" y="628377"/>
            <a:ext cx="8153655" cy="911203"/>
          </a:xfrm>
          <a:prstGeom prst="rect">
            <a:avLst/>
          </a:prstGeom>
          <a:noFill/>
          <a:ln>
            <a:noFill/>
          </a:ln>
          <a:effectLst>
            <a:outerShdw blurRad="25400">
              <a:srgbClr val="000000">
                <a:alpha val="45882"/>
              </a:srgbClr>
            </a:outerShdw>
          </a:effectLst>
        </p:spPr>
      </p:pic>
      <p:pic>
        <p:nvPicPr>
          <p:cNvPr id="345" name="Google Shape;345;p18"/>
          <p:cNvPicPr preferRelativeResize="0"/>
          <p:nvPr/>
        </p:nvPicPr>
        <p:blipFill rotWithShape="1">
          <a:blip r:embed="rId4">
            <a:alphaModFix/>
          </a:blip>
          <a:srcRect/>
          <a:stretch/>
        </p:blipFill>
        <p:spPr>
          <a:xfrm>
            <a:off x="0" y="1539580"/>
            <a:ext cx="8153400" cy="5272340"/>
          </a:xfrm>
          <a:prstGeom prst="rect">
            <a:avLst/>
          </a:prstGeom>
          <a:noFill/>
          <a:ln>
            <a:noFill/>
          </a:ln>
        </p:spPr>
      </p:pic>
    </p:spTree>
  </p:cSld>
  <p:clrMapOvr>
    <a:masterClrMapping/>
  </p:clrMapOvr>
</p:sld>
</file>

<file path=ppt/theme/theme1.xml><?xml version="1.0" encoding="utf-8"?>
<a:theme xmlns:a="http://schemas.openxmlformats.org/drawingml/2006/main" name="Slate">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623</Words>
  <Application>Microsoft Office PowerPoint</Application>
  <PresentationFormat>On-screen Show (4:3)</PresentationFormat>
  <Paragraphs>108</Paragraphs>
  <Slides>17</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Noto Sans Symbols</vt:lpstr>
      <vt:lpstr>Calibri</vt:lpstr>
      <vt:lpstr>Courier New</vt:lpstr>
      <vt:lpstr>Carlito</vt:lpstr>
      <vt:lpstr>Lustria</vt:lpstr>
      <vt:lpstr>Slate</vt:lpstr>
      <vt:lpstr>Organization  and  Organizational Structure</vt:lpstr>
      <vt:lpstr>Introduction</vt:lpstr>
      <vt:lpstr>Introduction</vt:lpstr>
      <vt:lpstr>1. Line Organisation</vt:lpstr>
      <vt:lpstr>Line Organisation</vt:lpstr>
      <vt:lpstr>Characteristics of line organisation</vt:lpstr>
      <vt:lpstr>Suitability</vt:lpstr>
      <vt:lpstr>2. Line and staff organisation</vt:lpstr>
      <vt:lpstr>Line and staff organisation</vt:lpstr>
      <vt:lpstr>Functional organization</vt:lpstr>
      <vt:lpstr>Functional organisation</vt:lpstr>
      <vt:lpstr>Committee organisation</vt:lpstr>
      <vt:lpstr>PowerPoint Presentation</vt:lpstr>
      <vt:lpstr>Project organisation</vt:lpstr>
      <vt:lpstr>Project organisation</vt:lpstr>
      <vt:lpstr>Matrix organisation</vt:lpstr>
      <vt:lpstr>Matrix organisation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Organization  and  Organizational Structure</dc:title>
  <cp:lastModifiedBy>pc</cp:lastModifiedBy>
  <cp:revision>3</cp:revision>
  <dcterms:created xsi:type="dcterms:W3CDTF">2020-11-16T18:27:47Z</dcterms:created>
  <dcterms:modified xsi:type="dcterms:W3CDTF">2025-08-21T05:38:40Z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2015-03-21T00:00:00Z</vt:filetime>
  </property>
  <property fmtid="{D5CDD505-2E9C-101B-9397-08002B2CF9AE}" pid="3" name="Creator">
    <vt:lpwstr>Microsoft® PowerPoint® 2013</vt:lpwstr>
  </property>
  <property fmtid="{D5CDD505-2E9C-101B-9397-08002B2CF9AE}" pid="4" name="LastSaved">
    <vt:filetime>2020-11-16T00:00:00Z</vt:filetime>
  </property>
</Properties>
</file>