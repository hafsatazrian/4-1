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7"/>
  </p:notesMasterIdLst>
  <p:sldIdLst>
    <p:sldId id="590" r:id="rId2"/>
    <p:sldId id="591" r:id="rId3"/>
    <p:sldId id="592" r:id="rId4"/>
    <p:sldId id="593" r:id="rId5"/>
    <p:sldId id="594" r:id="rId6"/>
    <p:sldId id="602" r:id="rId7"/>
    <p:sldId id="576" r:id="rId8"/>
    <p:sldId id="603" r:id="rId9"/>
    <p:sldId id="577" r:id="rId10"/>
    <p:sldId id="595" r:id="rId11"/>
    <p:sldId id="598" r:id="rId12"/>
    <p:sldId id="609" r:id="rId13"/>
    <p:sldId id="519" r:id="rId14"/>
    <p:sldId id="529" r:id="rId15"/>
    <p:sldId id="530" r:id="rId16"/>
    <p:sldId id="610" r:id="rId17"/>
    <p:sldId id="578" r:id="rId18"/>
    <p:sldId id="596" r:id="rId19"/>
    <p:sldId id="599" r:id="rId20"/>
    <p:sldId id="544" r:id="rId21"/>
    <p:sldId id="579" r:id="rId22"/>
    <p:sldId id="580" r:id="rId23"/>
    <p:sldId id="546" r:id="rId24"/>
    <p:sldId id="611" r:id="rId25"/>
    <p:sldId id="581" r:id="rId26"/>
    <p:sldId id="612" r:id="rId27"/>
    <p:sldId id="582" r:id="rId28"/>
    <p:sldId id="615" r:id="rId29"/>
    <p:sldId id="583" r:id="rId30"/>
    <p:sldId id="613" r:id="rId31"/>
    <p:sldId id="584" r:id="rId32"/>
    <p:sldId id="614" r:id="rId33"/>
    <p:sldId id="597" r:id="rId34"/>
    <p:sldId id="600" r:id="rId35"/>
    <p:sldId id="586" r:id="rId36"/>
    <p:sldId id="604" r:id="rId37"/>
    <p:sldId id="587" r:id="rId38"/>
    <p:sldId id="605" r:id="rId39"/>
    <p:sldId id="606" r:id="rId40"/>
    <p:sldId id="588" r:id="rId41"/>
    <p:sldId id="601" r:id="rId42"/>
    <p:sldId id="607" r:id="rId43"/>
    <p:sldId id="589" r:id="rId44"/>
    <p:sldId id="616" r:id="rId45"/>
    <p:sldId id="608" r:id="rId46"/>
  </p:sldIdLst>
  <p:sldSz cx="9144000" cy="6858000" type="screen4x3"/>
  <p:notesSz cx="6858000" cy="9144000"/>
  <p:custDataLst>
    <p:tags r:id="rId48"/>
  </p:custDataLst>
  <p:defaultTextStyle>
    <a:defPPr>
      <a:defRPr lang="en-US"/>
    </a:defPPr>
    <a:lvl1pPr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B2B2B2"/>
    <a:srgbClr val="DDDDDD"/>
    <a:srgbClr val="CCCCFF"/>
    <a:srgbClr val="99CCFF"/>
    <a:srgbClr val="2CB843"/>
    <a:srgbClr val="3399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6" autoAdjust="0"/>
    <p:restoredTop sz="94716" autoAdjust="0"/>
  </p:normalViewPr>
  <p:slideViewPr>
    <p:cSldViewPr showGuides="1">
      <p:cViewPr varScale="1">
        <p:scale>
          <a:sx n="63" d="100"/>
          <a:sy n="63" d="100"/>
        </p:scale>
        <p:origin x="138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en-US"/>
          </a:p>
        </p:txBody>
      </p:sp>
      <p:sp>
        <p:nvSpPr>
          <p:cNvPr id="460804"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608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DC0A6F64-52AC-4E6A-8600-62B8B6FEF66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45F190-DE0A-43CD-97FF-9CA237CF3579}" type="slidenum">
              <a:rPr lang="en-US" altLang="en-US"/>
              <a:pPr/>
              <a:t>1</a:t>
            </a:fld>
            <a:endParaRPr lang="en-US" altLang="en-US"/>
          </a:p>
        </p:txBody>
      </p:sp>
      <p:sp>
        <p:nvSpPr>
          <p:cNvPr id="605186" name="Rectangle 2"/>
          <p:cNvSpPr>
            <a:spLocks noRot="1" noChangeArrowheads="1" noTextEdit="1"/>
          </p:cNvSpPr>
          <p:nvPr>
            <p:ph type="sldImg"/>
          </p:nvPr>
        </p:nvSpPr>
        <p:spPr>
          <a:ln/>
        </p:spPr>
      </p:sp>
      <p:sp>
        <p:nvSpPr>
          <p:cNvPr id="605187"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60EA62-5629-4397-91B1-F275146292BB}" type="slidenum">
              <a:rPr lang="en-US" altLang="en-US"/>
              <a:pPr/>
              <a:t>2</a:t>
            </a:fld>
            <a:endParaRPr lang="en-US" altLang="en-US"/>
          </a:p>
        </p:txBody>
      </p:sp>
      <p:sp>
        <p:nvSpPr>
          <p:cNvPr id="607234" name="Rectangle 2"/>
          <p:cNvSpPr>
            <a:spLocks noRot="1" noChangeArrowheads="1" noTextEdit="1"/>
          </p:cNvSpPr>
          <p:nvPr>
            <p:ph type="sldImg"/>
          </p:nvPr>
        </p:nvSpPr>
        <p:spPr>
          <a:ln/>
        </p:spPr>
      </p:sp>
      <p:sp>
        <p:nvSpPr>
          <p:cNvPr id="60723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568495-3F0E-4320-B179-EC2166797685}" type="slidenum">
              <a:rPr lang="en-US" altLang="en-US"/>
              <a:pPr/>
              <a:t>3</a:t>
            </a:fld>
            <a:endParaRPr lang="en-US" altLang="en-US"/>
          </a:p>
        </p:txBody>
      </p:sp>
      <p:sp>
        <p:nvSpPr>
          <p:cNvPr id="609282" name="Rectangle 2"/>
          <p:cNvSpPr>
            <a:spLocks noRot="1" noChangeArrowheads="1" noTextEdit="1"/>
          </p:cNvSpPr>
          <p:nvPr>
            <p:ph type="sldImg"/>
          </p:nvPr>
        </p:nvSpPr>
        <p:spPr>
          <a:ln/>
        </p:spPr>
      </p:sp>
      <p:sp>
        <p:nvSpPr>
          <p:cNvPr id="60928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B81A0B-B33E-4E9A-94A8-E1C727CCD79A}" type="slidenum">
              <a:rPr lang="en-US" altLang="en-US"/>
              <a:pPr/>
              <a:t>4</a:t>
            </a:fld>
            <a:endParaRPr lang="en-US" altLang="en-US"/>
          </a:p>
        </p:txBody>
      </p:sp>
      <p:sp>
        <p:nvSpPr>
          <p:cNvPr id="611330" name="Rectangle 2"/>
          <p:cNvSpPr>
            <a:spLocks noRot="1" noChangeArrowheads="1" noTextEdit="1"/>
          </p:cNvSpPr>
          <p:nvPr>
            <p:ph type="sldImg"/>
          </p:nvPr>
        </p:nvSpPr>
        <p:spPr>
          <a:ln/>
        </p:spPr>
      </p:sp>
      <p:sp>
        <p:nvSpPr>
          <p:cNvPr id="6113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D1749B-C9EC-46D7-88F9-86C34D46F1EF}" type="slidenum">
              <a:rPr lang="en-US" altLang="en-US"/>
              <a:pPr/>
              <a:t>5</a:t>
            </a:fld>
            <a:endParaRPr lang="en-US" altLang="en-US"/>
          </a:p>
        </p:txBody>
      </p:sp>
      <p:sp>
        <p:nvSpPr>
          <p:cNvPr id="613378" name="Rectangle 2"/>
          <p:cNvSpPr>
            <a:spLocks noRo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B6A836-9A52-427F-A540-7C1F47F3DB73}" type="slidenum">
              <a:rPr lang="en-US" altLang="en-US"/>
              <a:pPr/>
              <a:t>6</a:t>
            </a:fld>
            <a:endParaRPr lang="en-US" altLang="en-US"/>
          </a:p>
        </p:txBody>
      </p:sp>
      <p:sp>
        <p:nvSpPr>
          <p:cNvPr id="631810" name="Rectangle 2"/>
          <p:cNvSpPr>
            <a:spLocks noRot="1" noChangeArrowheads="1" noTextEdit="1"/>
          </p:cNvSpPr>
          <p:nvPr>
            <p:ph type="sldImg"/>
          </p:nvPr>
        </p:nvSpPr>
        <p:spPr>
          <a:ln/>
        </p:spPr>
      </p:sp>
      <p:sp>
        <p:nvSpPr>
          <p:cNvPr id="6318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74A9E0-362E-45BB-AFAF-E4C71DD3BFD2}" type="slidenum">
              <a:rPr lang="en-US" altLang="en-US"/>
              <a:pPr/>
              <a:t>7</a:t>
            </a:fld>
            <a:endParaRPr lang="en-US" altLang="en-US"/>
          </a:p>
        </p:txBody>
      </p:sp>
      <p:sp>
        <p:nvSpPr>
          <p:cNvPr id="576514" name="Rectangle 2"/>
          <p:cNvSpPr>
            <a:spLocks noRot="1" noChangeArrowheads="1" noTextEdit="1"/>
          </p:cNvSpPr>
          <p:nvPr>
            <p:ph type="sldImg"/>
          </p:nvPr>
        </p:nvSpPr>
        <p:spPr>
          <a:ln/>
        </p:spPr>
      </p:sp>
      <p:sp>
        <p:nvSpPr>
          <p:cNvPr id="5765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367F57-8518-4AC1-B63C-D5875EAFEB68}" type="slidenum">
              <a:rPr lang="en-US" altLang="en-US"/>
              <a:pPr/>
              <a:t>8</a:t>
            </a:fld>
            <a:endParaRPr lang="en-US" altLang="en-US"/>
          </a:p>
        </p:txBody>
      </p:sp>
      <p:sp>
        <p:nvSpPr>
          <p:cNvPr id="691202" name="Rectangle 2"/>
          <p:cNvSpPr>
            <a:spLocks noRot="1" noChangeArrowheads="1" noTextEdit="1"/>
          </p:cNvSpPr>
          <p:nvPr>
            <p:ph type="sldImg"/>
          </p:nvPr>
        </p:nvSpPr>
        <p:spPr>
          <a:ln/>
        </p:spPr>
      </p:sp>
      <p:sp>
        <p:nvSpPr>
          <p:cNvPr id="6912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DBEA34-6288-489A-A2C9-EDD0E1720A9E}" type="slidenum">
              <a:rPr lang="en-US" altLang="en-US"/>
              <a:pPr/>
              <a:t>9</a:t>
            </a:fld>
            <a:endParaRPr lang="en-US" altLang="en-US"/>
          </a:p>
        </p:txBody>
      </p:sp>
      <p:sp>
        <p:nvSpPr>
          <p:cNvPr id="578562" name="Rectangle 2"/>
          <p:cNvSpPr>
            <a:spLocks noRot="1" noChangeArrowheads="1" noTextEdit="1"/>
          </p:cNvSpPr>
          <p:nvPr>
            <p:ph type="sldImg"/>
          </p:nvPr>
        </p:nvSpPr>
        <p:spPr>
          <a:ln/>
        </p:spPr>
      </p:sp>
      <p:sp>
        <p:nvSpPr>
          <p:cNvPr id="5785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B4B26-213D-406C-955B-6FD770F1DEA2}" type="slidenum">
              <a:rPr lang="en-US" altLang="en-US"/>
              <a:pPr/>
              <a:t>10</a:t>
            </a:fld>
            <a:endParaRPr lang="en-US" altLang="en-US"/>
          </a:p>
        </p:txBody>
      </p:sp>
      <p:sp>
        <p:nvSpPr>
          <p:cNvPr id="617474" name="Rectangle 2"/>
          <p:cNvSpPr>
            <a:spLocks noRot="1" noChangeArrowheads="1" noTextEdit="1"/>
          </p:cNvSpPr>
          <p:nvPr>
            <p:ph type="sldImg"/>
          </p:nvPr>
        </p:nvSpPr>
        <p:spPr>
          <a:ln/>
        </p:spPr>
      </p:sp>
      <p:sp>
        <p:nvSpPr>
          <p:cNvPr id="61747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A56336-F082-4142-A04A-FD6C5D00F61C}" type="slidenum">
              <a:rPr lang="en-US" altLang="en-US"/>
              <a:pPr/>
              <a:t>11</a:t>
            </a:fld>
            <a:endParaRPr lang="en-US" altLang="en-US"/>
          </a:p>
        </p:txBody>
      </p:sp>
      <p:sp>
        <p:nvSpPr>
          <p:cNvPr id="623618" name="Rectangle 2"/>
          <p:cNvSpPr>
            <a:spLocks noRot="1" noChangeArrowheads="1" noTextEdit="1"/>
          </p:cNvSpPr>
          <p:nvPr>
            <p:ph type="sldImg"/>
          </p:nvPr>
        </p:nvSpPr>
        <p:spPr>
          <a:ln/>
        </p:spPr>
      </p:sp>
      <p:sp>
        <p:nvSpPr>
          <p:cNvPr id="6236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70761-3F04-4B3F-800B-D1864FE50101}" type="slidenum">
              <a:rPr lang="en-US" altLang="en-US"/>
              <a:pPr/>
              <a:t>12</a:t>
            </a:fld>
            <a:endParaRPr lang="en-US" altLang="en-US"/>
          </a:p>
        </p:txBody>
      </p:sp>
      <p:sp>
        <p:nvSpPr>
          <p:cNvPr id="703490" name="Rectangle 2"/>
          <p:cNvSpPr>
            <a:spLocks noRot="1" noChangeArrowheads="1" noTextEdit="1"/>
          </p:cNvSpPr>
          <p:nvPr>
            <p:ph type="sldImg"/>
          </p:nvPr>
        </p:nvSpPr>
        <p:spPr>
          <a:ln/>
        </p:spPr>
      </p:sp>
      <p:sp>
        <p:nvSpPr>
          <p:cNvPr id="7034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B4D81D-D834-4249-BFB5-C9F3794B71FB}" type="slidenum">
              <a:rPr lang="en-US" altLang="en-US"/>
              <a:pPr/>
              <a:t>13</a:t>
            </a:fld>
            <a:endParaRPr lang="en-US" altLang="en-US"/>
          </a:p>
        </p:txBody>
      </p:sp>
      <p:sp>
        <p:nvSpPr>
          <p:cNvPr id="534530" name="Rectangle 2"/>
          <p:cNvSpPr>
            <a:spLocks noRot="1" noChangeArrowheads="1" noTextEdit="1"/>
          </p:cNvSpPr>
          <p:nvPr>
            <p:ph type="sldImg"/>
          </p:nvPr>
        </p:nvSpPr>
        <p:spPr>
          <a:ln/>
        </p:spPr>
      </p:sp>
      <p:sp>
        <p:nvSpPr>
          <p:cNvPr id="5345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41B972-61B7-42F8-B308-C8DCDFA7CF45}" type="slidenum">
              <a:rPr lang="en-US" altLang="en-US"/>
              <a:pPr/>
              <a:t>14</a:t>
            </a:fld>
            <a:endParaRPr lang="en-US" altLang="en-US"/>
          </a:p>
        </p:txBody>
      </p:sp>
      <p:sp>
        <p:nvSpPr>
          <p:cNvPr id="535554" name="Rectangle 2"/>
          <p:cNvSpPr>
            <a:spLocks noRo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6A2BD8-016E-4048-A55F-04DE6E72F74C}" type="slidenum">
              <a:rPr lang="en-US" altLang="en-US"/>
              <a:pPr/>
              <a:t>15</a:t>
            </a:fld>
            <a:endParaRPr lang="en-US" altLang="en-US"/>
          </a:p>
        </p:txBody>
      </p:sp>
      <p:sp>
        <p:nvSpPr>
          <p:cNvPr id="536578" name="Rectangle 2"/>
          <p:cNvSpPr>
            <a:spLocks noRo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70A38F-FF39-411C-83F5-5C6ADB850083}" type="slidenum">
              <a:rPr lang="en-US" altLang="en-US"/>
              <a:pPr/>
              <a:t>16</a:t>
            </a:fld>
            <a:endParaRPr lang="en-US" altLang="en-US"/>
          </a:p>
        </p:txBody>
      </p:sp>
      <p:sp>
        <p:nvSpPr>
          <p:cNvPr id="705538" name="Rectangle 2"/>
          <p:cNvSpPr>
            <a:spLocks noRo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AC8B8-3563-47BF-A8A9-9BD744146016}" type="slidenum">
              <a:rPr lang="en-US" altLang="en-US"/>
              <a:pPr/>
              <a:t>17</a:t>
            </a:fld>
            <a:endParaRPr lang="en-US" altLang="en-US"/>
          </a:p>
        </p:txBody>
      </p:sp>
      <p:sp>
        <p:nvSpPr>
          <p:cNvPr id="580610" name="Rectangle 2"/>
          <p:cNvSpPr>
            <a:spLocks noRot="1" noChangeArrowheads="1" noTextEdit="1"/>
          </p:cNvSpPr>
          <p:nvPr>
            <p:ph type="sldImg"/>
          </p:nvPr>
        </p:nvSpPr>
        <p:spPr>
          <a:ln/>
        </p:spPr>
      </p:sp>
      <p:sp>
        <p:nvSpPr>
          <p:cNvPr id="5806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B873E1-FE8B-4820-BFDB-572920F681E4}" type="slidenum">
              <a:rPr lang="en-US" altLang="en-US"/>
              <a:pPr/>
              <a:t>18</a:t>
            </a:fld>
            <a:endParaRPr lang="en-US" altLang="en-US"/>
          </a:p>
        </p:txBody>
      </p:sp>
      <p:sp>
        <p:nvSpPr>
          <p:cNvPr id="619522" name="Rectangle 2"/>
          <p:cNvSpPr>
            <a:spLocks noRot="1" noChangeArrowheads="1" noTextEdit="1"/>
          </p:cNvSpPr>
          <p:nvPr>
            <p:ph type="sldImg"/>
          </p:nvPr>
        </p:nvSpPr>
        <p:spPr>
          <a:ln/>
        </p:spPr>
      </p:sp>
      <p:sp>
        <p:nvSpPr>
          <p:cNvPr id="61952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97B077-1627-4AF8-9619-0CB41585BC65}" type="slidenum">
              <a:rPr lang="en-US" altLang="en-US"/>
              <a:pPr/>
              <a:t>19</a:t>
            </a:fld>
            <a:endParaRPr lang="en-US" altLang="en-US"/>
          </a:p>
        </p:txBody>
      </p:sp>
      <p:sp>
        <p:nvSpPr>
          <p:cNvPr id="625666" name="Rectangle 2"/>
          <p:cNvSpPr>
            <a:spLocks noRot="1" noChangeArrowheads="1" noTextEdit="1"/>
          </p:cNvSpPr>
          <p:nvPr>
            <p:ph type="sldImg"/>
          </p:nvPr>
        </p:nvSpPr>
        <p:spPr>
          <a:ln/>
        </p:spPr>
      </p:sp>
      <p:sp>
        <p:nvSpPr>
          <p:cNvPr id="6256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89F793-CBC6-4331-8A48-B00AE30CD27B}" type="slidenum">
              <a:rPr lang="en-US" altLang="en-US"/>
              <a:pPr/>
              <a:t>20</a:t>
            </a:fld>
            <a:endParaRPr lang="en-US" altLang="en-US"/>
          </a:p>
        </p:txBody>
      </p:sp>
      <p:sp>
        <p:nvSpPr>
          <p:cNvPr id="555010" name="Rectangle 2"/>
          <p:cNvSpPr>
            <a:spLocks noRot="1" noChangeArrowheads="1" noTextEdit="1"/>
          </p:cNvSpPr>
          <p:nvPr>
            <p:ph type="sldImg"/>
          </p:nvPr>
        </p:nvSpPr>
        <p:spPr>
          <a:ln/>
        </p:spPr>
      </p:sp>
      <p:sp>
        <p:nvSpPr>
          <p:cNvPr id="5550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35FC58-5139-4C95-96F7-689503CBCF46}" type="slidenum">
              <a:rPr lang="en-US" altLang="en-US"/>
              <a:pPr/>
              <a:t>21</a:t>
            </a:fld>
            <a:endParaRPr lang="en-US" altLang="en-US"/>
          </a:p>
        </p:txBody>
      </p:sp>
      <p:sp>
        <p:nvSpPr>
          <p:cNvPr id="582658" name="Rectangle 2"/>
          <p:cNvSpPr>
            <a:spLocks noRot="1" noChangeArrowheads="1" noTextEdit="1"/>
          </p:cNvSpPr>
          <p:nvPr>
            <p:ph type="sldImg"/>
          </p:nvPr>
        </p:nvSpPr>
        <p:spPr>
          <a:ln/>
        </p:spPr>
      </p:sp>
      <p:sp>
        <p:nvSpPr>
          <p:cNvPr id="5826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144BBA-260F-42A4-B9EE-8C8B16D7D2B0}" type="slidenum">
              <a:rPr lang="en-US" altLang="en-US"/>
              <a:pPr/>
              <a:t>22</a:t>
            </a:fld>
            <a:endParaRPr lang="en-US" altLang="en-US"/>
          </a:p>
        </p:txBody>
      </p:sp>
      <p:sp>
        <p:nvSpPr>
          <p:cNvPr id="584706" name="Rectangle 2"/>
          <p:cNvSpPr>
            <a:spLocks noRo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696BF1-3740-4469-B432-1AFEA2014732}" type="slidenum">
              <a:rPr lang="en-US" altLang="en-US"/>
              <a:pPr/>
              <a:t>23</a:t>
            </a:fld>
            <a:endParaRPr lang="en-US" altLang="en-US"/>
          </a:p>
        </p:txBody>
      </p:sp>
      <p:sp>
        <p:nvSpPr>
          <p:cNvPr id="557058" name="Rectangle 2"/>
          <p:cNvSpPr>
            <a:spLocks noRot="1" noChangeArrowheads="1" noTextEdit="1"/>
          </p:cNvSpPr>
          <p:nvPr>
            <p:ph type="sldImg"/>
          </p:nvPr>
        </p:nvSpPr>
        <p:spPr>
          <a:ln/>
        </p:spPr>
      </p:sp>
      <p:sp>
        <p:nvSpPr>
          <p:cNvPr id="5570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03E61B-08B6-4247-8925-E8A433E2AB26}" type="slidenum">
              <a:rPr lang="en-US" altLang="en-US"/>
              <a:pPr/>
              <a:t>24</a:t>
            </a:fld>
            <a:endParaRPr lang="en-US" altLang="en-US"/>
          </a:p>
        </p:txBody>
      </p:sp>
      <p:sp>
        <p:nvSpPr>
          <p:cNvPr id="707586" name="Rectangle 2"/>
          <p:cNvSpPr>
            <a:spLocks noRot="1" noChangeArrowheads="1" noTextEdit="1"/>
          </p:cNvSpPr>
          <p:nvPr>
            <p:ph type="sldImg"/>
          </p:nvPr>
        </p:nvSpPr>
        <p:spPr>
          <a:ln/>
        </p:spPr>
      </p:sp>
      <p:sp>
        <p:nvSpPr>
          <p:cNvPr id="70758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DB57AC-A83D-4705-B4AA-3A906018905E}" type="slidenum">
              <a:rPr lang="en-US" altLang="en-US"/>
              <a:pPr/>
              <a:t>25</a:t>
            </a:fld>
            <a:endParaRPr lang="en-US" altLang="en-US"/>
          </a:p>
        </p:txBody>
      </p:sp>
      <p:sp>
        <p:nvSpPr>
          <p:cNvPr id="586754" name="Rectangle 2"/>
          <p:cNvSpPr>
            <a:spLocks noRot="1" noChangeArrowheads="1" noTextEdit="1"/>
          </p:cNvSpPr>
          <p:nvPr>
            <p:ph type="sldImg"/>
          </p:nvPr>
        </p:nvSpPr>
        <p:spPr>
          <a:ln/>
        </p:spPr>
      </p:sp>
      <p:sp>
        <p:nvSpPr>
          <p:cNvPr id="5867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8775A2-1948-4A99-ADAC-246063D1C1E0}" type="slidenum">
              <a:rPr lang="en-US" altLang="en-US"/>
              <a:pPr/>
              <a:t>26</a:t>
            </a:fld>
            <a:endParaRPr lang="en-US" altLang="en-US"/>
          </a:p>
        </p:txBody>
      </p:sp>
      <p:sp>
        <p:nvSpPr>
          <p:cNvPr id="709634" name="Rectangle 2"/>
          <p:cNvSpPr>
            <a:spLocks noRot="1" noChangeArrowheads="1" noTextEdit="1"/>
          </p:cNvSpPr>
          <p:nvPr>
            <p:ph type="sldImg"/>
          </p:nvPr>
        </p:nvSpPr>
        <p:spPr>
          <a:ln/>
        </p:spPr>
      </p:sp>
      <p:sp>
        <p:nvSpPr>
          <p:cNvPr id="70963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9A575E-D663-451E-9FF2-0B98F1ACFC2A}" type="slidenum">
              <a:rPr lang="en-US" altLang="en-US"/>
              <a:pPr/>
              <a:t>27</a:t>
            </a:fld>
            <a:endParaRPr lang="en-US" altLang="en-US"/>
          </a:p>
        </p:txBody>
      </p:sp>
      <p:sp>
        <p:nvSpPr>
          <p:cNvPr id="588802" name="Rectangle 2"/>
          <p:cNvSpPr>
            <a:spLocks noRo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2975A1-DC2A-40F3-84F6-034C4240AC4A}" type="slidenum">
              <a:rPr lang="en-US" altLang="en-US"/>
              <a:pPr/>
              <a:t>28</a:t>
            </a:fld>
            <a:endParaRPr lang="en-US" altLang="en-US"/>
          </a:p>
        </p:txBody>
      </p:sp>
      <p:sp>
        <p:nvSpPr>
          <p:cNvPr id="715778" name="Rectangle 2"/>
          <p:cNvSpPr>
            <a:spLocks noRot="1" noChangeArrowheads="1" noTextEdit="1"/>
          </p:cNvSpPr>
          <p:nvPr>
            <p:ph type="sldImg"/>
          </p:nvPr>
        </p:nvSpPr>
        <p:spPr>
          <a:ln/>
        </p:spPr>
      </p:sp>
      <p:sp>
        <p:nvSpPr>
          <p:cNvPr id="7157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E538B5-47C9-4FB7-B6E1-5C669D5BDA40}" type="slidenum">
              <a:rPr lang="en-US" altLang="en-US"/>
              <a:pPr/>
              <a:t>29</a:t>
            </a:fld>
            <a:endParaRPr lang="en-US" altLang="en-US"/>
          </a:p>
        </p:txBody>
      </p:sp>
      <p:sp>
        <p:nvSpPr>
          <p:cNvPr id="590850" name="Rectangle 2"/>
          <p:cNvSpPr>
            <a:spLocks noRot="1" noChangeArrowheads="1" noTextEdit="1"/>
          </p:cNvSpPr>
          <p:nvPr>
            <p:ph type="sldImg"/>
          </p:nvPr>
        </p:nvSpPr>
        <p:spPr>
          <a:ln/>
        </p:spPr>
      </p:sp>
      <p:sp>
        <p:nvSpPr>
          <p:cNvPr id="5908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EE1B42-7D26-4CEC-9D74-B642D4401B04}" type="slidenum">
              <a:rPr lang="en-US" altLang="en-US"/>
              <a:pPr/>
              <a:t>30</a:t>
            </a:fld>
            <a:endParaRPr lang="en-US" altLang="en-US"/>
          </a:p>
        </p:txBody>
      </p:sp>
      <p:sp>
        <p:nvSpPr>
          <p:cNvPr id="711682" name="Rectangle 2"/>
          <p:cNvSpPr>
            <a:spLocks noRot="1" noChangeArrowheads="1" noTextEdit="1"/>
          </p:cNvSpPr>
          <p:nvPr>
            <p:ph type="sldImg"/>
          </p:nvPr>
        </p:nvSpPr>
        <p:spPr>
          <a:ln/>
        </p:spPr>
      </p:sp>
      <p:sp>
        <p:nvSpPr>
          <p:cNvPr id="71168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8D5633-F897-4EEE-9895-669AE6ACA4B7}" type="slidenum">
              <a:rPr lang="en-US" altLang="en-US"/>
              <a:pPr/>
              <a:t>31</a:t>
            </a:fld>
            <a:endParaRPr lang="en-US" altLang="en-US"/>
          </a:p>
        </p:txBody>
      </p:sp>
      <p:sp>
        <p:nvSpPr>
          <p:cNvPr id="592898" name="Rectangle 2"/>
          <p:cNvSpPr>
            <a:spLocks noRot="1" noChangeArrowheads="1" noTextEdit="1"/>
          </p:cNvSpPr>
          <p:nvPr>
            <p:ph type="sldImg"/>
          </p:nvPr>
        </p:nvSpPr>
        <p:spPr>
          <a:ln/>
        </p:spPr>
      </p:sp>
      <p:sp>
        <p:nvSpPr>
          <p:cNvPr id="59289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4A8CAD-D8F1-469D-B01D-58CDFE673680}" type="slidenum">
              <a:rPr lang="en-US" altLang="en-US"/>
              <a:pPr/>
              <a:t>32</a:t>
            </a:fld>
            <a:endParaRPr lang="en-US" altLang="en-US"/>
          </a:p>
        </p:txBody>
      </p:sp>
      <p:sp>
        <p:nvSpPr>
          <p:cNvPr id="713730" name="Rectangle 2"/>
          <p:cNvSpPr>
            <a:spLocks noRot="1" noChangeArrowheads="1" noTextEdit="1"/>
          </p:cNvSpPr>
          <p:nvPr>
            <p:ph type="sldImg"/>
          </p:nvPr>
        </p:nvSpPr>
        <p:spPr>
          <a:ln/>
        </p:spPr>
      </p:sp>
      <p:sp>
        <p:nvSpPr>
          <p:cNvPr id="7137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2D99AF-5016-45C7-81FC-402F0D5CDB2A}" type="slidenum">
              <a:rPr lang="en-US" altLang="en-US"/>
              <a:pPr/>
              <a:t>33</a:t>
            </a:fld>
            <a:endParaRPr lang="en-US" altLang="en-US"/>
          </a:p>
        </p:txBody>
      </p:sp>
      <p:sp>
        <p:nvSpPr>
          <p:cNvPr id="621570" name="Rectangle 2"/>
          <p:cNvSpPr>
            <a:spLocks noRot="1" noChangeArrowheads="1" noTextEdit="1"/>
          </p:cNvSpPr>
          <p:nvPr>
            <p:ph type="sldImg"/>
          </p:nvPr>
        </p:nvSpPr>
        <p:spPr>
          <a:ln/>
        </p:spPr>
      </p:sp>
      <p:sp>
        <p:nvSpPr>
          <p:cNvPr id="62157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2411E4-AFD1-4D13-9BF9-6E8B9BFC2889}" type="slidenum">
              <a:rPr lang="en-US" altLang="en-US"/>
              <a:pPr/>
              <a:t>34</a:t>
            </a:fld>
            <a:endParaRPr lang="en-US" altLang="en-US"/>
          </a:p>
        </p:txBody>
      </p:sp>
      <p:sp>
        <p:nvSpPr>
          <p:cNvPr id="627714" name="Rectangle 2"/>
          <p:cNvSpPr>
            <a:spLocks noRot="1" noChangeArrowheads="1" noTextEdit="1"/>
          </p:cNvSpPr>
          <p:nvPr>
            <p:ph type="sldImg"/>
          </p:nvPr>
        </p:nvSpPr>
        <p:spPr>
          <a:ln/>
        </p:spPr>
      </p:sp>
      <p:sp>
        <p:nvSpPr>
          <p:cNvPr id="6277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714197-83C5-4934-B8F2-45E72A45F461}" type="slidenum">
              <a:rPr lang="en-US" altLang="en-US"/>
              <a:pPr/>
              <a:t>35</a:t>
            </a:fld>
            <a:endParaRPr lang="en-US" altLang="en-US"/>
          </a:p>
        </p:txBody>
      </p:sp>
      <p:sp>
        <p:nvSpPr>
          <p:cNvPr id="596994" name="Rectangle 2"/>
          <p:cNvSpPr>
            <a:spLocks noRot="1" noChangeArrowheads="1" noTextEdit="1"/>
          </p:cNvSpPr>
          <p:nvPr>
            <p:ph type="sldImg"/>
          </p:nvPr>
        </p:nvSpPr>
        <p:spPr>
          <a:ln/>
        </p:spPr>
      </p:sp>
      <p:sp>
        <p:nvSpPr>
          <p:cNvPr id="59699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A0A1B6-BF38-484A-94F9-8EC74E24F435}" type="slidenum">
              <a:rPr lang="en-US" altLang="en-US"/>
              <a:pPr/>
              <a:t>36</a:t>
            </a:fld>
            <a:endParaRPr lang="en-US" altLang="en-US"/>
          </a:p>
        </p:txBody>
      </p:sp>
      <p:sp>
        <p:nvSpPr>
          <p:cNvPr id="693250" name="Rectangle 2"/>
          <p:cNvSpPr>
            <a:spLocks noRot="1" noChangeArrowheads="1" noTextEdit="1"/>
          </p:cNvSpPr>
          <p:nvPr>
            <p:ph type="sldImg"/>
          </p:nvPr>
        </p:nvSpPr>
        <p:spPr>
          <a:ln/>
        </p:spPr>
      </p:sp>
      <p:sp>
        <p:nvSpPr>
          <p:cNvPr id="6932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79E6A8-0DA3-48DE-8B7F-F5C0D8A3BED2}" type="slidenum">
              <a:rPr lang="en-US" altLang="en-US"/>
              <a:pPr/>
              <a:t>37</a:t>
            </a:fld>
            <a:endParaRPr lang="en-US" altLang="en-US"/>
          </a:p>
        </p:txBody>
      </p:sp>
      <p:sp>
        <p:nvSpPr>
          <p:cNvPr id="599042" name="Rectangle 2"/>
          <p:cNvSpPr>
            <a:spLocks noRot="1" noChangeArrowheads="1" noTextEdit="1"/>
          </p:cNvSpPr>
          <p:nvPr>
            <p:ph type="sldImg"/>
          </p:nvPr>
        </p:nvSpPr>
        <p:spPr>
          <a:ln/>
        </p:spPr>
      </p:sp>
      <p:sp>
        <p:nvSpPr>
          <p:cNvPr id="5990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4C58DC-3AD8-4577-8ED0-3695A25075E3}" type="slidenum">
              <a:rPr lang="en-US" altLang="en-US"/>
              <a:pPr/>
              <a:t>38</a:t>
            </a:fld>
            <a:endParaRPr lang="en-US" altLang="en-US"/>
          </a:p>
        </p:txBody>
      </p:sp>
      <p:sp>
        <p:nvSpPr>
          <p:cNvPr id="695298" name="Rectangle 2"/>
          <p:cNvSpPr>
            <a:spLocks noRot="1" noChangeArrowheads="1" noTextEdit="1"/>
          </p:cNvSpPr>
          <p:nvPr>
            <p:ph type="sldImg"/>
          </p:nvPr>
        </p:nvSpPr>
        <p:spPr>
          <a:ln/>
        </p:spPr>
      </p:sp>
      <p:sp>
        <p:nvSpPr>
          <p:cNvPr id="69529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BED995-A4CA-459E-961C-893D6D569144}" type="slidenum">
              <a:rPr lang="en-US" altLang="en-US"/>
              <a:pPr/>
              <a:t>39</a:t>
            </a:fld>
            <a:endParaRPr lang="en-US" altLang="en-US"/>
          </a:p>
        </p:txBody>
      </p:sp>
      <p:sp>
        <p:nvSpPr>
          <p:cNvPr id="697346" name="Rectangle 2"/>
          <p:cNvSpPr>
            <a:spLocks noRot="1" noChangeArrowheads="1" noTextEdit="1"/>
          </p:cNvSpPr>
          <p:nvPr>
            <p:ph type="sldImg"/>
          </p:nvPr>
        </p:nvSpPr>
        <p:spPr>
          <a:ln/>
        </p:spPr>
      </p:sp>
      <p:sp>
        <p:nvSpPr>
          <p:cNvPr id="69734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05D2D9-977D-42A1-98DA-99664E997C51}" type="slidenum">
              <a:rPr lang="en-US" altLang="en-US"/>
              <a:pPr/>
              <a:t>40</a:t>
            </a:fld>
            <a:endParaRPr lang="en-US" altLang="en-US"/>
          </a:p>
        </p:txBody>
      </p:sp>
      <p:sp>
        <p:nvSpPr>
          <p:cNvPr id="601090" name="Rectangle 2"/>
          <p:cNvSpPr>
            <a:spLocks noRot="1" noChangeArrowheads="1" noTextEdit="1"/>
          </p:cNvSpPr>
          <p:nvPr>
            <p:ph type="sldImg"/>
          </p:nvPr>
        </p:nvSpPr>
        <p:spPr>
          <a:ln/>
        </p:spPr>
      </p:sp>
      <p:sp>
        <p:nvSpPr>
          <p:cNvPr id="6010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0DE3AA-7AFE-4CDB-A95A-340B40C4C02C}" type="slidenum">
              <a:rPr lang="en-US" altLang="en-US"/>
              <a:pPr/>
              <a:t>41</a:t>
            </a:fld>
            <a:endParaRPr lang="en-US" altLang="en-US"/>
          </a:p>
        </p:txBody>
      </p:sp>
      <p:sp>
        <p:nvSpPr>
          <p:cNvPr id="629762" name="Rectangle 2"/>
          <p:cNvSpPr>
            <a:spLocks noRot="1" noChangeArrowheads="1" noTextEdit="1"/>
          </p:cNvSpPr>
          <p:nvPr>
            <p:ph type="sldImg"/>
          </p:nvPr>
        </p:nvSpPr>
        <p:spPr>
          <a:ln/>
        </p:spPr>
      </p:sp>
      <p:sp>
        <p:nvSpPr>
          <p:cNvPr id="6297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CA7B9E-6244-49E7-92D4-3A451285585F}" type="slidenum">
              <a:rPr lang="en-US" altLang="en-US"/>
              <a:pPr/>
              <a:t>42</a:t>
            </a:fld>
            <a:endParaRPr lang="en-US" altLang="en-US"/>
          </a:p>
        </p:txBody>
      </p:sp>
      <p:sp>
        <p:nvSpPr>
          <p:cNvPr id="699394" name="Rectangle 2"/>
          <p:cNvSpPr>
            <a:spLocks noRot="1" noChangeArrowheads="1" noTextEdit="1"/>
          </p:cNvSpPr>
          <p:nvPr>
            <p:ph type="sldImg"/>
          </p:nvPr>
        </p:nvSpPr>
        <p:spPr>
          <a:ln/>
        </p:spPr>
      </p:sp>
      <p:sp>
        <p:nvSpPr>
          <p:cNvPr id="69939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A6E2EF-F4D8-40A3-B4EC-A861DD6FC1DA}" type="slidenum">
              <a:rPr lang="en-US" altLang="en-US"/>
              <a:pPr/>
              <a:t>43</a:t>
            </a:fld>
            <a:endParaRPr lang="en-US" altLang="en-US"/>
          </a:p>
        </p:txBody>
      </p:sp>
      <p:sp>
        <p:nvSpPr>
          <p:cNvPr id="603138" name="Rectangle 2"/>
          <p:cNvSpPr>
            <a:spLocks noRot="1" noChangeArrowheads="1" noTextEdit="1"/>
          </p:cNvSpPr>
          <p:nvPr>
            <p:ph type="sldImg"/>
          </p:nvPr>
        </p:nvSpPr>
        <p:spPr>
          <a:ln/>
        </p:spPr>
      </p:sp>
      <p:sp>
        <p:nvSpPr>
          <p:cNvPr id="6031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E0BB0C-1E2F-407B-8899-41FC8FD30873}" type="slidenum">
              <a:rPr lang="en-US" altLang="en-US"/>
              <a:pPr/>
              <a:t>44</a:t>
            </a:fld>
            <a:endParaRPr lang="en-US" altLang="en-US"/>
          </a:p>
        </p:txBody>
      </p:sp>
      <p:sp>
        <p:nvSpPr>
          <p:cNvPr id="717826" name="Rectangle 2"/>
          <p:cNvSpPr>
            <a:spLocks noRot="1" noChangeArrowheads="1" noTextEdit="1"/>
          </p:cNvSpPr>
          <p:nvPr>
            <p:ph type="sldImg"/>
          </p:nvPr>
        </p:nvSpPr>
        <p:spPr>
          <a:ln/>
        </p:spPr>
      </p:sp>
      <p:sp>
        <p:nvSpPr>
          <p:cNvPr id="71782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B04D8A-E493-4CC0-8EC3-96F4B7331D9D}" type="slidenum">
              <a:rPr lang="en-US" altLang="en-US"/>
              <a:pPr/>
              <a:t>45</a:t>
            </a:fld>
            <a:endParaRPr lang="en-US" altLang="en-US"/>
          </a:p>
        </p:txBody>
      </p:sp>
      <p:sp>
        <p:nvSpPr>
          <p:cNvPr id="701442" name="Rectangle 2"/>
          <p:cNvSpPr>
            <a:spLocks noRot="1" noChangeArrowheads="1" noTextEdit="1"/>
          </p:cNvSpPr>
          <p:nvPr>
            <p:ph type="sldImg"/>
          </p:nvPr>
        </p:nvSpPr>
        <p:spPr>
          <a:ln/>
        </p:spPr>
      </p:sp>
      <p:sp>
        <p:nvSpPr>
          <p:cNvPr id="701443"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0946" name="Group 2"/>
          <p:cNvGrpSpPr>
            <a:grpSpLocks/>
          </p:cNvGrpSpPr>
          <p:nvPr/>
        </p:nvGrpSpPr>
        <p:grpSpPr bwMode="auto">
          <a:xfrm>
            <a:off x="0" y="2438400"/>
            <a:ext cx="9009063" cy="1052513"/>
            <a:chOff x="0" y="1536"/>
            <a:chExt cx="5675" cy="663"/>
          </a:xfrm>
        </p:grpSpPr>
        <p:grpSp>
          <p:nvGrpSpPr>
            <p:cNvPr id="210947" name="Group 3"/>
            <p:cNvGrpSpPr>
              <a:grpSpLocks/>
            </p:cNvGrpSpPr>
            <p:nvPr/>
          </p:nvGrpSpPr>
          <p:grpSpPr bwMode="auto">
            <a:xfrm>
              <a:off x="183" y="1604"/>
              <a:ext cx="448" cy="299"/>
              <a:chOff x="720" y="336"/>
              <a:chExt cx="624" cy="432"/>
            </a:xfrm>
          </p:grpSpPr>
          <p:sp>
            <p:nvSpPr>
              <p:cNvPr id="210948"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49"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0950" name="Group 6"/>
            <p:cNvGrpSpPr>
              <a:grpSpLocks/>
            </p:cNvGrpSpPr>
            <p:nvPr/>
          </p:nvGrpSpPr>
          <p:grpSpPr bwMode="auto">
            <a:xfrm>
              <a:off x="261" y="1870"/>
              <a:ext cx="465" cy="299"/>
              <a:chOff x="912" y="2640"/>
              <a:chExt cx="672" cy="432"/>
            </a:xfrm>
          </p:grpSpPr>
          <p:sp>
            <p:nvSpPr>
              <p:cNvPr id="210951"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2"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10953"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4"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5"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smtClean="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smtClean="0"/>
              <a:t>Click to edit Master subtitle style</a:t>
            </a:r>
          </a:p>
        </p:txBody>
      </p:sp>
      <p:sp>
        <p:nvSpPr>
          <p:cNvPr id="210958" name="Rectangle 14"/>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defRPr>
            </a:lvl1pPr>
          </a:lstStyle>
          <a:p>
            <a:endParaRPr lang="en-US" altLang="en-US"/>
          </a:p>
        </p:txBody>
      </p:sp>
      <p:sp>
        <p:nvSpPr>
          <p:cNvPr id="210959" name="Rectangle 15"/>
          <p:cNvSpPr>
            <a:spLocks noGrp="1" noChangeArrowheads="1"/>
          </p:cNvSpPr>
          <p:nvPr>
            <p:ph type="ftr" sz="quarter" idx="3"/>
          </p:nvPr>
        </p:nvSpPr>
        <p:spPr>
          <a:xfrm>
            <a:off x="3429000" y="6248400"/>
            <a:ext cx="2895600" cy="457200"/>
          </a:xfrm>
        </p:spPr>
        <p:txBody>
          <a:bodyPr/>
          <a:lstStyle>
            <a:lvl1pPr algn="ctr">
              <a:defRPr sz="1400" b="0">
                <a:solidFill>
                  <a:schemeClr val="bg2"/>
                </a:solidFill>
              </a:defRPr>
            </a:lvl1pPr>
          </a:lstStyle>
          <a:p>
            <a:r>
              <a:rPr lang="en-US" altLang="en-US"/>
              <a:t>TCP/IP Protocol Suite</a:t>
            </a:r>
          </a:p>
        </p:txBody>
      </p:sp>
      <p:sp>
        <p:nvSpPr>
          <p:cNvPr id="210960"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F0DD07F7-878B-4638-86E0-155DD1AE990B}" type="slidenum">
              <a:rPr lang="en-US" altLang="en-US"/>
              <a:pPr/>
              <a:t>‹#›</a:t>
            </a:fld>
            <a:endParaRPr lang="en-US" altLang="en-US"/>
          </a:p>
        </p:txBody>
      </p:sp>
      <p:sp>
        <p:nvSpPr>
          <p:cNvPr id="210961" name="Text Box 17"/>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210962" name="Text Box 18"/>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p:cNvSpPr>
            <a:spLocks noGrp="1"/>
          </p:cNvSpPr>
          <p:nvPr>
            <p:ph type="sldNum" sz="quarter" idx="11"/>
          </p:nvPr>
        </p:nvSpPr>
        <p:spPr/>
        <p:txBody>
          <a:bodyPr/>
          <a:lstStyle>
            <a:lvl1pPr>
              <a:defRPr/>
            </a:lvl1pPr>
          </a:lstStyle>
          <a:p>
            <a:fld id="{D0619A28-486D-4A35-A586-06E940E10A4C}" type="slidenum">
              <a:rPr lang="en-US" altLang="en-US"/>
              <a:pPr/>
              <a:t>‹#›</a:t>
            </a:fld>
            <a:endParaRPr lang="en-US" altLang="en-US"/>
          </a:p>
        </p:txBody>
      </p:sp>
    </p:spTree>
    <p:extLst>
      <p:ext uri="{BB962C8B-B14F-4D97-AF65-F5344CB8AC3E}">
        <p14:creationId xmlns:p14="http://schemas.microsoft.com/office/powerpoint/2010/main" val="3588954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
        <p:nvSpPr>
          <p:cNvPr id="4" name="Footer Placeholder 3"/>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p:cNvSpPr>
            <a:spLocks noGrp="1"/>
          </p:cNvSpPr>
          <p:nvPr>
            <p:ph type="sldNum" sz="quarter" idx="11"/>
          </p:nvPr>
        </p:nvSpPr>
        <p:spPr/>
        <p:txBody>
          <a:bodyPr/>
          <a:lstStyle>
            <a:lvl1pPr>
              <a:defRPr/>
            </a:lvl1pPr>
          </a:lstStyle>
          <a:p>
            <a:fld id="{5E6F7460-8329-4193-9663-6979B56815DC}" type="slidenum">
              <a:rPr lang="en-US" altLang="en-US"/>
              <a:pPr/>
              <a:t>‹#›</a:t>
            </a:fld>
            <a:endParaRPr lang="en-US" altLang="en-US"/>
          </a:p>
        </p:txBody>
      </p:sp>
    </p:spTree>
    <p:extLst>
      <p:ext uri="{BB962C8B-B14F-4D97-AF65-F5344CB8AC3E}">
        <p14:creationId xmlns:p14="http://schemas.microsoft.com/office/powerpoint/2010/main" val="1204054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1"/>
          </p:nvPr>
        </p:nvSpPr>
        <p:spPr/>
        <p:txBody>
          <a:bodyPr/>
          <a:lstStyle>
            <a:lvl1pPr>
              <a:defRPr/>
            </a:lvl1pPr>
          </a:lstStyle>
          <a:p>
            <a:fld id="{FFF3CDFC-F2A8-45C8-B6B9-B0AA2AF726D1}" type="slidenum">
              <a:rPr lang="en-US" altLang="en-US"/>
              <a:pPr/>
              <a:t>‹#›</a:t>
            </a:fld>
            <a:endParaRPr lang="en-US" altLang="en-US"/>
          </a:p>
        </p:txBody>
      </p:sp>
    </p:spTree>
    <p:extLst>
      <p:ext uri="{BB962C8B-B14F-4D97-AF65-F5344CB8AC3E}">
        <p14:creationId xmlns:p14="http://schemas.microsoft.com/office/powerpoint/2010/main" val="608313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r>
              <a:rPr lang="en-US" altLang="en-US"/>
              <a:t>TCP/IP Protocol Suite</a:t>
            </a:r>
          </a:p>
        </p:txBody>
      </p:sp>
      <p:sp>
        <p:nvSpPr>
          <p:cNvPr id="8" name="Slide Number Placeholder 7"/>
          <p:cNvSpPr>
            <a:spLocks noGrp="1"/>
          </p:cNvSpPr>
          <p:nvPr>
            <p:ph type="sldNum" sz="quarter" idx="11"/>
          </p:nvPr>
        </p:nvSpPr>
        <p:spPr/>
        <p:txBody>
          <a:bodyPr/>
          <a:lstStyle>
            <a:lvl1pPr>
              <a:defRPr/>
            </a:lvl1pPr>
          </a:lstStyle>
          <a:p>
            <a:fld id="{42409B87-671F-46EC-805D-7E61BD6FE8E8}" type="slidenum">
              <a:rPr lang="en-US" altLang="en-US"/>
              <a:pPr/>
              <a:t>‹#›</a:t>
            </a:fld>
            <a:endParaRPr lang="en-US" altLang="en-US"/>
          </a:p>
        </p:txBody>
      </p:sp>
    </p:spTree>
    <p:extLst>
      <p:ext uri="{BB962C8B-B14F-4D97-AF65-F5344CB8AC3E}">
        <p14:creationId xmlns:p14="http://schemas.microsoft.com/office/powerpoint/2010/main" val="2496998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r>
              <a:rPr lang="en-US" altLang="en-US"/>
              <a:t>TCP/IP Protocol Suite</a:t>
            </a:r>
          </a:p>
        </p:txBody>
      </p:sp>
      <p:sp>
        <p:nvSpPr>
          <p:cNvPr id="4" name="Slide Number Placeholder 3"/>
          <p:cNvSpPr>
            <a:spLocks noGrp="1"/>
          </p:cNvSpPr>
          <p:nvPr>
            <p:ph type="sldNum" sz="quarter" idx="11"/>
          </p:nvPr>
        </p:nvSpPr>
        <p:spPr/>
        <p:txBody>
          <a:bodyPr/>
          <a:lstStyle>
            <a:lvl1pPr>
              <a:defRPr/>
            </a:lvl1pPr>
          </a:lstStyle>
          <a:p>
            <a:fld id="{4BD7C7DC-8A62-464D-B444-2380186FE500}" type="slidenum">
              <a:rPr lang="en-US" altLang="en-US"/>
              <a:pPr/>
              <a:t>‹#›</a:t>
            </a:fld>
            <a:endParaRPr lang="en-US" altLang="en-US"/>
          </a:p>
        </p:txBody>
      </p:sp>
    </p:spTree>
    <p:extLst>
      <p:ext uri="{BB962C8B-B14F-4D97-AF65-F5344CB8AC3E}">
        <p14:creationId xmlns:p14="http://schemas.microsoft.com/office/powerpoint/2010/main" val="633745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ltLang="en-US"/>
              <a:t>TCP/IP Protocol Suite</a:t>
            </a:r>
          </a:p>
        </p:txBody>
      </p:sp>
      <p:sp>
        <p:nvSpPr>
          <p:cNvPr id="3" name="Slide Number Placeholder 2"/>
          <p:cNvSpPr>
            <a:spLocks noGrp="1"/>
          </p:cNvSpPr>
          <p:nvPr>
            <p:ph type="sldNum" sz="quarter" idx="11"/>
          </p:nvPr>
        </p:nvSpPr>
        <p:spPr/>
        <p:txBody>
          <a:bodyPr/>
          <a:lstStyle>
            <a:lvl1pPr>
              <a:defRPr/>
            </a:lvl1pPr>
          </a:lstStyle>
          <a:p>
            <a:fld id="{FF51D64E-939D-404A-A8D8-6AF655700769}" type="slidenum">
              <a:rPr lang="en-US" altLang="en-US"/>
              <a:pPr/>
              <a:t>‹#›</a:t>
            </a:fld>
            <a:endParaRPr lang="en-US" altLang="en-US"/>
          </a:p>
        </p:txBody>
      </p:sp>
    </p:spTree>
    <p:extLst>
      <p:ext uri="{BB962C8B-B14F-4D97-AF65-F5344CB8AC3E}">
        <p14:creationId xmlns:p14="http://schemas.microsoft.com/office/powerpoint/2010/main" val="117400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Footer Placeholder 4"/>
          <p:cNvSpPr>
            <a:spLocks noGrp="1"/>
          </p:cNvSpPr>
          <p:nvPr>
            <p:ph type="ftr" sz="quarter" idx="10"/>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1"/>
          </p:nvPr>
        </p:nvSpPr>
        <p:spPr/>
        <p:txBody>
          <a:bodyPr/>
          <a:lstStyle>
            <a:lvl1pPr>
              <a:defRPr/>
            </a:lvl1pPr>
          </a:lstStyle>
          <a:p>
            <a:fld id="{6D514592-A617-43F6-844F-018CA39346AE}" type="slidenum">
              <a:rPr lang="en-US" altLang="en-US"/>
              <a:pPr/>
              <a:t>‹#›</a:t>
            </a:fld>
            <a:endParaRPr lang="en-US" altLang="en-US"/>
          </a:p>
        </p:txBody>
      </p:sp>
    </p:spTree>
    <p:extLst>
      <p:ext uri="{BB962C8B-B14F-4D97-AF65-F5344CB8AC3E}">
        <p14:creationId xmlns:p14="http://schemas.microsoft.com/office/powerpoint/2010/main" val="4112388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Footer Placeholder 4"/>
          <p:cNvSpPr>
            <a:spLocks noGrp="1"/>
          </p:cNvSpPr>
          <p:nvPr>
            <p:ph type="ftr" sz="quarter" idx="10"/>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1"/>
          </p:nvPr>
        </p:nvSpPr>
        <p:spPr/>
        <p:txBody>
          <a:bodyPr/>
          <a:lstStyle>
            <a:lvl1pPr>
              <a:defRPr/>
            </a:lvl1pPr>
          </a:lstStyle>
          <a:p>
            <a:fld id="{129590D9-F443-4DEF-B275-E8B404717587}" type="slidenum">
              <a:rPr lang="en-US" altLang="en-US"/>
              <a:pPr/>
              <a:t>‹#›</a:t>
            </a:fld>
            <a:endParaRPr lang="en-US" altLang="en-US"/>
          </a:p>
        </p:txBody>
      </p:sp>
    </p:spTree>
    <p:extLst>
      <p:ext uri="{BB962C8B-B14F-4D97-AF65-F5344CB8AC3E}">
        <p14:creationId xmlns:p14="http://schemas.microsoft.com/office/powerpoint/2010/main" val="712213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p:cNvSpPr>
            <a:spLocks noGrp="1"/>
          </p:cNvSpPr>
          <p:nvPr>
            <p:ph type="sldNum" sz="quarter" idx="11"/>
          </p:nvPr>
        </p:nvSpPr>
        <p:spPr/>
        <p:txBody>
          <a:bodyPr/>
          <a:lstStyle>
            <a:lvl1pPr>
              <a:defRPr/>
            </a:lvl1pPr>
          </a:lstStyle>
          <a:p>
            <a:fld id="{B459A70A-2B14-4506-A92B-7464CB6FF80E}" type="slidenum">
              <a:rPr lang="en-US" altLang="en-US"/>
              <a:pPr/>
              <a:t>‹#›</a:t>
            </a:fld>
            <a:endParaRPr lang="en-US" altLang="en-US"/>
          </a:p>
        </p:txBody>
      </p:sp>
    </p:spTree>
    <p:extLst>
      <p:ext uri="{BB962C8B-B14F-4D97-AF65-F5344CB8AC3E}">
        <p14:creationId xmlns:p14="http://schemas.microsoft.com/office/powerpoint/2010/main" val="3533281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p:cNvSpPr>
            <a:spLocks noGrp="1"/>
          </p:cNvSpPr>
          <p:nvPr>
            <p:ph type="sldNum" sz="quarter" idx="11"/>
          </p:nvPr>
        </p:nvSpPr>
        <p:spPr/>
        <p:txBody>
          <a:bodyPr/>
          <a:lstStyle>
            <a:lvl1pPr>
              <a:defRPr/>
            </a:lvl1pPr>
          </a:lstStyle>
          <a:p>
            <a:fld id="{A7B218AE-AD09-4B2C-9E93-8362E3DF1D72}" type="slidenum">
              <a:rPr lang="en-US" altLang="en-US"/>
              <a:pPr/>
              <a:t>‹#›</a:t>
            </a:fld>
            <a:endParaRPr lang="en-US" altLang="en-US"/>
          </a:p>
        </p:txBody>
      </p:sp>
    </p:spTree>
    <p:extLst>
      <p:ext uri="{BB962C8B-B14F-4D97-AF65-F5344CB8AC3E}">
        <p14:creationId xmlns:p14="http://schemas.microsoft.com/office/powerpoint/2010/main" val="63249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3" name="Table Placeholder 2"/>
          <p:cNvSpPr>
            <a:spLocks noGrp="1"/>
          </p:cNvSpPr>
          <p:nvPr>
            <p:ph type="tbl" idx="1"/>
          </p:nvPr>
        </p:nvSpPr>
        <p:spPr>
          <a:xfrm>
            <a:off x="628650" y="1825625"/>
            <a:ext cx="7886700" cy="4351338"/>
          </a:xfrm>
          <a:prstGeom prst="rect">
            <a:avLst/>
          </a:prstGeom>
        </p:spPr>
        <p:txBody>
          <a:bodyPr/>
          <a:lstStyle/>
          <a:p>
            <a:endParaRPr lang="en-US"/>
          </a:p>
        </p:txBody>
      </p:sp>
      <p:sp>
        <p:nvSpPr>
          <p:cNvPr id="4" name="Footer Placeholder 3"/>
          <p:cNvSpPr>
            <a:spLocks noGrp="1"/>
          </p:cNvSpPr>
          <p:nvPr>
            <p:ph type="ftr" sz="quarter" idx="10"/>
          </p:nvPr>
        </p:nvSpPr>
        <p:spPr>
          <a:xfrm>
            <a:off x="76200" y="6248400"/>
            <a:ext cx="2895600" cy="457200"/>
          </a:xfrm>
        </p:spPr>
        <p:txBody>
          <a:bodyPr/>
          <a:lstStyle>
            <a:lvl1pPr>
              <a:defRPr/>
            </a:lvl1pPr>
          </a:lstStyle>
          <a:p>
            <a:r>
              <a:rPr lang="en-US" altLang="en-US"/>
              <a:t>TCP/IP Protocol Suite</a:t>
            </a:r>
          </a:p>
        </p:txBody>
      </p:sp>
      <p:sp>
        <p:nvSpPr>
          <p:cNvPr id="5" name="Slide Number Placeholder 4"/>
          <p:cNvSpPr>
            <a:spLocks noGrp="1"/>
          </p:cNvSpPr>
          <p:nvPr>
            <p:ph type="sldNum" sz="quarter" idx="11"/>
          </p:nvPr>
        </p:nvSpPr>
        <p:spPr>
          <a:xfrm>
            <a:off x="7042150" y="6243638"/>
            <a:ext cx="1905000" cy="457200"/>
          </a:xfrm>
        </p:spPr>
        <p:txBody>
          <a:bodyPr/>
          <a:lstStyle>
            <a:lvl1pPr>
              <a:defRPr/>
            </a:lvl1pPr>
          </a:lstStyle>
          <a:p>
            <a:fld id="{8B65CEB6-F26D-47B8-8F31-2A87A9527A94}" type="slidenum">
              <a:rPr lang="en-US" altLang="en-US"/>
              <a:pPr/>
              <a:t>‹#›</a:t>
            </a:fld>
            <a:endParaRPr lang="en-US" altLang="en-US"/>
          </a:p>
        </p:txBody>
      </p:sp>
    </p:spTree>
    <p:extLst>
      <p:ext uri="{BB962C8B-B14F-4D97-AF65-F5344CB8AC3E}">
        <p14:creationId xmlns:p14="http://schemas.microsoft.com/office/powerpoint/2010/main" val="158898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3" name="SmartArt Placeholder 2"/>
          <p:cNvSpPr>
            <a:spLocks noGrp="1"/>
          </p:cNvSpPr>
          <p:nvPr>
            <p:ph type="dgm" idx="1"/>
          </p:nvPr>
        </p:nvSpPr>
        <p:spPr>
          <a:xfrm>
            <a:off x="628650" y="1825625"/>
            <a:ext cx="7886700" cy="4351338"/>
          </a:xfrm>
          <a:prstGeom prst="rect">
            <a:avLst/>
          </a:prstGeom>
        </p:spPr>
        <p:txBody>
          <a:bodyPr/>
          <a:lstStyle/>
          <a:p>
            <a:endParaRPr lang="en-US"/>
          </a:p>
        </p:txBody>
      </p:sp>
      <p:sp>
        <p:nvSpPr>
          <p:cNvPr id="4" name="Footer Placeholder 3"/>
          <p:cNvSpPr>
            <a:spLocks noGrp="1"/>
          </p:cNvSpPr>
          <p:nvPr>
            <p:ph type="ftr" sz="quarter" idx="10"/>
          </p:nvPr>
        </p:nvSpPr>
        <p:spPr>
          <a:xfrm>
            <a:off x="76200" y="6248400"/>
            <a:ext cx="2895600" cy="457200"/>
          </a:xfrm>
        </p:spPr>
        <p:txBody>
          <a:bodyPr/>
          <a:lstStyle>
            <a:lvl1pPr>
              <a:defRPr/>
            </a:lvl1pPr>
          </a:lstStyle>
          <a:p>
            <a:r>
              <a:rPr lang="en-US" altLang="en-US"/>
              <a:t>TCP/IP Protocol Suite</a:t>
            </a:r>
          </a:p>
        </p:txBody>
      </p:sp>
      <p:sp>
        <p:nvSpPr>
          <p:cNvPr id="5" name="Slide Number Placeholder 4"/>
          <p:cNvSpPr>
            <a:spLocks noGrp="1"/>
          </p:cNvSpPr>
          <p:nvPr>
            <p:ph type="sldNum" sz="quarter" idx="11"/>
          </p:nvPr>
        </p:nvSpPr>
        <p:spPr>
          <a:xfrm>
            <a:off x="7042150" y="6243638"/>
            <a:ext cx="1905000" cy="457200"/>
          </a:xfrm>
        </p:spPr>
        <p:txBody>
          <a:bodyPr/>
          <a:lstStyle>
            <a:lvl1pPr>
              <a:defRPr/>
            </a:lvl1pPr>
          </a:lstStyle>
          <a:p>
            <a:fld id="{2299F4AE-1A0B-4E69-8398-F3C2804C3975}" type="slidenum">
              <a:rPr lang="en-US" altLang="en-US"/>
              <a:pPr/>
              <a:t>‹#›</a:t>
            </a:fld>
            <a:endParaRPr lang="en-US" altLang="en-US"/>
          </a:p>
        </p:txBody>
      </p:sp>
    </p:spTree>
    <p:extLst>
      <p:ext uri="{BB962C8B-B14F-4D97-AF65-F5344CB8AC3E}">
        <p14:creationId xmlns:p14="http://schemas.microsoft.com/office/powerpoint/2010/main" val="2450225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2" name="Rectangle 12"/>
          <p:cNvSpPr>
            <a:spLocks noGrp="1" noChangeArrowheads="1"/>
          </p:cNvSpPr>
          <p:nvPr>
            <p:ph type="ftr" sz="quarter" idx="3"/>
          </p:nvPr>
        </p:nvSpPr>
        <p:spPr bwMode="auto">
          <a:xfrm>
            <a:off x="76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r>
              <a:rPr lang="en-US" altLang="en-US"/>
              <a:t>TCP/IP Protocol Suite</a:t>
            </a:r>
          </a:p>
        </p:txBody>
      </p:sp>
      <p:sp>
        <p:nvSpPr>
          <p:cNvPr id="209933"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a:lvl1pPr>
          </a:lstStyle>
          <a:p>
            <a:fld id="{F6159652-47C9-4665-B6B2-EDC85CBF40A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png"/><Relationship Id="rId7" Type="http://schemas.openxmlformats.org/officeDocument/2006/relationships/image" Target="../media/image23.emf"/><Relationship Id="rId12" Type="http://schemas.openxmlformats.org/officeDocument/2006/relationships/image" Target="../media/image28.e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2.emf"/><Relationship Id="rId11" Type="http://schemas.openxmlformats.org/officeDocument/2006/relationships/image" Target="../media/image27.emf"/><Relationship Id="rId5" Type="http://schemas.openxmlformats.org/officeDocument/2006/relationships/image" Target="../media/image21.emf"/><Relationship Id="rId10" Type="http://schemas.openxmlformats.org/officeDocument/2006/relationships/image" Target="../media/image26.emf"/><Relationship Id="rId4" Type="http://schemas.openxmlformats.org/officeDocument/2006/relationships/image" Target="../media/image20.emf"/><Relationship Id="rId9" Type="http://schemas.openxmlformats.org/officeDocument/2006/relationships/image" Target="../media/image25.emf"/></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19.png"/><Relationship Id="rId7" Type="http://schemas.openxmlformats.org/officeDocument/2006/relationships/image" Target="../media/image32.emf"/><Relationship Id="rId12" Type="http://schemas.openxmlformats.org/officeDocument/2006/relationships/image" Target="../media/image37.emf"/><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1.emf"/><Relationship Id="rId11" Type="http://schemas.openxmlformats.org/officeDocument/2006/relationships/image" Target="../media/image36.emf"/><Relationship Id="rId5" Type="http://schemas.openxmlformats.org/officeDocument/2006/relationships/image" Target="../media/image30.emf"/><Relationship Id="rId10" Type="http://schemas.openxmlformats.org/officeDocument/2006/relationships/image" Target="../media/image35.emf"/><Relationship Id="rId4" Type="http://schemas.openxmlformats.org/officeDocument/2006/relationships/image" Target="../media/image29.emf"/><Relationship Id="rId9" Type="http://schemas.openxmlformats.org/officeDocument/2006/relationships/image" Target="../media/image34.emf"/></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3.emf"/><Relationship Id="rId5" Type="http://schemas.openxmlformats.org/officeDocument/2006/relationships/image" Target="../media/image42.emf"/><Relationship Id="rId4" Type="http://schemas.openxmlformats.org/officeDocument/2006/relationships/image" Target="../media/image41.emf"/></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emf"/><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emf"/><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tLang="en-US"/>
              <a:t>TCP/IP Protocol Suite</a:t>
            </a:r>
          </a:p>
        </p:txBody>
      </p:sp>
      <p:sp>
        <p:nvSpPr>
          <p:cNvPr id="8" name="Slide Number Placeholder 2"/>
          <p:cNvSpPr>
            <a:spLocks noGrp="1"/>
          </p:cNvSpPr>
          <p:nvPr>
            <p:ph type="sldNum" sz="quarter" idx="11"/>
          </p:nvPr>
        </p:nvSpPr>
        <p:spPr/>
        <p:txBody>
          <a:bodyPr/>
          <a:lstStyle/>
          <a:p>
            <a:fld id="{2E071466-18B9-4C49-94BD-F86A14E6BFB7}" type="slidenum">
              <a:rPr lang="en-US" altLang="en-US"/>
              <a:pPr/>
              <a:t>1</a:t>
            </a:fld>
            <a:endParaRPr lang="en-US" altLang="en-US"/>
          </a:p>
        </p:txBody>
      </p:sp>
      <p:sp>
        <p:nvSpPr>
          <p:cNvPr id="604162" name="Text Box 2"/>
          <p:cNvSpPr txBox="1">
            <a:spLocks noChangeArrowheads="1"/>
          </p:cNvSpPr>
          <p:nvPr/>
        </p:nvSpPr>
        <p:spPr bwMode="auto">
          <a:xfrm>
            <a:off x="1714500" y="6604000"/>
            <a:ext cx="5656263"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lvl1pPr defTabSz="1028700">
              <a:defRPr sz="2400">
                <a:solidFill>
                  <a:schemeClr val="tx1"/>
                </a:solidFill>
                <a:latin typeface="Times New Roman" panose="02020603050405020304" pitchFamily="18" charset="0"/>
              </a:defRPr>
            </a:lvl1pPr>
            <a:lvl2pPr marL="514350" defTabSz="1028700">
              <a:defRPr sz="2400">
                <a:solidFill>
                  <a:schemeClr val="tx1"/>
                </a:solidFill>
                <a:latin typeface="Times New Roman" panose="02020603050405020304" pitchFamily="18" charset="0"/>
              </a:defRPr>
            </a:lvl2pPr>
            <a:lvl3pPr marL="1028700" defTabSz="1028700">
              <a:defRPr sz="2400">
                <a:solidFill>
                  <a:schemeClr val="tx1"/>
                </a:solidFill>
                <a:latin typeface="Times New Roman" panose="02020603050405020304" pitchFamily="18" charset="0"/>
              </a:defRPr>
            </a:lvl3pPr>
            <a:lvl4pPr marL="1543050" defTabSz="1028700">
              <a:defRPr sz="2400">
                <a:solidFill>
                  <a:schemeClr val="tx1"/>
                </a:solidFill>
                <a:latin typeface="Times New Roman" panose="02020603050405020304" pitchFamily="18" charset="0"/>
              </a:defRPr>
            </a:lvl4pPr>
            <a:lvl5pPr marL="2057400" defTabSz="1028700">
              <a:defRPr sz="2400">
                <a:solidFill>
                  <a:schemeClr val="tx1"/>
                </a:solidFill>
                <a:latin typeface="Times New Roman" panose="02020603050405020304" pitchFamily="18" charset="0"/>
              </a:defRPr>
            </a:lvl5pPr>
            <a:lvl6pPr marL="2514600" defTabSz="1028700" fontAlgn="base">
              <a:spcBef>
                <a:spcPct val="0"/>
              </a:spcBef>
              <a:spcAft>
                <a:spcPct val="0"/>
              </a:spcAft>
              <a:defRPr sz="2400">
                <a:solidFill>
                  <a:schemeClr val="tx1"/>
                </a:solidFill>
                <a:latin typeface="Times New Roman" panose="02020603050405020304" pitchFamily="18" charset="0"/>
              </a:defRPr>
            </a:lvl6pPr>
            <a:lvl7pPr marL="2971800" defTabSz="1028700" fontAlgn="base">
              <a:spcBef>
                <a:spcPct val="0"/>
              </a:spcBef>
              <a:spcAft>
                <a:spcPct val="0"/>
              </a:spcAft>
              <a:defRPr sz="2400">
                <a:solidFill>
                  <a:schemeClr val="tx1"/>
                </a:solidFill>
                <a:latin typeface="Times New Roman" panose="02020603050405020304" pitchFamily="18" charset="0"/>
              </a:defRPr>
            </a:lvl7pPr>
            <a:lvl8pPr marL="3429000" defTabSz="1028700" fontAlgn="base">
              <a:spcBef>
                <a:spcPct val="0"/>
              </a:spcBef>
              <a:spcAft>
                <a:spcPct val="0"/>
              </a:spcAft>
              <a:defRPr sz="2400">
                <a:solidFill>
                  <a:schemeClr val="tx1"/>
                </a:solidFill>
                <a:latin typeface="Times New Roman" panose="02020603050405020304" pitchFamily="18" charset="0"/>
              </a:defRPr>
            </a:lvl8pPr>
            <a:lvl9pPr marL="3886200" defTabSz="10287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sz="1000" b="0">
                <a:latin typeface="Arial" panose="020B0604020202020204" pitchFamily="34" charset="0"/>
              </a:rPr>
              <a:t>Copyright </a:t>
            </a:r>
            <a:r>
              <a:rPr lang="en-US" altLang="en-US" sz="1000" b="0">
                <a:latin typeface="Arial" panose="020B0604020202020204" pitchFamily="34" charset="0"/>
                <a:cs typeface="Times New Roman" panose="02020603050405020304" pitchFamily="18" charset="0"/>
              </a:rPr>
              <a:t>© </a:t>
            </a:r>
            <a:r>
              <a:rPr lang="en-US" altLang="en-US" sz="1000" b="0">
                <a:latin typeface="Arial" panose="020B0604020202020204" pitchFamily="34" charset="0"/>
              </a:rPr>
              <a:t>The McGraw-Hill Companies, Inc. Permission required for reproduction or display.</a:t>
            </a:r>
          </a:p>
        </p:txBody>
      </p:sp>
      <p:pic>
        <p:nvPicPr>
          <p:cNvPr id="604163" name="Picture 3" descr="branding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47700"/>
          </a:xfrm>
          <a:prstGeom prst="rect">
            <a:avLst/>
          </a:prstGeom>
          <a:noFill/>
          <a:extLst>
            <a:ext uri="{909E8E84-426E-40DD-AFC4-6F175D3DCCD1}">
              <a14:hiddenFill xmlns:a14="http://schemas.microsoft.com/office/drawing/2010/main">
                <a:solidFill>
                  <a:srgbClr val="FFFFFF"/>
                </a:solidFill>
              </a14:hiddenFill>
            </a:ext>
          </a:extLst>
        </p:spPr>
      </p:pic>
      <p:sp>
        <p:nvSpPr>
          <p:cNvPr id="604164" name="Text Box 4"/>
          <p:cNvSpPr txBox="1">
            <a:spLocks noChangeArrowheads="1"/>
          </p:cNvSpPr>
          <p:nvPr/>
        </p:nvSpPr>
        <p:spPr bwMode="auto">
          <a:xfrm>
            <a:off x="187325" y="914400"/>
            <a:ext cx="4156075" cy="8239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4800">
                <a:latin typeface="Times" panose="02020603050405020304" pitchFamily="18" charset="0"/>
              </a:rPr>
              <a:t>Chapter 2</a:t>
            </a:r>
          </a:p>
        </p:txBody>
      </p:sp>
      <p:pic>
        <p:nvPicPr>
          <p:cNvPr id="604165" name="Picture 5" descr="Forouzan4e10lbj_nm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38700" y="1066800"/>
            <a:ext cx="4076700" cy="5168900"/>
          </a:xfrm>
          <a:prstGeom prst="rect">
            <a:avLst/>
          </a:prstGeom>
          <a:noFill/>
          <a:extLst>
            <a:ext uri="{909E8E84-426E-40DD-AFC4-6F175D3DCCD1}">
              <a14:hiddenFill xmlns:a14="http://schemas.microsoft.com/office/drawing/2010/main">
                <a:solidFill>
                  <a:srgbClr val="FFFFFF"/>
                </a:solidFill>
              </a14:hiddenFill>
            </a:ext>
          </a:extLst>
        </p:spPr>
      </p:pic>
      <p:sp>
        <p:nvSpPr>
          <p:cNvPr id="604166" name="Text Box 6"/>
          <p:cNvSpPr txBox="1">
            <a:spLocks noChangeArrowheads="1"/>
          </p:cNvSpPr>
          <p:nvPr/>
        </p:nvSpPr>
        <p:spPr bwMode="auto">
          <a:xfrm>
            <a:off x="263525" y="2209800"/>
            <a:ext cx="4156075" cy="301942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4800">
                <a:solidFill>
                  <a:schemeClr val="folHlink"/>
                </a:solidFill>
                <a:latin typeface="Times" panose="02020603050405020304" pitchFamily="18" charset="0"/>
              </a:rPr>
              <a:t>The OSI Model and the TCP/IP Protocol Suite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ltLang="en-US"/>
              <a:t>TCP/IP Protocol Suite</a:t>
            </a:r>
          </a:p>
        </p:txBody>
      </p:sp>
      <p:sp>
        <p:nvSpPr>
          <p:cNvPr id="5" name="Slide Number Placeholder 4"/>
          <p:cNvSpPr>
            <a:spLocks noGrp="1"/>
          </p:cNvSpPr>
          <p:nvPr>
            <p:ph type="sldNum" sz="quarter" idx="11"/>
          </p:nvPr>
        </p:nvSpPr>
        <p:spPr/>
        <p:txBody>
          <a:bodyPr/>
          <a:lstStyle/>
          <a:p>
            <a:fld id="{36434DE2-65A2-449E-878A-BBAE25F47D87}" type="slidenum">
              <a:rPr lang="en-US" altLang="en-US"/>
              <a:pPr/>
              <a:t>2</a:t>
            </a:fld>
            <a:endParaRPr lang="en-US" altLang="en-US"/>
          </a:p>
        </p:txBody>
      </p:sp>
      <p:sp>
        <p:nvSpPr>
          <p:cNvPr id="606210" name="Rectangle 2"/>
          <p:cNvSpPr>
            <a:spLocks noGrp="1" noChangeArrowheads="1"/>
          </p:cNvSpPr>
          <p:nvPr>
            <p:ph type="title"/>
          </p:nvPr>
        </p:nvSpPr>
        <p:spPr bwMode="auto">
          <a:xfrm>
            <a:off x="152400" y="0"/>
            <a:ext cx="82296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en-US" b="1" u="sng">
                <a:solidFill>
                  <a:schemeClr val="hlink"/>
                </a:solidFill>
                <a:effectLst>
                  <a:outerShdw blurRad="38100" dist="38100" dir="2700000" algn="tl">
                    <a:srgbClr val="C0C0C0"/>
                  </a:outerShdw>
                </a:effectLst>
              </a:rPr>
              <a:t>OBJECTIVES:</a:t>
            </a:r>
          </a:p>
        </p:txBody>
      </p:sp>
      <p:sp>
        <p:nvSpPr>
          <p:cNvPr id="606211" name="Rectangle 3"/>
          <p:cNvSpPr>
            <a:spLocks noChangeArrowheads="1"/>
          </p:cNvSpPr>
          <p:nvPr/>
        </p:nvSpPr>
        <p:spPr bwMode="auto">
          <a:xfrm>
            <a:off x="76200" y="990600"/>
            <a:ext cx="89916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Aft>
                <a:spcPct val="20000"/>
              </a:spcAft>
              <a:buSzTx/>
              <a:buFont typeface="Wingdings" panose="05000000000000000000" pitchFamily="2" charset="2"/>
              <a:buChar char="q"/>
            </a:pPr>
            <a:r>
              <a:rPr lang="en-US" altLang="en-US" sz="2400">
                <a:latin typeface="Times New Roman" panose="02020603050405020304" pitchFamily="18" charset="0"/>
              </a:rPr>
              <a:t>To discuss the idea of multiple layering in data communication and networking and the interrelationship between layers.</a:t>
            </a:r>
          </a:p>
          <a:p>
            <a:pPr eaLnBrk="1" hangingPunct="1">
              <a:spcAft>
                <a:spcPct val="20000"/>
              </a:spcAft>
              <a:buSzTx/>
              <a:buFont typeface="Wingdings" panose="05000000000000000000" pitchFamily="2" charset="2"/>
              <a:buChar char="q"/>
            </a:pPr>
            <a:r>
              <a:rPr lang="en-US" altLang="en-US" sz="2400">
                <a:latin typeface="Times New Roman" panose="02020603050405020304" pitchFamily="18" charset="0"/>
              </a:rPr>
              <a:t>To discuss the OSI model and its layer architecture and to show the interface between the layers.</a:t>
            </a:r>
          </a:p>
          <a:p>
            <a:pPr eaLnBrk="1" hangingPunct="1">
              <a:spcAft>
                <a:spcPct val="20000"/>
              </a:spcAft>
              <a:buSzTx/>
              <a:buFont typeface="Wingdings" panose="05000000000000000000" pitchFamily="2" charset="2"/>
              <a:buChar char="q"/>
            </a:pPr>
            <a:r>
              <a:rPr lang="en-US" altLang="en-US" sz="2400">
                <a:latin typeface="Times New Roman" panose="02020603050405020304" pitchFamily="18" charset="0"/>
              </a:rPr>
              <a:t>To briefly discuss the functions of each layer in the OSI model.</a:t>
            </a:r>
          </a:p>
          <a:p>
            <a:pPr eaLnBrk="1" hangingPunct="1">
              <a:spcAft>
                <a:spcPct val="20000"/>
              </a:spcAft>
              <a:buSzTx/>
              <a:buFont typeface="Wingdings" panose="05000000000000000000" pitchFamily="2" charset="2"/>
              <a:buChar char="q"/>
            </a:pPr>
            <a:r>
              <a:rPr lang="en-US" altLang="en-US" sz="2400">
                <a:latin typeface="Times New Roman" panose="02020603050405020304" pitchFamily="18" charset="0"/>
              </a:rPr>
              <a:t>To introduce the TCP/IP protocol suite and compare its layers with the ones in the OSI model.</a:t>
            </a:r>
          </a:p>
          <a:p>
            <a:pPr eaLnBrk="1" hangingPunct="1">
              <a:spcAft>
                <a:spcPct val="20000"/>
              </a:spcAft>
              <a:buSzTx/>
              <a:buFont typeface="Wingdings" panose="05000000000000000000" pitchFamily="2" charset="2"/>
              <a:buChar char="q"/>
            </a:pPr>
            <a:r>
              <a:rPr lang="en-US" altLang="en-US" sz="2400">
                <a:latin typeface="Times New Roman" panose="02020603050405020304" pitchFamily="18" charset="0"/>
              </a:rPr>
              <a:t>To show the functionality of each layer in the TCP/IP protocol with some examples.</a:t>
            </a:r>
          </a:p>
          <a:p>
            <a:pPr eaLnBrk="1" hangingPunct="1">
              <a:spcAft>
                <a:spcPct val="20000"/>
              </a:spcAft>
              <a:buSzTx/>
              <a:buFont typeface="Wingdings" panose="05000000000000000000" pitchFamily="2" charset="2"/>
              <a:buChar char="q"/>
            </a:pPr>
            <a:r>
              <a:rPr lang="en-US" altLang="en-US" sz="2400">
                <a:latin typeface="Times New Roman" panose="02020603050405020304" pitchFamily="18" charset="0"/>
              </a:rPr>
              <a:t>To discuss the addressing mechanism used in some layers of the TCP/IP protocol suite for the delivery of a message from the source to the destination.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606211">
                                            <p:txEl>
                                              <p:pRg st="0" end="0"/>
                                            </p:txEl>
                                          </p:spTgt>
                                        </p:tgtEl>
                                        <p:attrNameLst>
                                          <p:attrName>style.visibility</p:attrName>
                                        </p:attrNameLst>
                                      </p:cBhvr>
                                      <p:to>
                                        <p:strVal val="visible"/>
                                      </p:to>
                                    </p:set>
                                    <p:anim calcmode="lin" valueType="num">
                                      <p:cBhvr>
                                        <p:cTn id="7" dur="500" fill="hold"/>
                                        <p:tgtEl>
                                          <p:spTgt spid="6062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0621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06211">
                                            <p:txEl>
                                              <p:pRg st="0" end="0"/>
                                            </p:txEl>
                                          </p:spTgt>
                                        </p:tgtEl>
                                      </p:cBhvr>
                                    </p:animEffect>
                                  </p:childTnLst>
                                  <p:subTnLst>
                                    <p:animClr clrSpc="rgb" dir="cw">
                                      <p:cBhvr override="childStyle">
                                        <p:cTn dur="1" fill="hold" display="0" masterRel="nextClick" afterEffect="1"/>
                                        <p:tgtEl>
                                          <p:spTgt spid="606211">
                                            <p:txEl>
                                              <p:pRg st="0" end="0"/>
                                            </p:txEl>
                                          </p:spTgt>
                                        </p:tgtEl>
                                        <p:attrNameLst>
                                          <p:attrName>ppt_c</p:attrName>
                                        </p:attrNameLst>
                                      </p:cBhvr>
                                      <p:to>
                                        <a:srgbClr val="B2B2B2"/>
                                      </p:to>
                                    </p:animClr>
                                  </p:sub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606211">
                                            <p:txEl>
                                              <p:pRg st="1" end="1"/>
                                            </p:txEl>
                                          </p:spTgt>
                                        </p:tgtEl>
                                        <p:attrNameLst>
                                          <p:attrName>style.visibility</p:attrName>
                                        </p:attrNameLst>
                                      </p:cBhvr>
                                      <p:to>
                                        <p:strVal val="visible"/>
                                      </p:to>
                                    </p:set>
                                    <p:anim calcmode="lin" valueType="num">
                                      <p:cBhvr>
                                        <p:cTn id="14" dur="500" fill="hold"/>
                                        <p:tgtEl>
                                          <p:spTgt spid="60621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0621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06211">
                                            <p:txEl>
                                              <p:pRg st="1" end="1"/>
                                            </p:txEl>
                                          </p:spTgt>
                                        </p:tgtEl>
                                      </p:cBhvr>
                                    </p:animEffect>
                                  </p:childTnLst>
                                  <p:subTnLst>
                                    <p:animClr clrSpc="rgb" dir="cw">
                                      <p:cBhvr override="childStyle">
                                        <p:cTn dur="1" fill="hold" display="0" masterRel="nextClick" afterEffect="1"/>
                                        <p:tgtEl>
                                          <p:spTgt spid="606211">
                                            <p:txEl>
                                              <p:pRg st="1" end="1"/>
                                            </p:txEl>
                                          </p:spTgt>
                                        </p:tgtEl>
                                        <p:attrNameLst>
                                          <p:attrName>ppt_c</p:attrName>
                                        </p:attrNameLst>
                                      </p:cBhvr>
                                      <p:to>
                                        <a:srgbClr val="B2B2B2"/>
                                      </p:to>
                                    </p:animClr>
                                  </p:sub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606211">
                                            <p:txEl>
                                              <p:pRg st="2" end="2"/>
                                            </p:txEl>
                                          </p:spTgt>
                                        </p:tgtEl>
                                        <p:attrNameLst>
                                          <p:attrName>style.visibility</p:attrName>
                                        </p:attrNameLst>
                                      </p:cBhvr>
                                      <p:to>
                                        <p:strVal val="visible"/>
                                      </p:to>
                                    </p:set>
                                    <p:anim calcmode="lin" valueType="num">
                                      <p:cBhvr>
                                        <p:cTn id="21" dur="500" fill="hold"/>
                                        <p:tgtEl>
                                          <p:spTgt spid="60621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60621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606211">
                                            <p:txEl>
                                              <p:pRg st="2" end="2"/>
                                            </p:txEl>
                                          </p:spTgt>
                                        </p:tgtEl>
                                      </p:cBhvr>
                                    </p:animEffect>
                                  </p:childTnLst>
                                  <p:subTnLst>
                                    <p:animClr clrSpc="rgb" dir="cw">
                                      <p:cBhvr override="childStyle">
                                        <p:cTn dur="1" fill="hold" display="0" masterRel="nextClick" afterEffect="1"/>
                                        <p:tgtEl>
                                          <p:spTgt spid="606211">
                                            <p:txEl>
                                              <p:pRg st="2" end="2"/>
                                            </p:txEl>
                                          </p:spTgt>
                                        </p:tgtEl>
                                        <p:attrNameLst>
                                          <p:attrName>ppt_c</p:attrName>
                                        </p:attrNameLst>
                                      </p:cBhvr>
                                      <p:to>
                                        <a:srgbClr val="B2B2B2"/>
                                      </p:to>
                                    </p:animClr>
                                  </p:sub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606211">
                                            <p:txEl>
                                              <p:pRg st="3" end="3"/>
                                            </p:txEl>
                                          </p:spTgt>
                                        </p:tgtEl>
                                        <p:attrNameLst>
                                          <p:attrName>style.visibility</p:attrName>
                                        </p:attrNameLst>
                                      </p:cBhvr>
                                      <p:to>
                                        <p:strVal val="visible"/>
                                      </p:to>
                                    </p:set>
                                    <p:anim calcmode="lin" valueType="num">
                                      <p:cBhvr>
                                        <p:cTn id="28" dur="500" fill="hold"/>
                                        <p:tgtEl>
                                          <p:spTgt spid="606211">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606211">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606211">
                                            <p:txEl>
                                              <p:pRg st="3" end="3"/>
                                            </p:txEl>
                                          </p:spTgt>
                                        </p:tgtEl>
                                      </p:cBhvr>
                                    </p:animEffect>
                                  </p:childTnLst>
                                  <p:subTnLst>
                                    <p:animClr clrSpc="rgb" dir="cw">
                                      <p:cBhvr override="childStyle">
                                        <p:cTn dur="1" fill="hold" display="0" masterRel="nextClick" afterEffect="1"/>
                                        <p:tgtEl>
                                          <p:spTgt spid="606211">
                                            <p:txEl>
                                              <p:pRg st="3" end="3"/>
                                            </p:txEl>
                                          </p:spTgt>
                                        </p:tgtEl>
                                        <p:attrNameLst>
                                          <p:attrName>ppt_c</p:attrName>
                                        </p:attrNameLst>
                                      </p:cBhvr>
                                      <p:to>
                                        <a:srgbClr val="B2B2B2"/>
                                      </p:to>
                                    </p:animClr>
                                  </p:sub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606211">
                                            <p:txEl>
                                              <p:pRg st="4" end="4"/>
                                            </p:txEl>
                                          </p:spTgt>
                                        </p:tgtEl>
                                        <p:attrNameLst>
                                          <p:attrName>style.visibility</p:attrName>
                                        </p:attrNameLst>
                                      </p:cBhvr>
                                      <p:to>
                                        <p:strVal val="visible"/>
                                      </p:to>
                                    </p:set>
                                    <p:anim calcmode="lin" valueType="num">
                                      <p:cBhvr>
                                        <p:cTn id="35" dur="500" fill="hold"/>
                                        <p:tgtEl>
                                          <p:spTgt spid="606211">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606211">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606211">
                                            <p:txEl>
                                              <p:pRg st="4" end="4"/>
                                            </p:txEl>
                                          </p:spTgt>
                                        </p:tgtEl>
                                      </p:cBhvr>
                                    </p:animEffect>
                                  </p:childTnLst>
                                  <p:subTnLst>
                                    <p:animClr clrSpc="rgb" dir="cw">
                                      <p:cBhvr override="childStyle">
                                        <p:cTn dur="1" fill="hold" display="0" masterRel="nextClick" afterEffect="1"/>
                                        <p:tgtEl>
                                          <p:spTgt spid="606211">
                                            <p:txEl>
                                              <p:pRg st="4" end="4"/>
                                            </p:txEl>
                                          </p:spTgt>
                                        </p:tgtEl>
                                        <p:attrNameLst>
                                          <p:attrName>ppt_c</p:attrName>
                                        </p:attrNameLst>
                                      </p:cBhvr>
                                      <p:to>
                                        <a:srgbClr val="B2B2B2"/>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606211">
                                            <p:txEl>
                                              <p:pRg st="5" end="5"/>
                                            </p:txEl>
                                          </p:spTgt>
                                        </p:tgtEl>
                                        <p:attrNameLst>
                                          <p:attrName>style.visibility</p:attrName>
                                        </p:attrNameLst>
                                      </p:cBhvr>
                                      <p:to>
                                        <p:strVal val="visible"/>
                                      </p:to>
                                    </p:set>
                                    <p:anim calcmode="lin" valueType="num">
                                      <p:cBhvr>
                                        <p:cTn id="42" dur="500" fill="hold"/>
                                        <p:tgtEl>
                                          <p:spTgt spid="606211">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606211">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606211">
                                            <p:txEl>
                                              <p:pRg st="5" end="5"/>
                                            </p:txEl>
                                          </p:spTgt>
                                        </p:tgtEl>
                                      </p:cBhvr>
                                    </p:animEffect>
                                  </p:childTnLst>
                                  <p:subTnLst>
                                    <p:animClr clrSpc="rgb" dir="cw">
                                      <p:cBhvr override="childStyle">
                                        <p:cTn dur="1" fill="hold" display="0" masterRel="nextClick" afterEffect="1"/>
                                        <p:tgtEl>
                                          <p:spTgt spid="606211">
                                            <p:txEl>
                                              <p:pRg st="5" end="5"/>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3"/>
          <p:cNvSpPr>
            <a:spLocks noGrp="1"/>
          </p:cNvSpPr>
          <p:nvPr>
            <p:ph type="ftr" sz="quarter" idx="10"/>
          </p:nvPr>
        </p:nvSpPr>
        <p:spPr/>
        <p:txBody>
          <a:bodyPr/>
          <a:lstStyle/>
          <a:p>
            <a:r>
              <a:rPr lang="en-US" altLang="en-US"/>
              <a:t>TCP/IP Protocol Suite</a:t>
            </a:r>
          </a:p>
        </p:txBody>
      </p:sp>
      <p:sp>
        <p:nvSpPr>
          <p:cNvPr id="10" name="Slide Number Placeholder 4"/>
          <p:cNvSpPr>
            <a:spLocks noGrp="1"/>
          </p:cNvSpPr>
          <p:nvPr>
            <p:ph type="sldNum" sz="quarter" idx="11"/>
          </p:nvPr>
        </p:nvSpPr>
        <p:spPr/>
        <p:txBody>
          <a:bodyPr/>
          <a:lstStyle/>
          <a:p>
            <a:fld id="{12C790A0-0EEF-4E1A-8957-26260BD0C247}" type="slidenum">
              <a:rPr lang="en-US" altLang="en-US"/>
              <a:pPr/>
              <a:t>3</a:t>
            </a:fld>
            <a:endParaRPr lang="en-US" altLang="en-US"/>
          </a:p>
        </p:txBody>
      </p:sp>
      <p:sp>
        <p:nvSpPr>
          <p:cNvPr id="608258" name="Text Box 2"/>
          <p:cNvSpPr txBox="1">
            <a:spLocks noChangeArrowheads="1"/>
          </p:cNvSpPr>
          <p:nvPr/>
        </p:nvSpPr>
        <p:spPr bwMode="auto">
          <a:xfrm>
            <a:off x="822325" y="333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Symbol" panose="05050102010706020507" pitchFamily="18" charset="2"/>
            </a:endParaRPr>
          </a:p>
        </p:txBody>
      </p:sp>
      <p:sp>
        <p:nvSpPr>
          <p:cNvPr id="608259" name="Text Box 3"/>
          <p:cNvSpPr txBox="1">
            <a:spLocks noChangeArrowheads="1"/>
          </p:cNvSpPr>
          <p:nvPr/>
        </p:nvSpPr>
        <p:spPr bwMode="auto">
          <a:xfrm>
            <a:off x="152400" y="119063"/>
            <a:ext cx="26035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a:solidFill>
                  <a:schemeClr val="folHlink"/>
                </a:solidFill>
                <a:effectLst>
                  <a:outerShdw blurRad="38100" dist="38100" dir="2700000" algn="tl">
                    <a:srgbClr val="C0C0C0"/>
                  </a:outerShdw>
                </a:effectLst>
                <a:latin typeface="Zurich Ex BT" pitchFamily="34" charset="0"/>
              </a:rPr>
              <a:t>Chapter </a:t>
            </a:r>
            <a:br>
              <a:rPr lang="en-US" altLang="en-US" sz="4000">
                <a:solidFill>
                  <a:schemeClr val="folHlink"/>
                </a:solidFill>
                <a:effectLst>
                  <a:outerShdw blurRad="38100" dist="38100" dir="2700000" algn="tl">
                    <a:srgbClr val="C0C0C0"/>
                  </a:outerShdw>
                </a:effectLst>
                <a:latin typeface="Zurich Ex BT" pitchFamily="34" charset="0"/>
              </a:rPr>
            </a:br>
            <a:r>
              <a:rPr lang="en-US" altLang="en-US" sz="4000">
                <a:solidFill>
                  <a:schemeClr val="folHlink"/>
                </a:solidFill>
                <a:effectLst>
                  <a:outerShdw blurRad="38100" dist="38100" dir="2700000" algn="tl">
                    <a:srgbClr val="C0C0C0"/>
                  </a:outerShdw>
                </a:effectLst>
                <a:latin typeface="Zurich Ex BT" pitchFamily="34" charset="0"/>
              </a:rPr>
              <a:t>Outline</a:t>
            </a:r>
          </a:p>
        </p:txBody>
      </p:sp>
      <p:sp>
        <p:nvSpPr>
          <p:cNvPr id="608260" name="Line 4"/>
          <p:cNvSpPr>
            <a:spLocks noChangeShapeType="1"/>
          </p:cNvSpPr>
          <p:nvPr/>
        </p:nvSpPr>
        <p:spPr bwMode="auto">
          <a:xfrm>
            <a:off x="2590800" y="228600"/>
            <a:ext cx="0" cy="6172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8261" name="Text Box 5"/>
          <p:cNvSpPr txBox="1">
            <a:spLocks noChangeArrowheads="1"/>
          </p:cNvSpPr>
          <p:nvPr/>
        </p:nvSpPr>
        <p:spPr bwMode="auto">
          <a:xfrm>
            <a:off x="2819400" y="152400"/>
            <a:ext cx="3971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a:effectLst>
                  <a:outerShdw blurRad="38100" dist="38100" dir="2700000" algn="tl">
                    <a:srgbClr val="C0C0C0"/>
                  </a:outerShdw>
                </a:effectLst>
                <a:latin typeface="Adobe Heiti Std R" pitchFamily="34" charset="-128"/>
              </a:rPr>
              <a:t>2.1  Protocol Layers</a:t>
            </a:r>
          </a:p>
        </p:txBody>
      </p:sp>
      <p:sp>
        <p:nvSpPr>
          <p:cNvPr id="608262" name="Text Box 6"/>
          <p:cNvSpPr txBox="1">
            <a:spLocks noChangeArrowheads="1"/>
          </p:cNvSpPr>
          <p:nvPr/>
        </p:nvSpPr>
        <p:spPr bwMode="auto">
          <a:xfrm>
            <a:off x="2819400" y="1219200"/>
            <a:ext cx="3781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a:effectLst>
                  <a:outerShdw blurRad="38100" dist="38100" dir="2700000" algn="tl">
                    <a:srgbClr val="C0C0C0"/>
                  </a:outerShdw>
                </a:effectLst>
                <a:latin typeface="Adobe Heiti Std R" pitchFamily="34" charset="-128"/>
              </a:rPr>
              <a:t>2.2  The OSI Model</a:t>
            </a:r>
          </a:p>
        </p:txBody>
      </p:sp>
      <p:sp>
        <p:nvSpPr>
          <p:cNvPr id="608263" name="Text Box 7"/>
          <p:cNvSpPr txBox="1">
            <a:spLocks noChangeArrowheads="1"/>
          </p:cNvSpPr>
          <p:nvPr/>
        </p:nvSpPr>
        <p:spPr bwMode="auto">
          <a:xfrm>
            <a:off x="2819400" y="2286000"/>
            <a:ext cx="5092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a:effectLst>
                  <a:outerShdw blurRad="38100" dist="38100" dir="2700000" algn="tl">
                    <a:srgbClr val="C0C0C0"/>
                  </a:outerShdw>
                </a:effectLst>
                <a:latin typeface="Adobe Heiti Std R" pitchFamily="34" charset="-128"/>
              </a:rPr>
              <a:t>2.3  TCP/IP Protocol Suite</a:t>
            </a:r>
          </a:p>
        </p:txBody>
      </p:sp>
      <p:sp>
        <p:nvSpPr>
          <p:cNvPr id="608264" name="Text Box 8"/>
          <p:cNvSpPr txBox="1">
            <a:spLocks noChangeArrowheads="1"/>
          </p:cNvSpPr>
          <p:nvPr/>
        </p:nvSpPr>
        <p:spPr bwMode="auto">
          <a:xfrm>
            <a:off x="2819400" y="3352800"/>
            <a:ext cx="3171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a:effectLst>
                  <a:outerShdw blurRad="38100" dist="38100" dir="2700000" algn="tl">
                    <a:srgbClr val="C0C0C0"/>
                  </a:outerShdw>
                </a:effectLst>
                <a:latin typeface="Adobe Heiti Std R" pitchFamily="34" charset="-128"/>
              </a:rPr>
              <a:t>2.4  Addressing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45130FD4-24E4-49CC-A8FD-EC4418EE592D}" type="slidenum">
              <a:rPr lang="en-US" altLang="en-US"/>
              <a:pPr/>
              <a:t>4</a:t>
            </a:fld>
            <a:endParaRPr lang="en-US" altLang="en-US"/>
          </a:p>
        </p:txBody>
      </p:sp>
      <p:sp>
        <p:nvSpPr>
          <p:cNvPr id="61030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3200">
              <a:effectLst>
                <a:outerShdw blurRad="38100" dist="38100" dir="2700000" algn="tl">
                  <a:srgbClr val="FFFFFF"/>
                </a:outerShdw>
              </a:effectLst>
              <a:latin typeface="Times New Roman" panose="02020603050405020304" pitchFamily="18" charset="0"/>
            </a:endParaRPr>
          </a:p>
        </p:txBody>
      </p:sp>
      <p:sp>
        <p:nvSpPr>
          <p:cNvPr id="610307" name="Text Box 3"/>
          <p:cNvSpPr txBox="1">
            <a:spLocks noChangeArrowheads="1"/>
          </p:cNvSpPr>
          <p:nvPr/>
        </p:nvSpPr>
        <p:spPr bwMode="auto">
          <a:xfrm>
            <a:off x="228600" y="355600"/>
            <a:ext cx="56165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Times" panose="02020603050405020304" pitchFamily="18" charset="0"/>
              </a:rPr>
              <a:t>2-1  PROTOCOL LAYERS</a:t>
            </a:r>
          </a:p>
        </p:txBody>
      </p:sp>
      <p:sp>
        <p:nvSpPr>
          <p:cNvPr id="610308"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10309" name="Rectangle 5"/>
          <p:cNvSpPr>
            <a:spLocks noChangeArrowheads="1"/>
          </p:cNvSpPr>
          <p:nvPr/>
        </p:nvSpPr>
        <p:spPr bwMode="auto">
          <a:xfrm>
            <a:off x="304800" y="1524000"/>
            <a:ext cx="8534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a:latin typeface="Arial Unicode MS" pitchFamily="34" charset="-128"/>
              </a:rPr>
              <a:t>In Chapter 1, we discussed that a protocol is required when two entities need to communicate. When communication is not simple, we may divide the complex task of communication into several layers. In this case, we may need several protocols, one for each layer. </a:t>
            </a:r>
          </a:p>
          <a:p>
            <a:pPr algn="just"/>
            <a:r>
              <a:rPr lang="en-US" altLang="en-US" sz="2800">
                <a:latin typeface="Arial Unicode MS" pitchFamily="34" charset="-128"/>
              </a:rPr>
              <a:t>    Let us use a scenario in communication in which the  role of protocol layering may be better understood. We use two examples. In the first example, communication is so simple that it can occur in only one layer.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gradFill rotWithShape="0">
          <a:gsLst>
            <a:gs pos="0">
              <a:srgbClr val="FFFF99"/>
            </a:gs>
            <a:gs pos="100000">
              <a:srgbClr val="FFFF99">
                <a:gamma/>
                <a:shade val="46275"/>
                <a:invGamma/>
              </a:srgbClr>
            </a:gs>
          </a:gsLst>
          <a:lin ang="0" scaled="1"/>
        </a:gradFill>
        <a:effectLst/>
      </p:bgPr>
    </p:bg>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altLang="en-US"/>
              <a:t>TCP/IP Protocol Suite</a:t>
            </a:r>
          </a:p>
        </p:txBody>
      </p:sp>
      <p:sp>
        <p:nvSpPr>
          <p:cNvPr id="6" name="Slide Number Placeholder 2"/>
          <p:cNvSpPr>
            <a:spLocks noGrp="1"/>
          </p:cNvSpPr>
          <p:nvPr>
            <p:ph type="sldNum" sz="quarter" idx="11"/>
          </p:nvPr>
        </p:nvSpPr>
        <p:spPr/>
        <p:txBody>
          <a:bodyPr/>
          <a:lstStyle/>
          <a:p>
            <a:fld id="{419159BB-54D2-44E2-BC38-FB9927737CF7}" type="slidenum">
              <a:rPr lang="en-US" altLang="en-US"/>
              <a:pPr/>
              <a:t>5</a:t>
            </a:fld>
            <a:endParaRPr lang="en-US" altLang="en-US"/>
          </a:p>
        </p:txBody>
      </p:sp>
      <p:sp>
        <p:nvSpPr>
          <p:cNvPr id="612354" name="Text Box 2"/>
          <p:cNvSpPr txBox="1">
            <a:spLocks noChangeArrowheads="1"/>
          </p:cNvSpPr>
          <p:nvPr/>
        </p:nvSpPr>
        <p:spPr bwMode="auto">
          <a:xfrm>
            <a:off x="228600" y="152400"/>
            <a:ext cx="5468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noProof="1">
                <a:solidFill>
                  <a:schemeClr val="hlink"/>
                </a:solidFill>
                <a:effectLst>
                  <a:outerShdw blurRad="38100" dist="38100" dir="2700000" algn="tl">
                    <a:srgbClr val="000000"/>
                  </a:outerShdw>
                </a:effectLst>
                <a:latin typeface="Times" panose="02020603050405020304" pitchFamily="18" charset="0"/>
              </a:rPr>
              <a:t>Topics Discussed in the Section</a:t>
            </a:r>
          </a:p>
        </p:txBody>
      </p:sp>
      <p:sp>
        <p:nvSpPr>
          <p:cNvPr id="612355" name="Text Box 3"/>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12356" name="Rectangle 4"/>
          <p:cNvSpPr>
            <a:spLocks noChangeArrowheads="1"/>
          </p:cNvSpPr>
          <p:nvPr/>
        </p:nvSpPr>
        <p:spPr bwMode="auto">
          <a:xfrm>
            <a:off x="304800" y="989013"/>
            <a:ext cx="67056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spcAft>
                <a:spcPct val="10000"/>
              </a:spcAft>
              <a:buClr>
                <a:schemeClr val="tx1"/>
              </a:buClr>
              <a:buSzPct val="117000"/>
              <a:buFont typeface="Wingdings" panose="05000000000000000000" pitchFamily="2" charset="2"/>
              <a:buChar char="ü"/>
            </a:pPr>
            <a:r>
              <a:rPr lang="en-US" altLang="en-US" sz="2800" noProof="1">
                <a:solidFill>
                  <a:srgbClr val="0033CC"/>
                </a:solidFill>
                <a:latin typeface="Times New Roman" panose="02020603050405020304" pitchFamily="18" charset="0"/>
              </a:rPr>
              <a:t>Hierarchy</a:t>
            </a:r>
          </a:p>
          <a:p>
            <a:pPr>
              <a:spcBef>
                <a:spcPct val="10000"/>
              </a:spcBef>
              <a:spcAft>
                <a:spcPct val="10000"/>
              </a:spcAft>
              <a:buClr>
                <a:schemeClr val="tx1"/>
              </a:buClr>
              <a:buSzPct val="117000"/>
              <a:buFont typeface="Wingdings" panose="05000000000000000000" pitchFamily="2" charset="2"/>
              <a:buChar char="ü"/>
            </a:pPr>
            <a:r>
              <a:rPr lang="en-US" altLang="en-US" sz="2800" noProof="1">
                <a:solidFill>
                  <a:srgbClr val="0033CC"/>
                </a:solidFill>
                <a:latin typeface="Times New Roman" panose="02020603050405020304" pitchFamily="18" charset="0"/>
              </a:rPr>
              <a:t>Services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12356"/>
                                        </p:tgtEl>
                                        <p:attrNameLst>
                                          <p:attrName>style.visibility</p:attrName>
                                        </p:attrNameLst>
                                      </p:cBhvr>
                                      <p:to>
                                        <p:strVal val="visible"/>
                                      </p:to>
                                    </p:set>
                                    <p:animEffect transition="in" filter="wipe(up)">
                                      <p:cBhvr>
                                        <p:cTn id="7" dur="5000"/>
                                        <p:tgtEl>
                                          <p:spTgt spid="612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53B48DC2-536A-4A5E-81CD-97B885217C7E}" type="slidenum">
              <a:rPr lang="en-US" altLang="en-US"/>
              <a:pPr/>
              <a:t>6</a:t>
            </a:fld>
            <a:endParaRPr lang="en-US" altLang="en-US"/>
          </a:p>
        </p:txBody>
      </p:sp>
      <p:sp>
        <p:nvSpPr>
          <p:cNvPr id="630804" name="Text Box 20"/>
          <p:cNvSpPr txBox="1">
            <a:spLocks noChangeArrowheads="1"/>
          </p:cNvSpPr>
          <p:nvPr/>
        </p:nvSpPr>
        <p:spPr bwMode="auto">
          <a:xfrm>
            <a:off x="76200" y="696913"/>
            <a:ext cx="8839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a:latin typeface="Arial Unicode MS" pitchFamily="34" charset="-128"/>
              </a:rPr>
              <a:t>Assume Maria and Ann are neighbors with a lot of common ideas. However, Maria speaks only Spanish, and Ann speaks only English. Since both have learned the sign language in their childhood, they enjoy meeting in a cafe a couple of days per week and exchange their ideas using signs. Occasionally, they also use a bilingual dictionary. Communication is face to face and Happens in one layer as shown in Figure 2.1.</a:t>
            </a:r>
          </a:p>
        </p:txBody>
      </p:sp>
      <p:grpSp>
        <p:nvGrpSpPr>
          <p:cNvPr id="630807" name="Group 23"/>
          <p:cNvGrpSpPr>
            <a:grpSpLocks/>
          </p:cNvGrpSpPr>
          <p:nvPr/>
        </p:nvGrpSpPr>
        <p:grpSpPr bwMode="auto">
          <a:xfrm>
            <a:off x="0" y="0"/>
            <a:ext cx="9144000" cy="609600"/>
            <a:chOff x="0" y="2448"/>
            <a:chExt cx="5760" cy="384"/>
          </a:xfrm>
        </p:grpSpPr>
        <p:sp>
          <p:nvSpPr>
            <p:cNvPr id="630806"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0799" name="Text Box 15"/>
            <p:cNvSpPr txBox="1">
              <a:spLocks noChangeArrowheads="1"/>
            </p:cNvSpPr>
            <p:nvPr/>
          </p:nvSpPr>
          <p:spPr bwMode="auto">
            <a:xfrm>
              <a:off x="0" y="2448"/>
              <a:ext cx="1473" cy="371"/>
            </a:xfrm>
            <a:prstGeom prst="rect">
              <a:avLst/>
            </a:prstGeom>
            <a:solidFill>
              <a:srgbClr val="2CB843"/>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2.1</a:t>
              </a:r>
              <a:endParaRPr lang="en-US" altLang="en-US" sz="3200" i="1">
                <a:solidFill>
                  <a:schemeClr val="bg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A8746E07-3BF9-430D-ABA5-5A81144A13C8}" type="slidenum">
              <a:rPr lang="en-US" altLang="en-US"/>
              <a:pPr/>
              <a:t>7</a:t>
            </a:fld>
            <a:endParaRPr lang="en-US" altLang="en-US"/>
          </a:p>
        </p:txBody>
      </p:sp>
      <p:sp>
        <p:nvSpPr>
          <p:cNvPr id="575490"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2.1</a:t>
            </a:r>
          </a:p>
        </p:txBody>
      </p:sp>
      <p:sp>
        <p:nvSpPr>
          <p:cNvPr id="575491"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549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5493"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549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549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5496"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549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7549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667000"/>
            <a:ext cx="7669213" cy="76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BCD44312-8A7E-424F-9CAC-B01F7EE5CD56}" type="slidenum">
              <a:rPr lang="en-US" altLang="en-US"/>
              <a:pPr/>
              <a:t>8</a:t>
            </a:fld>
            <a:endParaRPr lang="en-US" altLang="en-US"/>
          </a:p>
        </p:txBody>
      </p:sp>
      <p:sp>
        <p:nvSpPr>
          <p:cNvPr id="690178" name="Text Box 2"/>
          <p:cNvSpPr txBox="1">
            <a:spLocks noChangeArrowheads="1"/>
          </p:cNvSpPr>
          <p:nvPr/>
        </p:nvSpPr>
        <p:spPr bwMode="auto">
          <a:xfrm>
            <a:off x="76200" y="696913"/>
            <a:ext cx="88392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a:latin typeface="Arial Unicode MS" pitchFamily="34" charset="-128"/>
              </a:rPr>
              <a:t>Now assume that Ann has to move to another town because of her job. Before she moves, the two meet for the last time in the same cafe. Although both are sad, Maria surprises Ann when she opens a packet that contains two small machines. The first machine can scan and transform a letter in English to a secret code or vice versa. The other machine can scan and translate a letter in Spanish to the same secret code or vice versa. Ann takes the first machine; Maria keeps the second one. The two friends can still communicate using the secret code, as shown in Figure 2.2.</a:t>
            </a:r>
          </a:p>
        </p:txBody>
      </p:sp>
      <p:grpSp>
        <p:nvGrpSpPr>
          <p:cNvPr id="690179" name="Group 3"/>
          <p:cNvGrpSpPr>
            <a:grpSpLocks/>
          </p:cNvGrpSpPr>
          <p:nvPr/>
        </p:nvGrpSpPr>
        <p:grpSpPr bwMode="auto">
          <a:xfrm>
            <a:off x="0" y="0"/>
            <a:ext cx="9144000" cy="609600"/>
            <a:chOff x="0" y="2448"/>
            <a:chExt cx="5760" cy="384"/>
          </a:xfrm>
        </p:grpSpPr>
        <p:sp>
          <p:nvSpPr>
            <p:cNvPr id="690180" name="Rectangle 4"/>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0181" name="Text Box 5"/>
            <p:cNvSpPr txBox="1">
              <a:spLocks noChangeArrowheads="1"/>
            </p:cNvSpPr>
            <p:nvPr/>
          </p:nvSpPr>
          <p:spPr bwMode="auto">
            <a:xfrm>
              <a:off x="0" y="2448"/>
              <a:ext cx="1467"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2.2</a:t>
              </a:r>
              <a:endParaRPr lang="en-US" altLang="en-US" sz="3200" i="1">
                <a:solidFill>
                  <a:schemeClr val="bg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11A2E3D0-4F1A-4F20-885F-698C541F254E}" type="slidenum">
              <a:rPr lang="en-US" altLang="en-US"/>
              <a:pPr/>
              <a:t>9</a:t>
            </a:fld>
            <a:endParaRPr lang="en-US" altLang="en-US"/>
          </a:p>
        </p:txBody>
      </p:sp>
      <p:sp>
        <p:nvSpPr>
          <p:cNvPr id="57753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2.2</a:t>
            </a:r>
          </a:p>
        </p:txBody>
      </p:sp>
      <p:sp>
        <p:nvSpPr>
          <p:cNvPr id="57753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754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754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754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754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754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754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77546"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25" y="2743200"/>
            <a:ext cx="8372475" cy="328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07084DC4-3C73-4B09-984A-0CE856CE3185}" type="slidenum">
              <a:rPr lang="en-US" altLang="en-US"/>
              <a:pPr/>
              <a:t>10</a:t>
            </a:fld>
            <a:endParaRPr lang="en-US" altLang="en-US"/>
          </a:p>
        </p:txBody>
      </p:sp>
      <p:sp>
        <p:nvSpPr>
          <p:cNvPr id="61645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3200">
              <a:effectLst>
                <a:outerShdw blurRad="38100" dist="38100" dir="2700000" algn="tl">
                  <a:srgbClr val="FFFFFF"/>
                </a:outerShdw>
              </a:effectLst>
              <a:latin typeface="Times New Roman" panose="02020603050405020304" pitchFamily="18" charset="0"/>
            </a:endParaRPr>
          </a:p>
        </p:txBody>
      </p:sp>
      <p:sp>
        <p:nvSpPr>
          <p:cNvPr id="616451" name="Text Box 3"/>
          <p:cNvSpPr txBox="1">
            <a:spLocks noChangeArrowheads="1"/>
          </p:cNvSpPr>
          <p:nvPr/>
        </p:nvSpPr>
        <p:spPr bwMode="auto">
          <a:xfrm>
            <a:off x="228600" y="355600"/>
            <a:ext cx="47402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Times" panose="02020603050405020304" pitchFamily="18" charset="0"/>
              </a:rPr>
              <a:t>2-2  THE OSI MODEL</a:t>
            </a:r>
          </a:p>
        </p:txBody>
      </p:sp>
      <p:sp>
        <p:nvSpPr>
          <p:cNvPr id="616452"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16453" name="Rectangle 5"/>
          <p:cNvSpPr>
            <a:spLocks noChangeArrowheads="1"/>
          </p:cNvSpPr>
          <p:nvPr/>
        </p:nvSpPr>
        <p:spPr bwMode="auto">
          <a:xfrm>
            <a:off x="381000" y="16002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a:latin typeface="Arial Unicode MS" pitchFamily="34" charset="-128"/>
              </a:rPr>
              <a:t>Established in 1947, the </a:t>
            </a:r>
            <a:r>
              <a:rPr lang="en-US" altLang="en-US" sz="2800" i="1">
                <a:solidFill>
                  <a:schemeClr val="hlink"/>
                </a:solidFill>
                <a:latin typeface="Arial Unicode MS" pitchFamily="34" charset="-128"/>
              </a:rPr>
              <a:t>International Standards Organization (ISO)</a:t>
            </a:r>
            <a:r>
              <a:rPr lang="en-US" altLang="en-US" sz="2800">
                <a:latin typeface="Arial Unicode MS" pitchFamily="34" charset="-128"/>
              </a:rPr>
              <a:t> is a multinational body dedicated to worldwide agreement on international standards. Almost three-fourths of countries in the world are represented in the ISO. An ISO standard that covers all aspects of network communications is the </a:t>
            </a:r>
            <a:r>
              <a:rPr lang="en-US" altLang="en-US" sz="2800" b="0" i="1">
                <a:solidFill>
                  <a:schemeClr val="hlink"/>
                </a:solidFill>
                <a:latin typeface="Arial Unicode MS" pitchFamily="34" charset="-128"/>
              </a:rPr>
              <a:t>Open Systems Interconnection (OSI)</a:t>
            </a:r>
            <a:r>
              <a:rPr lang="en-US" altLang="en-US" sz="2800">
                <a:latin typeface="Arial Unicode MS" pitchFamily="34" charset="-128"/>
              </a:rPr>
              <a:t> model. It was first introduced in the late 1970s.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gradFill rotWithShape="0">
          <a:gsLst>
            <a:gs pos="0">
              <a:srgbClr val="FFFF99"/>
            </a:gs>
            <a:gs pos="100000">
              <a:srgbClr val="FFFF99">
                <a:gamma/>
                <a:shade val="46275"/>
                <a:invGamma/>
              </a:srgbClr>
            </a:gs>
          </a:gsLst>
          <a:lin ang="0" scaled="1"/>
        </a:gradFill>
        <a:effectLst/>
      </p:bgPr>
    </p:bg>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altLang="en-US"/>
              <a:t>TCP/IP Protocol Suite</a:t>
            </a:r>
          </a:p>
        </p:txBody>
      </p:sp>
      <p:sp>
        <p:nvSpPr>
          <p:cNvPr id="6" name="Slide Number Placeholder 2"/>
          <p:cNvSpPr>
            <a:spLocks noGrp="1"/>
          </p:cNvSpPr>
          <p:nvPr>
            <p:ph type="sldNum" sz="quarter" idx="11"/>
          </p:nvPr>
        </p:nvSpPr>
        <p:spPr/>
        <p:txBody>
          <a:bodyPr/>
          <a:lstStyle/>
          <a:p>
            <a:fld id="{26C35127-F5E1-4EF3-822F-F79635E2341A}" type="slidenum">
              <a:rPr lang="en-US" altLang="en-US"/>
              <a:pPr/>
              <a:t>11</a:t>
            </a:fld>
            <a:endParaRPr lang="en-US" altLang="en-US"/>
          </a:p>
        </p:txBody>
      </p:sp>
      <p:sp>
        <p:nvSpPr>
          <p:cNvPr id="622594" name="Text Box 2"/>
          <p:cNvSpPr txBox="1">
            <a:spLocks noChangeArrowheads="1"/>
          </p:cNvSpPr>
          <p:nvPr/>
        </p:nvSpPr>
        <p:spPr bwMode="auto">
          <a:xfrm>
            <a:off x="228600" y="152400"/>
            <a:ext cx="5468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a:solidFill>
                  <a:schemeClr val="hlink"/>
                </a:solidFill>
                <a:effectLst>
                  <a:outerShdw blurRad="38100" dist="38100" dir="2700000" algn="tl">
                    <a:srgbClr val="000000"/>
                  </a:outerShdw>
                </a:effectLst>
                <a:latin typeface="Times" panose="02020603050405020304" pitchFamily="18" charset="0"/>
              </a:rPr>
              <a:t>Topics Discussed in the Section</a:t>
            </a:r>
          </a:p>
        </p:txBody>
      </p:sp>
      <p:sp>
        <p:nvSpPr>
          <p:cNvPr id="622595" name="Text Box 3"/>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22596" name="Rectangle 4"/>
          <p:cNvSpPr>
            <a:spLocks noChangeArrowheads="1"/>
          </p:cNvSpPr>
          <p:nvPr/>
        </p:nvSpPr>
        <p:spPr bwMode="auto">
          <a:xfrm>
            <a:off x="304800" y="989013"/>
            <a:ext cx="6705600"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Layered Architecture</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Layer-to-layer Communication</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Encapsulation</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Layers in the OSI Model</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Summary of OSI Layers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22596"/>
                                        </p:tgtEl>
                                        <p:attrNameLst>
                                          <p:attrName>style.visibility</p:attrName>
                                        </p:attrNameLst>
                                      </p:cBhvr>
                                      <p:to>
                                        <p:strVal val="visible"/>
                                      </p:to>
                                    </p:set>
                                    <p:animEffect transition="in" filter="wipe(up)">
                                      <p:cBhvr>
                                        <p:cTn id="7" dur="5000"/>
                                        <p:tgtEl>
                                          <p:spTgt spid="622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259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9E5E72FF-457C-4368-BEBF-52F12A186D0E}" type="slidenum">
              <a:rPr lang="en-US" altLang="en-US"/>
              <a:pPr/>
              <a:t>12</a:t>
            </a:fld>
            <a:endParaRPr lang="en-US" altLang="en-US"/>
          </a:p>
        </p:txBody>
      </p:sp>
      <p:sp>
        <p:nvSpPr>
          <p:cNvPr id="702466"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246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2468"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246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247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2471"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247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2473"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2474" name="Line 10"/>
          <p:cNvSpPr>
            <a:spLocks noChangeShapeType="1"/>
          </p:cNvSpPr>
          <p:nvPr/>
        </p:nvSpPr>
        <p:spPr bwMode="auto">
          <a:xfrm>
            <a:off x="609600" y="41910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2475" name="Rectangle 11"/>
          <p:cNvSpPr>
            <a:spLocks noChangeArrowheads="1"/>
          </p:cNvSpPr>
          <p:nvPr/>
        </p:nvSpPr>
        <p:spPr bwMode="auto">
          <a:xfrm>
            <a:off x="647700" y="3063875"/>
            <a:ext cx="8077200" cy="1066800"/>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ISO is the organization; </a:t>
            </a:r>
          </a:p>
          <a:p>
            <a:pPr algn="ctr"/>
            <a:r>
              <a:rPr lang="en-US" altLang="en-US" sz="3200" i="1">
                <a:solidFill>
                  <a:schemeClr val="bg1"/>
                </a:solidFill>
                <a:latin typeface="Arial" panose="020B0604020202020204" pitchFamily="34" charset="0"/>
              </a:rPr>
              <a:t>OSI is the model.</a:t>
            </a:r>
          </a:p>
        </p:txBody>
      </p:sp>
      <p:grpSp>
        <p:nvGrpSpPr>
          <p:cNvPr id="702476" name="Group 12"/>
          <p:cNvGrpSpPr>
            <a:grpSpLocks/>
          </p:cNvGrpSpPr>
          <p:nvPr/>
        </p:nvGrpSpPr>
        <p:grpSpPr bwMode="auto">
          <a:xfrm>
            <a:off x="609600" y="2133600"/>
            <a:ext cx="1143000" cy="566738"/>
            <a:chOff x="1200" y="1248"/>
            <a:chExt cx="720" cy="357"/>
          </a:xfrm>
        </p:grpSpPr>
        <p:pic>
          <p:nvPicPr>
            <p:cNvPr id="70247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2478"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24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702476"/>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702473"/>
                                        </p:tgtEl>
                                        <p:attrNameLst>
                                          <p:attrName>style.visibility</p:attrName>
                                        </p:attrNameLst>
                                      </p:cBhvr>
                                      <p:to>
                                        <p:strVal val="visible"/>
                                      </p:to>
                                    </p:set>
                                    <p:animEffect transition="in" filter="checkerboard(across)">
                                      <p:cBhvr>
                                        <p:cTn id="14" dur="500"/>
                                        <p:tgtEl>
                                          <p:spTgt spid="702473"/>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702474"/>
                                        </p:tgtEl>
                                        <p:attrNameLst>
                                          <p:attrName>style.visibility</p:attrName>
                                        </p:attrNameLst>
                                      </p:cBhvr>
                                      <p:to>
                                        <p:strVal val="visible"/>
                                      </p:to>
                                    </p:set>
                                    <p:animEffect transition="in" filter="checkerboard(across)">
                                      <p:cBhvr>
                                        <p:cTn id="18" dur="500"/>
                                        <p:tgtEl>
                                          <p:spTgt spid="702474"/>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702475"/>
                                        </p:tgtEl>
                                        <p:attrNameLst>
                                          <p:attrName>style.visibility</p:attrName>
                                        </p:attrNameLst>
                                      </p:cBhvr>
                                      <p:to>
                                        <p:strVal val="visible"/>
                                      </p:to>
                                    </p:set>
                                    <p:animEffect transition="in" filter="checkerboard(across)">
                                      <p:cBhvr>
                                        <p:cTn id="22" dur="500"/>
                                        <p:tgtEl>
                                          <p:spTgt spid="702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7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9C33DD5C-925A-46B9-A139-F3E36D6C18F2}" type="slidenum">
              <a:rPr lang="en-US" altLang="en-US"/>
              <a:pPr/>
              <a:t>13</a:t>
            </a:fld>
            <a:endParaRPr lang="en-US" altLang="en-US"/>
          </a:p>
        </p:txBody>
      </p:sp>
      <p:sp>
        <p:nvSpPr>
          <p:cNvPr id="45158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The OSI model</a:t>
            </a:r>
          </a:p>
        </p:txBody>
      </p:sp>
      <p:sp>
        <p:nvSpPr>
          <p:cNvPr id="45158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5158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5158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5159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5159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5159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5159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5159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096963"/>
            <a:ext cx="7920037" cy="492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51598"/>
                                        </p:tgtEl>
                                        <p:attrNameLst>
                                          <p:attrName>style.visibility</p:attrName>
                                        </p:attrNameLst>
                                      </p:cBhvr>
                                      <p:to>
                                        <p:strVal val="visible"/>
                                      </p:to>
                                    </p:set>
                                    <p:animEffect transition="in" filter="wipe(up)">
                                      <p:cBhvr>
                                        <p:cTn id="7" dur="5000"/>
                                        <p:tgtEl>
                                          <p:spTgt spid="451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altLang="en-US"/>
              <a:t>TCP/IP Protocol Suite</a:t>
            </a:r>
          </a:p>
        </p:txBody>
      </p:sp>
      <p:sp>
        <p:nvSpPr>
          <p:cNvPr id="13" name="Slide Number Placeholder 2"/>
          <p:cNvSpPr>
            <a:spLocks noGrp="1"/>
          </p:cNvSpPr>
          <p:nvPr>
            <p:ph type="sldNum" sz="quarter" idx="11"/>
          </p:nvPr>
        </p:nvSpPr>
        <p:spPr/>
        <p:txBody>
          <a:bodyPr/>
          <a:lstStyle/>
          <a:p>
            <a:fld id="{5F46AE18-E02B-4EF5-8356-D5CAD8B2B39F}" type="slidenum">
              <a:rPr lang="en-US" altLang="en-US"/>
              <a:pPr/>
              <a:t>14</a:t>
            </a:fld>
            <a:endParaRPr lang="en-US" altLang="en-US"/>
          </a:p>
        </p:txBody>
      </p:sp>
      <p:sp>
        <p:nvSpPr>
          <p:cNvPr id="47513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OSI layers</a:t>
            </a:r>
          </a:p>
        </p:txBody>
      </p:sp>
      <p:sp>
        <p:nvSpPr>
          <p:cNvPr id="47513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514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514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514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514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514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514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7514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563" y="1530350"/>
            <a:ext cx="7056437"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51"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8" y="2489200"/>
            <a:ext cx="8520112" cy="383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51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475151"/>
                                        </p:tgtEl>
                                        <p:attrNameLst>
                                          <p:attrName>style.visibility</p:attrName>
                                        </p:attrNameLst>
                                      </p:cBhvr>
                                      <p:to>
                                        <p:strVal val="visible"/>
                                      </p:to>
                                    </p:set>
                                    <p:animEffect transition="in" filter="wipe(up)">
                                      <p:cBhvr>
                                        <p:cTn id="11" dur="5000"/>
                                        <p:tgtEl>
                                          <p:spTgt spid="475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
          <p:cNvSpPr>
            <a:spLocks noGrp="1"/>
          </p:cNvSpPr>
          <p:nvPr>
            <p:ph type="ftr" sz="quarter" idx="10"/>
          </p:nvPr>
        </p:nvSpPr>
        <p:spPr/>
        <p:txBody>
          <a:bodyPr/>
          <a:lstStyle/>
          <a:p>
            <a:r>
              <a:rPr lang="en-US" altLang="en-US"/>
              <a:t>TCP/IP Protocol Suite</a:t>
            </a:r>
          </a:p>
        </p:txBody>
      </p:sp>
      <p:sp>
        <p:nvSpPr>
          <p:cNvPr id="15" name="Slide Number Placeholder 2"/>
          <p:cNvSpPr>
            <a:spLocks noGrp="1"/>
          </p:cNvSpPr>
          <p:nvPr>
            <p:ph type="sldNum" sz="quarter" idx="11"/>
          </p:nvPr>
        </p:nvSpPr>
        <p:spPr/>
        <p:txBody>
          <a:bodyPr/>
          <a:lstStyle/>
          <a:p>
            <a:fld id="{3C1652A9-34E1-4E27-A257-E42821948CF0}" type="slidenum">
              <a:rPr lang="en-US" altLang="en-US"/>
              <a:pPr/>
              <a:t>15</a:t>
            </a:fld>
            <a:endParaRPr lang="en-US" altLang="en-US"/>
          </a:p>
        </p:txBody>
      </p:sp>
      <p:sp>
        <p:nvSpPr>
          <p:cNvPr id="47616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An exchange using the OSI model</a:t>
            </a:r>
          </a:p>
        </p:txBody>
      </p:sp>
      <p:sp>
        <p:nvSpPr>
          <p:cNvPr id="476163"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616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6165"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616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616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6168"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616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761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 y="1524000"/>
            <a:ext cx="5657850" cy="55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6173"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209800"/>
            <a:ext cx="3684588" cy="256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6174"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7013" y="2209800"/>
            <a:ext cx="3684587" cy="256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617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5413" y="4908550"/>
            <a:ext cx="5538787"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61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476173"/>
                                        </p:tgtEl>
                                        <p:attrNameLst>
                                          <p:attrName>style.visibility</p:attrName>
                                        </p:attrNameLst>
                                      </p:cBhvr>
                                      <p:to>
                                        <p:strVal val="visible"/>
                                      </p:to>
                                    </p:set>
                                    <p:animEffect transition="in" filter="wipe(up)">
                                      <p:cBhvr>
                                        <p:cTn id="11" dur="5000"/>
                                        <p:tgtEl>
                                          <p:spTgt spid="47617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76175"/>
                                        </p:tgtEl>
                                        <p:attrNameLst>
                                          <p:attrName>style.visibility</p:attrName>
                                        </p:attrNameLst>
                                      </p:cBhvr>
                                      <p:to>
                                        <p:strVal val="visible"/>
                                      </p:to>
                                    </p:set>
                                    <p:animEffect transition="in" filter="wipe(left)">
                                      <p:cBhvr>
                                        <p:cTn id="16" dur="5000"/>
                                        <p:tgtEl>
                                          <p:spTgt spid="47617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476174"/>
                                        </p:tgtEl>
                                        <p:attrNameLst>
                                          <p:attrName>style.visibility</p:attrName>
                                        </p:attrNameLst>
                                      </p:cBhvr>
                                      <p:to>
                                        <p:strVal val="visible"/>
                                      </p:to>
                                    </p:set>
                                    <p:animEffect transition="in" filter="wipe(down)">
                                      <p:cBhvr>
                                        <p:cTn id="21" dur="5000"/>
                                        <p:tgtEl>
                                          <p:spTgt spid="476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FF5BC96B-A490-426B-86B3-27263776C35A}" type="slidenum">
              <a:rPr lang="en-US" altLang="en-US"/>
              <a:pPr/>
              <a:t>16</a:t>
            </a:fld>
            <a:endParaRPr lang="en-US" altLang="en-US"/>
          </a:p>
        </p:txBody>
      </p:sp>
      <p:sp>
        <p:nvSpPr>
          <p:cNvPr id="70451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451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451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451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451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451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452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4521"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4522" name="Line 10"/>
          <p:cNvSpPr>
            <a:spLocks noChangeShapeType="1"/>
          </p:cNvSpPr>
          <p:nvPr/>
        </p:nvSpPr>
        <p:spPr bwMode="auto">
          <a:xfrm>
            <a:off x="609600" y="47244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4523" name="Rectangle 11"/>
          <p:cNvSpPr>
            <a:spLocks noChangeArrowheads="1"/>
          </p:cNvSpPr>
          <p:nvPr/>
        </p:nvSpPr>
        <p:spPr bwMode="auto">
          <a:xfrm>
            <a:off x="647700" y="3063875"/>
            <a:ext cx="8077200" cy="1554163"/>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physical layer is responsible for moving individual bits from one</a:t>
            </a:r>
          </a:p>
          <a:p>
            <a:pPr algn="ctr"/>
            <a:r>
              <a:rPr lang="en-US" altLang="en-US" sz="3200" i="1">
                <a:solidFill>
                  <a:schemeClr val="bg1"/>
                </a:solidFill>
                <a:latin typeface="Arial" panose="020B0604020202020204" pitchFamily="34" charset="0"/>
              </a:rPr>
              <a:t>(node) to the next.</a:t>
            </a:r>
          </a:p>
        </p:txBody>
      </p:sp>
      <p:grpSp>
        <p:nvGrpSpPr>
          <p:cNvPr id="704524" name="Group 12"/>
          <p:cNvGrpSpPr>
            <a:grpSpLocks/>
          </p:cNvGrpSpPr>
          <p:nvPr/>
        </p:nvGrpSpPr>
        <p:grpSpPr bwMode="auto">
          <a:xfrm>
            <a:off x="609600" y="2133600"/>
            <a:ext cx="1143000" cy="566738"/>
            <a:chOff x="1200" y="1248"/>
            <a:chExt cx="720" cy="357"/>
          </a:xfrm>
        </p:grpSpPr>
        <p:pic>
          <p:nvPicPr>
            <p:cNvPr id="70452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4526"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45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704524"/>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704521"/>
                                        </p:tgtEl>
                                        <p:attrNameLst>
                                          <p:attrName>style.visibility</p:attrName>
                                        </p:attrNameLst>
                                      </p:cBhvr>
                                      <p:to>
                                        <p:strVal val="visible"/>
                                      </p:to>
                                    </p:set>
                                    <p:animEffect transition="in" filter="checkerboard(across)">
                                      <p:cBhvr>
                                        <p:cTn id="14" dur="500"/>
                                        <p:tgtEl>
                                          <p:spTgt spid="704521"/>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704522"/>
                                        </p:tgtEl>
                                        <p:attrNameLst>
                                          <p:attrName>style.visibility</p:attrName>
                                        </p:attrNameLst>
                                      </p:cBhvr>
                                      <p:to>
                                        <p:strVal val="visible"/>
                                      </p:to>
                                    </p:set>
                                    <p:animEffect transition="in" filter="checkerboard(across)">
                                      <p:cBhvr>
                                        <p:cTn id="18" dur="500"/>
                                        <p:tgtEl>
                                          <p:spTgt spid="704522"/>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704523"/>
                                        </p:tgtEl>
                                        <p:attrNameLst>
                                          <p:attrName>style.visibility</p:attrName>
                                        </p:attrNameLst>
                                      </p:cBhvr>
                                      <p:to>
                                        <p:strVal val="visible"/>
                                      </p:to>
                                    </p:set>
                                    <p:animEffect transition="in" filter="checkerboard(across)">
                                      <p:cBhvr>
                                        <p:cTn id="22" dur="500"/>
                                        <p:tgtEl>
                                          <p:spTgt spid="704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3D827183-E6E1-4F74-97E9-507E3FC9BC35}" type="slidenum">
              <a:rPr lang="en-US" altLang="en-US"/>
              <a:pPr/>
              <a:t>17</a:t>
            </a:fld>
            <a:endParaRPr lang="en-US" altLang="en-US"/>
          </a:p>
        </p:txBody>
      </p:sp>
      <p:sp>
        <p:nvSpPr>
          <p:cNvPr id="57958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Summary of OSI Layers</a:t>
            </a:r>
          </a:p>
        </p:txBody>
      </p:sp>
      <p:sp>
        <p:nvSpPr>
          <p:cNvPr id="57958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958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958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959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959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959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7959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7959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879475"/>
            <a:ext cx="6535737" cy="544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79595"/>
                                        </p:tgtEl>
                                        <p:attrNameLst>
                                          <p:attrName>style.visibility</p:attrName>
                                        </p:attrNameLst>
                                      </p:cBhvr>
                                      <p:to>
                                        <p:strVal val="visible"/>
                                      </p:to>
                                    </p:set>
                                    <p:animEffect transition="in" filter="wipe(up)">
                                      <p:cBhvr>
                                        <p:cTn id="7" dur="5000"/>
                                        <p:tgtEl>
                                          <p:spTgt spid="579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C8103187-9FB7-4225-8C65-3B62BF463553}" type="slidenum">
              <a:rPr lang="en-US" altLang="en-US"/>
              <a:pPr/>
              <a:t>18</a:t>
            </a:fld>
            <a:endParaRPr lang="en-US" altLang="en-US"/>
          </a:p>
        </p:txBody>
      </p:sp>
      <p:sp>
        <p:nvSpPr>
          <p:cNvPr id="61849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3200">
              <a:effectLst>
                <a:outerShdw blurRad="38100" dist="38100" dir="2700000" algn="tl">
                  <a:srgbClr val="FFFFFF"/>
                </a:outerShdw>
              </a:effectLst>
              <a:latin typeface="Times New Roman" panose="02020603050405020304" pitchFamily="18" charset="0"/>
            </a:endParaRPr>
          </a:p>
        </p:txBody>
      </p:sp>
      <p:sp>
        <p:nvSpPr>
          <p:cNvPr id="618499" name="Text Box 3"/>
          <p:cNvSpPr txBox="1">
            <a:spLocks noChangeArrowheads="1"/>
          </p:cNvSpPr>
          <p:nvPr/>
        </p:nvSpPr>
        <p:spPr bwMode="auto">
          <a:xfrm>
            <a:off x="228600" y="355600"/>
            <a:ext cx="67468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Times" panose="02020603050405020304" pitchFamily="18" charset="0"/>
              </a:rPr>
              <a:t>2-3  TCP/IP PROTOCOL SUITE</a:t>
            </a:r>
          </a:p>
        </p:txBody>
      </p:sp>
      <p:sp>
        <p:nvSpPr>
          <p:cNvPr id="618500"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18501" name="Rectangle 5"/>
          <p:cNvSpPr>
            <a:spLocks noChangeArrowheads="1"/>
          </p:cNvSpPr>
          <p:nvPr/>
        </p:nvSpPr>
        <p:spPr bwMode="auto">
          <a:xfrm>
            <a:off x="381000" y="16002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a:latin typeface="Arial Unicode MS" pitchFamily="34" charset="-128"/>
              </a:rPr>
              <a:t>The TCP/IP protocol suite was developed prior to the OSI model. Therefore, the layers in the TCP/IP protocol suite do not match exactly with those in the OSI model. The original TCP/IP protocol suite was defined as four software layers built upon the hardware. Today, however, TCP/IP is thought of as a five-layer model with the layers named similarly to the ones in the OSI model. Figure 2.7 shows both configurations.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bg>
      <p:bgPr>
        <a:gradFill rotWithShape="0">
          <a:gsLst>
            <a:gs pos="0">
              <a:srgbClr val="FFFF99"/>
            </a:gs>
            <a:gs pos="100000">
              <a:srgbClr val="FFFF99">
                <a:gamma/>
                <a:shade val="46275"/>
                <a:invGamma/>
              </a:srgbClr>
            </a:gs>
          </a:gsLst>
          <a:lin ang="0" scaled="1"/>
        </a:gradFill>
        <a:effectLst/>
      </p:bgPr>
    </p:bg>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altLang="en-US"/>
              <a:t>TCP/IP Protocol Suite</a:t>
            </a:r>
          </a:p>
        </p:txBody>
      </p:sp>
      <p:sp>
        <p:nvSpPr>
          <p:cNvPr id="6" name="Slide Number Placeholder 2"/>
          <p:cNvSpPr>
            <a:spLocks noGrp="1"/>
          </p:cNvSpPr>
          <p:nvPr>
            <p:ph type="sldNum" sz="quarter" idx="11"/>
          </p:nvPr>
        </p:nvSpPr>
        <p:spPr/>
        <p:txBody>
          <a:bodyPr/>
          <a:lstStyle/>
          <a:p>
            <a:fld id="{699F873D-29FF-4B9D-BACE-CC1FD305CEF2}" type="slidenum">
              <a:rPr lang="en-US" altLang="en-US"/>
              <a:pPr/>
              <a:t>19</a:t>
            </a:fld>
            <a:endParaRPr lang="en-US" altLang="en-US"/>
          </a:p>
        </p:txBody>
      </p:sp>
      <p:sp>
        <p:nvSpPr>
          <p:cNvPr id="624642" name="Text Box 2"/>
          <p:cNvSpPr txBox="1">
            <a:spLocks noChangeArrowheads="1"/>
          </p:cNvSpPr>
          <p:nvPr/>
        </p:nvSpPr>
        <p:spPr bwMode="auto">
          <a:xfrm>
            <a:off x="228600" y="152400"/>
            <a:ext cx="5468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a:solidFill>
                  <a:schemeClr val="hlink"/>
                </a:solidFill>
                <a:effectLst>
                  <a:outerShdw blurRad="38100" dist="38100" dir="2700000" algn="tl">
                    <a:srgbClr val="000000"/>
                  </a:outerShdw>
                </a:effectLst>
                <a:latin typeface="Times" panose="02020603050405020304" pitchFamily="18" charset="0"/>
              </a:rPr>
              <a:t>Topics Discussed in the Section</a:t>
            </a:r>
          </a:p>
        </p:txBody>
      </p:sp>
      <p:sp>
        <p:nvSpPr>
          <p:cNvPr id="624643" name="Text Box 3"/>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24644" name="Rectangle 4"/>
          <p:cNvSpPr>
            <a:spLocks noChangeArrowheads="1"/>
          </p:cNvSpPr>
          <p:nvPr/>
        </p:nvSpPr>
        <p:spPr bwMode="auto">
          <a:xfrm>
            <a:off x="304800" y="989013"/>
            <a:ext cx="67056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Comparison between OSI and TCP/IP</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Layers in the TCP/IP Suite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24644"/>
                                        </p:tgtEl>
                                        <p:attrNameLst>
                                          <p:attrName>style.visibility</p:attrName>
                                        </p:attrNameLst>
                                      </p:cBhvr>
                                      <p:to>
                                        <p:strVal val="visible"/>
                                      </p:to>
                                    </p:set>
                                    <p:animEffect transition="in" filter="wipe(up)">
                                      <p:cBhvr>
                                        <p:cTn id="7" dur="5000"/>
                                        <p:tgtEl>
                                          <p:spTgt spid="624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1"/>
          <p:cNvSpPr>
            <a:spLocks noGrp="1"/>
          </p:cNvSpPr>
          <p:nvPr>
            <p:ph type="ftr" sz="quarter" idx="10"/>
          </p:nvPr>
        </p:nvSpPr>
        <p:spPr/>
        <p:txBody>
          <a:bodyPr/>
          <a:lstStyle/>
          <a:p>
            <a:r>
              <a:rPr lang="en-US" altLang="en-US"/>
              <a:t>TCP/IP Protocol Suite</a:t>
            </a:r>
          </a:p>
        </p:txBody>
      </p:sp>
      <p:sp>
        <p:nvSpPr>
          <p:cNvPr id="14" name="Slide Number Placeholder 2"/>
          <p:cNvSpPr>
            <a:spLocks noGrp="1"/>
          </p:cNvSpPr>
          <p:nvPr>
            <p:ph type="sldNum" sz="quarter" idx="11"/>
          </p:nvPr>
        </p:nvSpPr>
        <p:spPr/>
        <p:txBody>
          <a:bodyPr/>
          <a:lstStyle/>
          <a:p>
            <a:fld id="{E9B8158D-8E6C-447E-8E4C-842E34D06DD9}" type="slidenum">
              <a:rPr lang="en-US" altLang="en-US"/>
              <a:pPr/>
              <a:t>20</a:t>
            </a:fld>
            <a:endParaRPr lang="en-US" altLang="en-US"/>
          </a:p>
        </p:txBody>
      </p:sp>
      <p:sp>
        <p:nvSpPr>
          <p:cNvPr id="49049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Layers in the TCP/IP Protocol Suite</a:t>
            </a:r>
          </a:p>
        </p:txBody>
      </p:sp>
      <p:sp>
        <p:nvSpPr>
          <p:cNvPr id="49049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051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09750"/>
            <a:ext cx="2897188"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0511"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0188" y="1828800"/>
            <a:ext cx="3757612" cy="375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0512"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1981200"/>
            <a:ext cx="1425575" cy="294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05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905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490512"/>
                                        </p:tgtEl>
                                        <p:attrNameLst>
                                          <p:attrName>style.visibility</p:attrName>
                                        </p:attrNameLst>
                                      </p:cBhvr>
                                      <p:to>
                                        <p:strVal val="visible"/>
                                      </p:to>
                                    </p:set>
                                    <p:animEffect transition="in" filter="wipe(up)">
                                      <p:cBhvr>
                                        <p:cTn id="15" dur="2000"/>
                                        <p:tgtEl>
                                          <p:spTgt spid="490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altLang="en-US"/>
              <a:t>TCP/IP Protocol Suite</a:t>
            </a:r>
          </a:p>
        </p:txBody>
      </p:sp>
      <p:sp>
        <p:nvSpPr>
          <p:cNvPr id="13" name="Slide Number Placeholder 2"/>
          <p:cNvSpPr>
            <a:spLocks noGrp="1"/>
          </p:cNvSpPr>
          <p:nvPr>
            <p:ph type="sldNum" sz="quarter" idx="11"/>
          </p:nvPr>
        </p:nvSpPr>
        <p:spPr/>
        <p:txBody>
          <a:bodyPr/>
          <a:lstStyle/>
          <a:p>
            <a:fld id="{B5AC9371-4CAC-4E47-9D20-EB86A4BB02F8}" type="slidenum">
              <a:rPr lang="en-US" altLang="en-US"/>
              <a:pPr/>
              <a:t>21</a:t>
            </a:fld>
            <a:endParaRPr lang="en-US" altLang="en-US"/>
          </a:p>
        </p:txBody>
      </p:sp>
      <p:sp>
        <p:nvSpPr>
          <p:cNvPr id="581634"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TCP/IP and OSI model</a:t>
            </a:r>
          </a:p>
        </p:txBody>
      </p:sp>
      <p:sp>
        <p:nvSpPr>
          <p:cNvPr id="581635"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163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1637"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163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163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1640"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164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8164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43000"/>
            <a:ext cx="185896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164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0438" y="1143000"/>
            <a:ext cx="5491162" cy="491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81644"/>
                                        </p:tgtEl>
                                        <p:attrNameLst>
                                          <p:attrName>style.visibility</p:attrName>
                                        </p:attrNameLst>
                                      </p:cBhvr>
                                      <p:to>
                                        <p:strVal val="visible"/>
                                      </p:to>
                                    </p:set>
                                    <p:animEffect transition="in" filter="wipe(up)">
                                      <p:cBhvr>
                                        <p:cTn id="7" dur="5000"/>
                                        <p:tgtEl>
                                          <p:spTgt spid="5816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81645"/>
                                        </p:tgtEl>
                                        <p:attrNameLst>
                                          <p:attrName>style.visibility</p:attrName>
                                        </p:attrNameLst>
                                      </p:cBhvr>
                                      <p:to>
                                        <p:strVal val="visible"/>
                                      </p:to>
                                    </p:set>
                                    <p:animEffect transition="in" filter="wipe(up)">
                                      <p:cBhvr>
                                        <p:cTn id="12" dur="5000"/>
                                        <p:tgtEl>
                                          <p:spTgt spid="581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64546B06-07B3-41C8-8DCB-7A55E15A256E}" type="slidenum">
              <a:rPr lang="en-US" altLang="en-US"/>
              <a:pPr/>
              <a:t>22</a:t>
            </a:fld>
            <a:endParaRPr lang="en-US" altLang="en-US"/>
          </a:p>
        </p:txBody>
      </p:sp>
      <p:sp>
        <p:nvSpPr>
          <p:cNvPr id="58368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 private internet</a:t>
            </a:r>
          </a:p>
        </p:txBody>
      </p:sp>
      <p:sp>
        <p:nvSpPr>
          <p:cNvPr id="583683"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368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3685"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368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368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3688"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368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8369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2382838"/>
            <a:ext cx="7513637" cy="264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1"/>
          <p:cNvSpPr>
            <a:spLocks noGrp="1"/>
          </p:cNvSpPr>
          <p:nvPr>
            <p:ph type="ftr" sz="quarter" idx="10"/>
          </p:nvPr>
        </p:nvSpPr>
        <p:spPr/>
        <p:txBody>
          <a:bodyPr/>
          <a:lstStyle/>
          <a:p>
            <a:r>
              <a:rPr lang="en-US" altLang="en-US"/>
              <a:t>TCP/IP Protocol Suite</a:t>
            </a:r>
          </a:p>
        </p:txBody>
      </p:sp>
      <p:sp>
        <p:nvSpPr>
          <p:cNvPr id="21" name="Slide Number Placeholder 2"/>
          <p:cNvSpPr>
            <a:spLocks noGrp="1"/>
          </p:cNvSpPr>
          <p:nvPr>
            <p:ph type="sldNum" sz="quarter" idx="11"/>
          </p:nvPr>
        </p:nvSpPr>
        <p:spPr/>
        <p:txBody>
          <a:bodyPr/>
          <a:lstStyle/>
          <a:p>
            <a:fld id="{407B0014-422D-4C9D-A8F8-75579E7449FB}" type="slidenum">
              <a:rPr lang="en-US" altLang="en-US"/>
              <a:pPr/>
              <a:t>23</a:t>
            </a:fld>
            <a:endParaRPr lang="en-US" altLang="en-US"/>
          </a:p>
        </p:txBody>
      </p:sp>
      <p:sp>
        <p:nvSpPr>
          <p:cNvPr id="49254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Communication at the physical layer</a:t>
            </a:r>
          </a:p>
        </p:txBody>
      </p:sp>
      <p:sp>
        <p:nvSpPr>
          <p:cNvPr id="49254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255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475" y="3138488"/>
            <a:ext cx="6883400" cy="242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255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255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3" y="1289050"/>
            <a:ext cx="8091487"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6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4186238"/>
            <a:ext cx="1746250"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61"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1950" y="4343400"/>
            <a:ext cx="831850"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62"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0525" y="5468938"/>
            <a:ext cx="1362075"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63"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38800" y="5486400"/>
            <a:ext cx="2028825"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65"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2190750"/>
            <a:ext cx="6588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67" name="Picture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338" y="2176463"/>
            <a:ext cx="1262062"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68" name="Picture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0725" y="2182813"/>
            <a:ext cx="1819275"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70" name="Picture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5400" y="2187575"/>
            <a:ext cx="1682750"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25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925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492570"/>
                                        </p:tgtEl>
                                        <p:attrNameLst>
                                          <p:attrName>style.visibility</p:attrName>
                                        </p:attrNameLst>
                                      </p:cBhvr>
                                      <p:to>
                                        <p:strVal val="visible"/>
                                      </p:to>
                                    </p:set>
                                    <p:animEffect transition="in" filter="wipe(left)">
                                      <p:cBhvr>
                                        <p:cTn id="15" dur="2000"/>
                                        <p:tgtEl>
                                          <p:spTgt spid="492570"/>
                                        </p:tgtEl>
                                      </p:cBhvr>
                                    </p:animEffect>
                                  </p:childTnLst>
                                </p:cTn>
                              </p:par>
                              <p:par>
                                <p:cTn id="16" presetID="22" presetClass="entr" presetSubtype="8" fill="hold" nodeType="withEffect">
                                  <p:stCondLst>
                                    <p:cond delay="0"/>
                                  </p:stCondLst>
                                  <p:childTnLst>
                                    <p:set>
                                      <p:cBhvr>
                                        <p:cTn id="17" dur="1" fill="hold">
                                          <p:stCondLst>
                                            <p:cond delay="0"/>
                                          </p:stCondLst>
                                        </p:cTn>
                                        <p:tgtEl>
                                          <p:spTgt spid="492560"/>
                                        </p:tgtEl>
                                        <p:attrNameLst>
                                          <p:attrName>style.visibility</p:attrName>
                                        </p:attrNameLst>
                                      </p:cBhvr>
                                      <p:to>
                                        <p:strVal val="visible"/>
                                      </p:to>
                                    </p:set>
                                    <p:animEffect transition="in" filter="wipe(left)">
                                      <p:cBhvr>
                                        <p:cTn id="18" dur="2000"/>
                                        <p:tgtEl>
                                          <p:spTgt spid="49256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92565"/>
                                        </p:tgtEl>
                                        <p:attrNameLst>
                                          <p:attrName>style.visibility</p:attrName>
                                        </p:attrNameLst>
                                      </p:cBhvr>
                                      <p:to>
                                        <p:strVal val="visible"/>
                                      </p:to>
                                    </p:set>
                                    <p:animEffect transition="in" filter="wipe(left)">
                                      <p:cBhvr>
                                        <p:cTn id="23" dur="2000"/>
                                        <p:tgtEl>
                                          <p:spTgt spid="492565"/>
                                        </p:tgtEl>
                                      </p:cBhvr>
                                    </p:animEffect>
                                  </p:childTnLst>
                                </p:cTn>
                              </p:par>
                              <p:par>
                                <p:cTn id="24" presetID="22" presetClass="entr" presetSubtype="8" fill="hold" nodeType="withEffect">
                                  <p:stCondLst>
                                    <p:cond delay="0"/>
                                  </p:stCondLst>
                                  <p:childTnLst>
                                    <p:set>
                                      <p:cBhvr>
                                        <p:cTn id="25" dur="1" fill="hold">
                                          <p:stCondLst>
                                            <p:cond delay="0"/>
                                          </p:stCondLst>
                                        </p:cTn>
                                        <p:tgtEl>
                                          <p:spTgt spid="492561"/>
                                        </p:tgtEl>
                                        <p:attrNameLst>
                                          <p:attrName>style.visibility</p:attrName>
                                        </p:attrNameLst>
                                      </p:cBhvr>
                                      <p:to>
                                        <p:strVal val="visible"/>
                                      </p:to>
                                    </p:set>
                                    <p:animEffect transition="in" filter="wipe(left)">
                                      <p:cBhvr>
                                        <p:cTn id="26" dur="2000"/>
                                        <p:tgtEl>
                                          <p:spTgt spid="49256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92567"/>
                                        </p:tgtEl>
                                        <p:attrNameLst>
                                          <p:attrName>style.visibility</p:attrName>
                                        </p:attrNameLst>
                                      </p:cBhvr>
                                      <p:to>
                                        <p:strVal val="visible"/>
                                      </p:to>
                                    </p:set>
                                    <p:animEffect transition="in" filter="wipe(left)">
                                      <p:cBhvr>
                                        <p:cTn id="31" dur="2000"/>
                                        <p:tgtEl>
                                          <p:spTgt spid="492567"/>
                                        </p:tgtEl>
                                      </p:cBhvr>
                                    </p:animEffect>
                                  </p:childTnLst>
                                </p:cTn>
                              </p:par>
                              <p:par>
                                <p:cTn id="32" presetID="22" presetClass="entr" presetSubtype="8" fill="hold" nodeType="withEffect">
                                  <p:stCondLst>
                                    <p:cond delay="0"/>
                                  </p:stCondLst>
                                  <p:childTnLst>
                                    <p:set>
                                      <p:cBhvr>
                                        <p:cTn id="33" dur="1" fill="hold">
                                          <p:stCondLst>
                                            <p:cond delay="0"/>
                                          </p:stCondLst>
                                        </p:cTn>
                                        <p:tgtEl>
                                          <p:spTgt spid="492562"/>
                                        </p:tgtEl>
                                        <p:attrNameLst>
                                          <p:attrName>style.visibility</p:attrName>
                                        </p:attrNameLst>
                                      </p:cBhvr>
                                      <p:to>
                                        <p:strVal val="visible"/>
                                      </p:to>
                                    </p:set>
                                    <p:animEffect transition="in" filter="wipe(left)">
                                      <p:cBhvr>
                                        <p:cTn id="34" dur="2000"/>
                                        <p:tgtEl>
                                          <p:spTgt spid="49256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92568"/>
                                        </p:tgtEl>
                                        <p:attrNameLst>
                                          <p:attrName>style.visibility</p:attrName>
                                        </p:attrNameLst>
                                      </p:cBhvr>
                                      <p:to>
                                        <p:strVal val="visible"/>
                                      </p:to>
                                    </p:set>
                                    <p:animEffect transition="in" filter="wipe(left)">
                                      <p:cBhvr>
                                        <p:cTn id="39" dur="2000"/>
                                        <p:tgtEl>
                                          <p:spTgt spid="492568"/>
                                        </p:tgtEl>
                                      </p:cBhvr>
                                    </p:animEffect>
                                  </p:childTnLst>
                                </p:cTn>
                              </p:par>
                              <p:par>
                                <p:cTn id="40" presetID="22" presetClass="entr" presetSubtype="8" fill="hold" nodeType="withEffect">
                                  <p:stCondLst>
                                    <p:cond delay="0"/>
                                  </p:stCondLst>
                                  <p:childTnLst>
                                    <p:set>
                                      <p:cBhvr>
                                        <p:cTn id="41" dur="1" fill="hold">
                                          <p:stCondLst>
                                            <p:cond delay="0"/>
                                          </p:stCondLst>
                                        </p:cTn>
                                        <p:tgtEl>
                                          <p:spTgt spid="492563"/>
                                        </p:tgtEl>
                                        <p:attrNameLst>
                                          <p:attrName>style.visibility</p:attrName>
                                        </p:attrNameLst>
                                      </p:cBhvr>
                                      <p:to>
                                        <p:strVal val="visible"/>
                                      </p:to>
                                    </p:set>
                                    <p:animEffect transition="in" filter="wipe(left)">
                                      <p:cBhvr>
                                        <p:cTn id="42" dur="2000"/>
                                        <p:tgtEl>
                                          <p:spTgt spid="492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26226E49-89D4-49B0-9339-D4F68BDD070E}" type="slidenum">
              <a:rPr lang="en-US" altLang="en-US"/>
              <a:pPr/>
              <a:t>24</a:t>
            </a:fld>
            <a:endParaRPr lang="en-US" altLang="en-US"/>
          </a:p>
        </p:txBody>
      </p:sp>
      <p:sp>
        <p:nvSpPr>
          <p:cNvPr id="70656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656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656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656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656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656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656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6569"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570" name="Line 10"/>
          <p:cNvSpPr>
            <a:spLocks noChangeShapeType="1"/>
          </p:cNvSpPr>
          <p:nvPr/>
        </p:nvSpPr>
        <p:spPr bwMode="auto">
          <a:xfrm>
            <a:off x="609600" y="41910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571" name="Rectangle 11"/>
          <p:cNvSpPr>
            <a:spLocks noChangeArrowheads="1"/>
          </p:cNvSpPr>
          <p:nvPr/>
        </p:nvSpPr>
        <p:spPr bwMode="auto">
          <a:xfrm>
            <a:off x="647700" y="3063875"/>
            <a:ext cx="8077200" cy="1066800"/>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unit of communication at the physical layer is a bit.</a:t>
            </a:r>
          </a:p>
        </p:txBody>
      </p:sp>
      <p:grpSp>
        <p:nvGrpSpPr>
          <p:cNvPr id="706572" name="Group 12"/>
          <p:cNvGrpSpPr>
            <a:grpSpLocks/>
          </p:cNvGrpSpPr>
          <p:nvPr/>
        </p:nvGrpSpPr>
        <p:grpSpPr bwMode="auto">
          <a:xfrm>
            <a:off x="609600" y="2133600"/>
            <a:ext cx="1143000" cy="566738"/>
            <a:chOff x="1200" y="1248"/>
            <a:chExt cx="720" cy="357"/>
          </a:xfrm>
        </p:grpSpPr>
        <p:pic>
          <p:nvPicPr>
            <p:cNvPr id="70657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574"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5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706572"/>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706569"/>
                                        </p:tgtEl>
                                        <p:attrNameLst>
                                          <p:attrName>style.visibility</p:attrName>
                                        </p:attrNameLst>
                                      </p:cBhvr>
                                      <p:to>
                                        <p:strVal val="visible"/>
                                      </p:to>
                                    </p:set>
                                    <p:animEffect transition="in" filter="checkerboard(across)">
                                      <p:cBhvr>
                                        <p:cTn id="14" dur="500"/>
                                        <p:tgtEl>
                                          <p:spTgt spid="706569"/>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706570"/>
                                        </p:tgtEl>
                                        <p:attrNameLst>
                                          <p:attrName>style.visibility</p:attrName>
                                        </p:attrNameLst>
                                      </p:cBhvr>
                                      <p:to>
                                        <p:strVal val="visible"/>
                                      </p:to>
                                    </p:set>
                                    <p:animEffect transition="in" filter="checkerboard(across)">
                                      <p:cBhvr>
                                        <p:cTn id="18" dur="500"/>
                                        <p:tgtEl>
                                          <p:spTgt spid="706570"/>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706571"/>
                                        </p:tgtEl>
                                        <p:attrNameLst>
                                          <p:attrName>style.visibility</p:attrName>
                                        </p:attrNameLst>
                                      </p:cBhvr>
                                      <p:to>
                                        <p:strVal val="visible"/>
                                      </p:to>
                                    </p:set>
                                    <p:animEffect transition="in" filter="checkerboard(across)">
                                      <p:cBhvr>
                                        <p:cTn id="22" dur="500"/>
                                        <p:tgtEl>
                                          <p:spTgt spid="706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7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1"/>
          <p:cNvSpPr>
            <a:spLocks noGrp="1"/>
          </p:cNvSpPr>
          <p:nvPr>
            <p:ph type="ftr" sz="quarter" idx="10"/>
          </p:nvPr>
        </p:nvSpPr>
        <p:spPr/>
        <p:txBody>
          <a:bodyPr/>
          <a:lstStyle/>
          <a:p>
            <a:r>
              <a:rPr lang="en-US" altLang="en-US"/>
              <a:t>TCP/IP Protocol Suite</a:t>
            </a:r>
          </a:p>
        </p:txBody>
      </p:sp>
      <p:sp>
        <p:nvSpPr>
          <p:cNvPr id="21" name="Slide Number Placeholder 2"/>
          <p:cNvSpPr>
            <a:spLocks noGrp="1"/>
          </p:cNvSpPr>
          <p:nvPr>
            <p:ph type="sldNum" sz="quarter" idx="11"/>
          </p:nvPr>
        </p:nvSpPr>
        <p:spPr/>
        <p:txBody>
          <a:bodyPr/>
          <a:lstStyle/>
          <a:p>
            <a:fld id="{4782C29D-297B-4F23-8590-135251AF6C5F}" type="slidenum">
              <a:rPr lang="en-US" altLang="en-US"/>
              <a:pPr/>
              <a:t>25</a:t>
            </a:fld>
            <a:endParaRPr lang="en-US" altLang="en-US"/>
          </a:p>
        </p:txBody>
      </p:sp>
      <p:pic>
        <p:nvPicPr>
          <p:cNvPr id="58573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475" y="2992438"/>
            <a:ext cx="6892925" cy="242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5730"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Communication at the data link layer</a:t>
            </a:r>
          </a:p>
        </p:txBody>
      </p:sp>
      <p:sp>
        <p:nvSpPr>
          <p:cNvPr id="585731"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3"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6"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85741"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066800"/>
            <a:ext cx="80168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2"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6175" y="1878013"/>
            <a:ext cx="1673225" cy="81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3"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7050" y="1892300"/>
            <a:ext cx="66675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4"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0" y="1905000"/>
            <a:ext cx="1262063"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5"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72125" y="1885950"/>
            <a:ext cx="181927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6" name="Picture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9350" y="4038600"/>
            <a:ext cx="174625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7"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4192588"/>
            <a:ext cx="996950" cy="106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8" name="Picture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8600" y="5349875"/>
            <a:ext cx="13620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49" name="Picture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14975" y="5334000"/>
            <a:ext cx="2028825"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57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57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585742"/>
                                        </p:tgtEl>
                                        <p:attrNameLst>
                                          <p:attrName>style.visibility</p:attrName>
                                        </p:attrNameLst>
                                      </p:cBhvr>
                                      <p:to>
                                        <p:strVal val="visible"/>
                                      </p:to>
                                    </p:set>
                                    <p:animEffect transition="in" filter="wipe(left)">
                                      <p:cBhvr>
                                        <p:cTn id="15" dur="2000"/>
                                        <p:tgtEl>
                                          <p:spTgt spid="585742"/>
                                        </p:tgtEl>
                                      </p:cBhvr>
                                    </p:animEffect>
                                  </p:childTnLst>
                                </p:cTn>
                              </p:par>
                              <p:par>
                                <p:cTn id="16" presetID="22" presetClass="entr" presetSubtype="8" fill="hold" nodeType="withEffect">
                                  <p:stCondLst>
                                    <p:cond delay="0"/>
                                  </p:stCondLst>
                                  <p:childTnLst>
                                    <p:set>
                                      <p:cBhvr>
                                        <p:cTn id="17" dur="1" fill="hold">
                                          <p:stCondLst>
                                            <p:cond delay="0"/>
                                          </p:stCondLst>
                                        </p:cTn>
                                        <p:tgtEl>
                                          <p:spTgt spid="585746"/>
                                        </p:tgtEl>
                                        <p:attrNameLst>
                                          <p:attrName>style.visibility</p:attrName>
                                        </p:attrNameLst>
                                      </p:cBhvr>
                                      <p:to>
                                        <p:strVal val="visible"/>
                                      </p:to>
                                    </p:set>
                                    <p:animEffect transition="in" filter="wipe(left)">
                                      <p:cBhvr>
                                        <p:cTn id="18" dur="2000"/>
                                        <p:tgtEl>
                                          <p:spTgt spid="58574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85743"/>
                                        </p:tgtEl>
                                        <p:attrNameLst>
                                          <p:attrName>style.visibility</p:attrName>
                                        </p:attrNameLst>
                                      </p:cBhvr>
                                      <p:to>
                                        <p:strVal val="visible"/>
                                      </p:to>
                                    </p:set>
                                    <p:animEffect transition="in" filter="wipe(left)">
                                      <p:cBhvr>
                                        <p:cTn id="23" dur="2000"/>
                                        <p:tgtEl>
                                          <p:spTgt spid="585743"/>
                                        </p:tgtEl>
                                      </p:cBhvr>
                                    </p:animEffect>
                                  </p:childTnLst>
                                </p:cTn>
                              </p:par>
                              <p:par>
                                <p:cTn id="24" presetID="22" presetClass="entr" presetSubtype="8" fill="hold" nodeType="withEffect">
                                  <p:stCondLst>
                                    <p:cond delay="0"/>
                                  </p:stCondLst>
                                  <p:childTnLst>
                                    <p:set>
                                      <p:cBhvr>
                                        <p:cTn id="25" dur="1" fill="hold">
                                          <p:stCondLst>
                                            <p:cond delay="0"/>
                                          </p:stCondLst>
                                        </p:cTn>
                                        <p:tgtEl>
                                          <p:spTgt spid="585747"/>
                                        </p:tgtEl>
                                        <p:attrNameLst>
                                          <p:attrName>style.visibility</p:attrName>
                                        </p:attrNameLst>
                                      </p:cBhvr>
                                      <p:to>
                                        <p:strVal val="visible"/>
                                      </p:to>
                                    </p:set>
                                    <p:animEffect transition="in" filter="wipe(left)">
                                      <p:cBhvr>
                                        <p:cTn id="26" dur="2000"/>
                                        <p:tgtEl>
                                          <p:spTgt spid="58574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85744"/>
                                        </p:tgtEl>
                                        <p:attrNameLst>
                                          <p:attrName>style.visibility</p:attrName>
                                        </p:attrNameLst>
                                      </p:cBhvr>
                                      <p:to>
                                        <p:strVal val="visible"/>
                                      </p:to>
                                    </p:set>
                                    <p:animEffect transition="in" filter="wipe(left)">
                                      <p:cBhvr>
                                        <p:cTn id="31" dur="2000"/>
                                        <p:tgtEl>
                                          <p:spTgt spid="585744"/>
                                        </p:tgtEl>
                                      </p:cBhvr>
                                    </p:animEffect>
                                  </p:childTnLst>
                                </p:cTn>
                              </p:par>
                              <p:par>
                                <p:cTn id="32" presetID="22" presetClass="entr" presetSubtype="8" fill="hold" nodeType="withEffect">
                                  <p:stCondLst>
                                    <p:cond delay="0"/>
                                  </p:stCondLst>
                                  <p:childTnLst>
                                    <p:set>
                                      <p:cBhvr>
                                        <p:cTn id="33" dur="1" fill="hold">
                                          <p:stCondLst>
                                            <p:cond delay="0"/>
                                          </p:stCondLst>
                                        </p:cTn>
                                        <p:tgtEl>
                                          <p:spTgt spid="585748"/>
                                        </p:tgtEl>
                                        <p:attrNameLst>
                                          <p:attrName>style.visibility</p:attrName>
                                        </p:attrNameLst>
                                      </p:cBhvr>
                                      <p:to>
                                        <p:strVal val="visible"/>
                                      </p:to>
                                    </p:set>
                                    <p:animEffect transition="in" filter="wipe(left)">
                                      <p:cBhvr>
                                        <p:cTn id="34" dur="2000"/>
                                        <p:tgtEl>
                                          <p:spTgt spid="58574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585745"/>
                                        </p:tgtEl>
                                        <p:attrNameLst>
                                          <p:attrName>style.visibility</p:attrName>
                                        </p:attrNameLst>
                                      </p:cBhvr>
                                      <p:to>
                                        <p:strVal val="visible"/>
                                      </p:to>
                                    </p:set>
                                    <p:animEffect transition="in" filter="wipe(left)">
                                      <p:cBhvr>
                                        <p:cTn id="39" dur="2000"/>
                                        <p:tgtEl>
                                          <p:spTgt spid="585745"/>
                                        </p:tgtEl>
                                      </p:cBhvr>
                                    </p:animEffect>
                                  </p:childTnLst>
                                </p:cTn>
                              </p:par>
                              <p:par>
                                <p:cTn id="40" presetID="22" presetClass="entr" presetSubtype="8" fill="hold" nodeType="withEffect">
                                  <p:stCondLst>
                                    <p:cond delay="0"/>
                                  </p:stCondLst>
                                  <p:childTnLst>
                                    <p:set>
                                      <p:cBhvr>
                                        <p:cTn id="41" dur="1" fill="hold">
                                          <p:stCondLst>
                                            <p:cond delay="0"/>
                                          </p:stCondLst>
                                        </p:cTn>
                                        <p:tgtEl>
                                          <p:spTgt spid="585749"/>
                                        </p:tgtEl>
                                        <p:attrNameLst>
                                          <p:attrName>style.visibility</p:attrName>
                                        </p:attrNameLst>
                                      </p:cBhvr>
                                      <p:to>
                                        <p:strVal val="visible"/>
                                      </p:to>
                                    </p:set>
                                    <p:animEffect transition="in" filter="wipe(left)">
                                      <p:cBhvr>
                                        <p:cTn id="42" dur="2000"/>
                                        <p:tgtEl>
                                          <p:spTgt spid="585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AB3C0B2D-74EF-4AD1-B49C-BB34270A310E}" type="slidenum">
              <a:rPr lang="en-US" altLang="en-US"/>
              <a:pPr/>
              <a:t>26</a:t>
            </a:fld>
            <a:endParaRPr lang="en-US" altLang="en-US"/>
          </a:p>
        </p:txBody>
      </p:sp>
      <p:sp>
        <p:nvSpPr>
          <p:cNvPr id="70861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861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861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861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861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861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861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08617"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8618" name="Line 10"/>
          <p:cNvSpPr>
            <a:spLocks noChangeShapeType="1"/>
          </p:cNvSpPr>
          <p:nvPr/>
        </p:nvSpPr>
        <p:spPr bwMode="auto">
          <a:xfrm>
            <a:off x="609600" y="41910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8619" name="Rectangle 11"/>
          <p:cNvSpPr>
            <a:spLocks noChangeArrowheads="1"/>
          </p:cNvSpPr>
          <p:nvPr/>
        </p:nvSpPr>
        <p:spPr bwMode="auto">
          <a:xfrm>
            <a:off x="647700" y="3063875"/>
            <a:ext cx="8077200" cy="1066800"/>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unit of communication at the data link layer is a frame.</a:t>
            </a:r>
          </a:p>
        </p:txBody>
      </p:sp>
      <p:grpSp>
        <p:nvGrpSpPr>
          <p:cNvPr id="708620" name="Group 12"/>
          <p:cNvGrpSpPr>
            <a:grpSpLocks/>
          </p:cNvGrpSpPr>
          <p:nvPr/>
        </p:nvGrpSpPr>
        <p:grpSpPr bwMode="auto">
          <a:xfrm>
            <a:off x="609600" y="2133600"/>
            <a:ext cx="1143000" cy="566738"/>
            <a:chOff x="1200" y="1248"/>
            <a:chExt cx="720" cy="357"/>
          </a:xfrm>
        </p:grpSpPr>
        <p:pic>
          <p:nvPicPr>
            <p:cNvPr id="70862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8622"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86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708620"/>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708617"/>
                                        </p:tgtEl>
                                        <p:attrNameLst>
                                          <p:attrName>style.visibility</p:attrName>
                                        </p:attrNameLst>
                                      </p:cBhvr>
                                      <p:to>
                                        <p:strVal val="visible"/>
                                      </p:to>
                                    </p:set>
                                    <p:animEffect transition="in" filter="checkerboard(across)">
                                      <p:cBhvr>
                                        <p:cTn id="14" dur="500"/>
                                        <p:tgtEl>
                                          <p:spTgt spid="708617"/>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708618"/>
                                        </p:tgtEl>
                                        <p:attrNameLst>
                                          <p:attrName>style.visibility</p:attrName>
                                        </p:attrNameLst>
                                      </p:cBhvr>
                                      <p:to>
                                        <p:strVal val="visible"/>
                                      </p:to>
                                    </p:set>
                                    <p:animEffect transition="in" filter="checkerboard(across)">
                                      <p:cBhvr>
                                        <p:cTn id="18" dur="500"/>
                                        <p:tgtEl>
                                          <p:spTgt spid="708618"/>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708619"/>
                                        </p:tgtEl>
                                        <p:attrNameLst>
                                          <p:attrName>style.visibility</p:attrName>
                                        </p:attrNameLst>
                                      </p:cBhvr>
                                      <p:to>
                                        <p:strVal val="visible"/>
                                      </p:to>
                                    </p:set>
                                    <p:animEffect transition="in" filter="checkerboard(across)">
                                      <p:cBhvr>
                                        <p:cTn id="22" dur="500"/>
                                        <p:tgtEl>
                                          <p:spTgt spid="708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
          <p:cNvSpPr>
            <a:spLocks noGrp="1"/>
          </p:cNvSpPr>
          <p:nvPr>
            <p:ph type="ftr" sz="quarter" idx="10"/>
          </p:nvPr>
        </p:nvSpPr>
        <p:spPr/>
        <p:txBody>
          <a:bodyPr/>
          <a:lstStyle/>
          <a:p>
            <a:r>
              <a:rPr lang="en-US" altLang="en-US"/>
              <a:t>TCP/IP Protocol Suite</a:t>
            </a:r>
          </a:p>
        </p:txBody>
      </p:sp>
      <p:sp>
        <p:nvSpPr>
          <p:cNvPr id="15" name="Slide Number Placeholder 2"/>
          <p:cNvSpPr>
            <a:spLocks noGrp="1"/>
          </p:cNvSpPr>
          <p:nvPr>
            <p:ph type="sldNum" sz="quarter" idx="11"/>
          </p:nvPr>
        </p:nvSpPr>
        <p:spPr/>
        <p:txBody>
          <a:bodyPr/>
          <a:lstStyle/>
          <a:p>
            <a:fld id="{754D8B70-80FE-4FFC-AF14-5A1D03EC1E4C}" type="slidenum">
              <a:rPr lang="en-US" altLang="en-US"/>
              <a:pPr/>
              <a:t>27</a:t>
            </a:fld>
            <a:endParaRPr lang="en-US" altLang="en-US"/>
          </a:p>
        </p:txBody>
      </p:sp>
      <p:pic>
        <p:nvPicPr>
          <p:cNvPr id="58778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3211513"/>
            <a:ext cx="6892925" cy="242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777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Communication at the network layer</a:t>
            </a:r>
          </a:p>
        </p:txBody>
      </p:sp>
      <p:sp>
        <p:nvSpPr>
          <p:cNvPr id="58777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778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778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778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778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778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778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87788"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838200"/>
            <a:ext cx="8034338" cy="194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7789"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676400"/>
            <a:ext cx="6324600" cy="130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779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6438" y="4191000"/>
            <a:ext cx="6837362" cy="203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77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778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587789"/>
                                        </p:tgtEl>
                                        <p:attrNameLst>
                                          <p:attrName>style.visibility</p:attrName>
                                        </p:attrNameLst>
                                      </p:cBhvr>
                                      <p:to>
                                        <p:strVal val="visible"/>
                                      </p:to>
                                    </p:set>
                                    <p:animEffect transition="in" filter="wipe(left)">
                                      <p:cBhvr>
                                        <p:cTn id="15" dur="5000"/>
                                        <p:tgtEl>
                                          <p:spTgt spid="587789"/>
                                        </p:tgtEl>
                                      </p:cBhvr>
                                    </p:animEffect>
                                  </p:childTnLst>
                                </p:cTn>
                              </p:par>
                              <p:par>
                                <p:cTn id="16" presetID="22" presetClass="entr" presetSubtype="8" fill="hold" nodeType="withEffect">
                                  <p:stCondLst>
                                    <p:cond delay="0"/>
                                  </p:stCondLst>
                                  <p:childTnLst>
                                    <p:set>
                                      <p:cBhvr>
                                        <p:cTn id="17" dur="1" fill="hold">
                                          <p:stCondLst>
                                            <p:cond delay="0"/>
                                          </p:stCondLst>
                                        </p:cTn>
                                        <p:tgtEl>
                                          <p:spTgt spid="587790"/>
                                        </p:tgtEl>
                                        <p:attrNameLst>
                                          <p:attrName>style.visibility</p:attrName>
                                        </p:attrNameLst>
                                      </p:cBhvr>
                                      <p:to>
                                        <p:strVal val="visible"/>
                                      </p:to>
                                    </p:set>
                                    <p:animEffect transition="in" filter="wipe(left)">
                                      <p:cBhvr>
                                        <p:cTn id="18" dur="5000"/>
                                        <p:tgtEl>
                                          <p:spTgt spid="587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60CB1759-3FC5-4357-806A-7553C1866A84}" type="slidenum">
              <a:rPr lang="en-US" altLang="en-US"/>
              <a:pPr/>
              <a:t>28</a:t>
            </a:fld>
            <a:endParaRPr lang="en-US" altLang="en-US"/>
          </a:p>
        </p:txBody>
      </p:sp>
      <p:sp>
        <p:nvSpPr>
          <p:cNvPr id="71475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475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475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475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475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475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476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4761"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4762" name="Line 10"/>
          <p:cNvSpPr>
            <a:spLocks noChangeShapeType="1"/>
          </p:cNvSpPr>
          <p:nvPr/>
        </p:nvSpPr>
        <p:spPr bwMode="auto">
          <a:xfrm>
            <a:off x="609600" y="41910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4763" name="Rectangle 11"/>
          <p:cNvSpPr>
            <a:spLocks noChangeArrowheads="1"/>
          </p:cNvSpPr>
          <p:nvPr/>
        </p:nvSpPr>
        <p:spPr bwMode="auto">
          <a:xfrm>
            <a:off x="647700" y="3063875"/>
            <a:ext cx="8077200" cy="1066800"/>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unit of communication at the network layer is a datagram.</a:t>
            </a:r>
          </a:p>
        </p:txBody>
      </p:sp>
      <p:grpSp>
        <p:nvGrpSpPr>
          <p:cNvPr id="714764" name="Group 12"/>
          <p:cNvGrpSpPr>
            <a:grpSpLocks/>
          </p:cNvGrpSpPr>
          <p:nvPr/>
        </p:nvGrpSpPr>
        <p:grpSpPr bwMode="auto">
          <a:xfrm>
            <a:off x="609600" y="2133600"/>
            <a:ext cx="1143000" cy="566738"/>
            <a:chOff x="1200" y="1248"/>
            <a:chExt cx="720" cy="357"/>
          </a:xfrm>
        </p:grpSpPr>
        <p:pic>
          <p:nvPicPr>
            <p:cNvPr id="71476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4766"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47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714764"/>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714761"/>
                                        </p:tgtEl>
                                        <p:attrNameLst>
                                          <p:attrName>style.visibility</p:attrName>
                                        </p:attrNameLst>
                                      </p:cBhvr>
                                      <p:to>
                                        <p:strVal val="visible"/>
                                      </p:to>
                                    </p:set>
                                    <p:animEffect transition="in" filter="checkerboard(across)">
                                      <p:cBhvr>
                                        <p:cTn id="14" dur="500"/>
                                        <p:tgtEl>
                                          <p:spTgt spid="714761"/>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714762"/>
                                        </p:tgtEl>
                                        <p:attrNameLst>
                                          <p:attrName>style.visibility</p:attrName>
                                        </p:attrNameLst>
                                      </p:cBhvr>
                                      <p:to>
                                        <p:strVal val="visible"/>
                                      </p:to>
                                    </p:set>
                                    <p:animEffect transition="in" filter="checkerboard(across)">
                                      <p:cBhvr>
                                        <p:cTn id="18" dur="500"/>
                                        <p:tgtEl>
                                          <p:spTgt spid="714762"/>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714763"/>
                                        </p:tgtEl>
                                        <p:attrNameLst>
                                          <p:attrName>style.visibility</p:attrName>
                                        </p:attrNameLst>
                                      </p:cBhvr>
                                      <p:to>
                                        <p:strVal val="visible"/>
                                      </p:to>
                                    </p:set>
                                    <p:animEffect transition="in" filter="checkerboard(across)">
                                      <p:cBhvr>
                                        <p:cTn id="22" dur="500"/>
                                        <p:tgtEl>
                                          <p:spTgt spid="714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6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
          <p:cNvSpPr>
            <a:spLocks noGrp="1"/>
          </p:cNvSpPr>
          <p:nvPr>
            <p:ph type="ftr" sz="quarter" idx="10"/>
          </p:nvPr>
        </p:nvSpPr>
        <p:spPr/>
        <p:txBody>
          <a:bodyPr/>
          <a:lstStyle/>
          <a:p>
            <a:r>
              <a:rPr lang="en-US" altLang="en-US"/>
              <a:t>TCP/IP Protocol Suite</a:t>
            </a:r>
          </a:p>
        </p:txBody>
      </p:sp>
      <p:sp>
        <p:nvSpPr>
          <p:cNvPr id="15" name="Slide Number Placeholder 2"/>
          <p:cNvSpPr>
            <a:spLocks noGrp="1"/>
          </p:cNvSpPr>
          <p:nvPr>
            <p:ph type="sldNum" sz="quarter" idx="11"/>
          </p:nvPr>
        </p:nvSpPr>
        <p:spPr/>
        <p:txBody>
          <a:bodyPr/>
          <a:lstStyle/>
          <a:p>
            <a:fld id="{D1A2D0BF-6204-4191-A42E-451E17F5F7B6}" type="slidenum">
              <a:rPr lang="en-US" altLang="en-US"/>
              <a:pPr/>
              <a:t>29</a:t>
            </a:fld>
            <a:endParaRPr lang="en-US" altLang="en-US"/>
          </a:p>
        </p:txBody>
      </p:sp>
      <p:pic>
        <p:nvPicPr>
          <p:cNvPr id="58983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675" y="3287713"/>
            <a:ext cx="6892925" cy="242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982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Communication at transport layer</a:t>
            </a:r>
          </a:p>
        </p:txBody>
      </p:sp>
      <p:sp>
        <p:nvSpPr>
          <p:cNvPr id="58982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982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982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983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983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983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983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8983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625" y="838200"/>
            <a:ext cx="8080375" cy="211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9838"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1308100"/>
            <a:ext cx="633412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9839"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7900" y="4267200"/>
            <a:ext cx="6946900" cy="203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98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8" presetClass="entr" presetSubtype="16" fill="hold" nodeType="clickEffect">
                                  <p:stCondLst>
                                    <p:cond delay="0"/>
                                  </p:stCondLst>
                                  <p:childTnLst>
                                    <p:set>
                                      <p:cBhvr>
                                        <p:cTn id="10" dur="1" fill="hold">
                                          <p:stCondLst>
                                            <p:cond delay="0"/>
                                          </p:stCondLst>
                                        </p:cTn>
                                        <p:tgtEl>
                                          <p:spTgt spid="589836"/>
                                        </p:tgtEl>
                                        <p:attrNameLst>
                                          <p:attrName>style.visibility</p:attrName>
                                        </p:attrNameLst>
                                      </p:cBhvr>
                                      <p:to>
                                        <p:strVal val="visible"/>
                                      </p:to>
                                    </p:set>
                                    <p:animEffect transition="in" filter="diamond(in)">
                                      <p:cBhvr>
                                        <p:cTn id="11" dur="2000"/>
                                        <p:tgtEl>
                                          <p:spTgt spid="5898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89839"/>
                                        </p:tgtEl>
                                        <p:attrNameLst>
                                          <p:attrName>style.visibility</p:attrName>
                                        </p:attrNameLst>
                                      </p:cBhvr>
                                      <p:to>
                                        <p:strVal val="visible"/>
                                      </p:to>
                                    </p:set>
                                    <p:animEffect transition="in" filter="wipe(left)">
                                      <p:cBhvr>
                                        <p:cTn id="16" dur="3000"/>
                                        <p:tgtEl>
                                          <p:spTgt spid="589839"/>
                                        </p:tgtEl>
                                      </p:cBhvr>
                                    </p:animEffect>
                                  </p:childTnLst>
                                </p:cTn>
                              </p:par>
                              <p:par>
                                <p:cTn id="17" presetID="22" presetClass="entr" presetSubtype="8" fill="hold" nodeType="withEffect">
                                  <p:stCondLst>
                                    <p:cond delay="0"/>
                                  </p:stCondLst>
                                  <p:childTnLst>
                                    <p:set>
                                      <p:cBhvr>
                                        <p:cTn id="18" dur="1" fill="hold">
                                          <p:stCondLst>
                                            <p:cond delay="0"/>
                                          </p:stCondLst>
                                        </p:cTn>
                                        <p:tgtEl>
                                          <p:spTgt spid="589838"/>
                                        </p:tgtEl>
                                        <p:attrNameLst>
                                          <p:attrName>style.visibility</p:attrName>
                                        </p:attrNameLst>
                                      </p:cBhvr>
                                      <p:to>
                                        <p:strVal val="visible"/>
                                      </p:to>
                                    </p:set>
                                    <p:animEffect transition="in" filter="wipe(left)">
                                      <p:cBhvr>
                                        <p:cTn id="19" dur="3000"/>
                                        <p:tgtEl>
                                          <p:spTgt spid="589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3912961A-E1DA-4DA4-9456-6D940D57D6F3}" type="slidenum">
              <a:rPr lang="en-US" altLang="en-US"/>
              <a:pPr/>
              <a:t>30</a:t>
            </a:fld>
            <a:endParaRPr lang="en-US" altLang="en-US"/>
          </a:p>
        </p:txBody>
      </p:sp>
      <p:sp>
        <p:nvSpPr>
          <p:cNvPr id="710658"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065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0660"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066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066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0663"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066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0665"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0666" name="Line 10"/>
          <p:cNvSpPr>
            <a:spLocks noChangeShapeType="1"/>
          </p:cNvSpPr>
          <p:nvPr/>
        </p:nvSpPr>
        <p:spPr bwMode="auto">
          <a:xfrm>
            <a:off x="609600" y="51816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0667" name="Rectangle 11"/>
          <p:cNvSpPr>
            <a:spLocks noChangeArrowheads="1"/>
          </p:cNvSpPr>
          <p:nvPr/>
        </p:nvSpPr>
        <p:spPr bwMode="auto">
          <a:xfrm>
            <a:off x="647700" y="3063875"/>
            <a:ext cx="8077200" cy="2041525"/>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unit of communication at the transport layer is a segment, user datagram, or a packet, depending on the specific protocol used in this layer.</a:t>
            </a:r>
          </a:p>
        </p:txBody>
      </p:sp>
      <p:grpSp>
        <p:nvGrpSpPr>
          <p:cNvPr id="710668" name="Group 12"/>
          <p:cNvGrpSpPr>
            <a:grpSpLocks/>
          </p:cNvGrpSpPr>
          <p:nvPr/>
        </p:nvGrpSpPr>
        <p:grpSpPr bwMode="auto">
          <a:xfrm>
            <a:off x="609600" y="2133600"/>
            <a:ext cx="1143000" cy="566738"/>
            <a:chOff x="1200" y="1248"/>
            <a:chExt cx="720" cy="357"/>
          </a:xfrm>
        </p:grpSpPr>
        <p:pic>
          <p:nvPicPr>
            <p:cNvPr id="71066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0670"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066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710668"/>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710665"/>
                                        </p:tgtEl>
                                        <p:attrNameLst>
                                          <p:attrName>style.visibility</p:attrName>
                                        </p:attrNameLst>
                                      </p:cBhvr>
                                      <p:to>
                                        <p:strVal val="visible"/>
                                      </p:to>
                                    </p:set>
                                    <p:animEffect transition="in" filter="checkerboard(across)">
                                      <p:cBhvr>
                                        <p:cTn id="14" dur="500"/>
                                        <p:tgtEl>
                                          <p:spTgt spid="710665"/>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710666"/>
                                        </p:tgtEl>
                                        <p:attrNameLst>
                                          <p:attrName>style.visibility</p:attrName>
                                        </p:attrNameLst>
                                      </p:cBhvr>
                                      <p:to>
                                        <p:strVal val="visible"/>
                                      </p:to>
                                    </p:set>
                                    <p:animEffect transition="in" filter="checkerboard(across)">
                                      <p:cBhvr>
                                        <p:cTn id="18" dur="500"/>
                                        <p:tgtEl>
                                          <p:spTgt spid="710666"/>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710667"/>
                                        </p:tgtEl>
                                        <p:attrNameLst>
                                          <p:attrName>style.visibility</p:attrName>
                                        </p:attrNameLst>
                                      </p:cBhvr>
                                      <p:to>
                                        <p:strVal val="visible"/>
                                      </p:to>
                                    </p:set>
                                    <p:animEffect transition="in" filter="checkerboard(across)">
                                      <p:cBhvr>
                                        <p:cTn id="22" dur="500"/>
                                        <p:tgtEl>
                                          <p:spTgt spid="710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
          <p:cNvSpPr>
            <a:spLocks noGrp="1"/>
          </p:cNvSpPr>
          <p:nvPr>
            <p:ph type="ftr" sz="quarter" idx="10"/>
          </p:nvPr>
        </p:nvSpPr>
        <p:spPr/>
        <p:txBody>
          <a:bodyPr/>
          <a:lstStyle/>
          <a:p>
            <a:r>
              <a:rPr lang="en-US" altLang="en-US"/>
              <a:t>TCP/IP Protocol Suite</a:t>
            </a:r>
          </a:p>
        </p:txBody>
      </p:sp>
      <p:sp>
        <p:nvSpPr>
          <p:cNvPr id="15" name="Slide Number Placeholder 2"/>
          <p:cNvSpPr>
            <a:spLocks noGrp="1"/>
          </p:cNvSpPr>
          <p:nvPr>
            <p:ph type="sldNum" sz="quarter" idx="11"/>
          </p:nvPr>
        </p:nvSpPr>
        <p:spPr/>
        <p:txBody>
          <a:bodyPr/>
          <a:lstStyle/>
          <a:p>
            <a:fld id="{7A68859D-5627-4C10-8025-C575DA8FD385}" type="slidenum">
              <a:rPr lang="en-US" altLang="en-US"/>
              <a:pPr/>
              <a:t>31</a:t>
            </a:fld>
            <a:endParaRPr lang="en-US" altLang="en-US"/>
          </a:p>
        </p:txBody>
      </p:sp>
      <p:pic>
        <p:nvPicPr>
          <p:cNvPr id="59188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9988" y="3505200"/>
            <a:ext cx="6892925" cy="242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1874"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Communication at application layer</a:t>
            </a:r>
          </a:p>
        </p:txBody>
      </p:sp>
      <p:sp>
        <p:nvSpPr>
          <p:cNvPr id="591875"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187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1877"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187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187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1880"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188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9188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025" y="838200"/>
            <a:ext cx="8308975" cy="239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887"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8288" y="1268413"/>
            <a:ext cx="6234112" cy="208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888"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7288" y="4495800"/>
            <a:ext cx="6919912" cy="206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18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8" presetClass="entr" presetSubtype="16" fill="hold" nodeType="clickEffect">
                                  <p:stCondLst>
                                    <p:cond delay="0"/>
                                  </p:stCondLst>
                                  <p:childTnLst>
                                    <p:set>
                                      <p:cBhvr>
                                        <p:cTn id="10" dur="1" fill="hold">
                                          <p:stCondLst>
                                            <p:cond delay="0"/>
                                          </p:stCondLst>
                                        </p:cTn>
                                        <p:tgtEl>
                                          <p:spTgt spid="591885"/>
                                        </p:tgtEl>
                                        <p:attrNameLst>
                                          <p:attrName>style.visibility</p:attrName>
                                        </p:attrNameLst>
                                      </p:cBhvr>
                                      <p:to>
                                        <p:strVal val="visible"/>
                                      </p:to>
                                    </p:set>
                                    <p:animEffect transition="in" filter="diamond(in)">
                                      <p:cBhvr>
                                        <p:cTn id="11" dur="2000"/>
                                        <p:tgtEl>
                                          <p:spTgt spid="59188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91888"/>
                                        </p:tgtEl>
                                        <p:attrNameLst>
                                          <p:attrName>style.visibility</p:attrName>
                                        </p:attrNameLst>
                                      </p:cBhvr>
                                      <p:to>
                                        <p:strVal val="visible"/>
                                      </p:to>
                                    </p:set>
                                    <p:animEffect transition="in" filter="wipe(left)">
                                      <p:cBhvr>
                                        <p:cTn id="16" dur="3000"/>
                                        <p:tgtEl>
                                          <p:spTgt spid="591888"/>
                                        </p:tgtEl>
                                      </p:cBhvr>
                                    </p:animEffect>
                                  </p:childTnLst>
                                </p:cTn>
                              </p:par>
                              <p:par>
                                <p:cTn id="17" presetID="22" presetClass="entr" presetSubtype="8" fill="hold" nodeType="withEffect">
                                  <p:stCondLst>
                                    <p:cond delay="0"/>
                                  </p:stCondLst>
                                  <p:childTnLst>
                                    <p:set>
                                      <p:cBhvr>
                                        <p:cTn id="18" dur="1" fill="hold">
                                          <p:stCondLst>
                                            <p:cond delay="0"/>
                                          </p:stCondLst>
                                        </p:cTn>
                                        <p:tgtEl>
                                          <p:spTgt spid="591887"/>
                                        </p:tgtEl>
                                        <p:attrNameLst>
                                          <p:attrName>style.visibility</p:attrName>
                                        </p:attrNameLst>
                                      </p:cBhvr>
                                      <p:to>
                                        <p:strVal val="visible"/>
                                      </p:to>
                                    </p:set>
                                    <p:animEffect transition="in" filter="wipe(left)">
                                      <p:cBhvr>
                                        <p:cTn id="19" dur="3000"/>
                                        <p:tgtEl>
                                          <p:spTgt spid="59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E49D300F-FACD-4CF6-9FF4-701E40E7FF9C}" type="slidenum">
              <a:rPr lang="en-US" altLang="en-US"/>
              <a:pPr/>
              <a:t>32</a:t>
            </a:fld>
            <a:endParaRPr lang="en-US" altLang="en-US"/>
          </a:p>
        </p:txBody>
      </p:sp>
      <p:sp>
        <p:nvSpPr>
          <p:cNvPr id="712706"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270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2708"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270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271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2711"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271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2713"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2714" name="Line 10"/>
          <p:cNvSpPr>
            <a:spLocks noChangeShapeType="1"/>
          </p:cNvSpPr>
          <p:nvPr/>
        </p:nvSpPr>
        <p:spPr bwMode="auto">
          <a:xfrm>
            <a:off x="609600" y="41910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2715" name="Rectangle 11"/>
          <p:cNvSpPr>
            <a:spLocks noChangeArrowheads="1"/>
          </p:cNvSpPr>
          <p:nvPr/>
        </p:nvSpPr>
        <p:spPr bwMode="auto">
          <a:xfrm>
            <a:off x="647700" y="3063875"/>
            <a:ext cx="8077200" cy="1066800"/>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unit of communication at the application layer is a message.</a:t>
            </a:r>
          </a:p>
        </p:txBody>
      </p:sp>
      <p:grpSp>
        <p:nvGrpSpPr>
          <p:cNvPr id="712716" name="Group 12"/>
          <p:cNvGrpSpPr>
            <a:grpSpLocks/>
          </p:cNvGrpSpPr>
          <p:nvPr/>
        </p:nvGrpSpPr>
        <p:grpSpPr bwMode="auto">
          <a:xfrm>
            <a:off x="609600" y="2328863"/>
            <a:ext cx="1143000" cy="566737"/>
            <a:chOff x="1200" y="1248"/>
            <a:chExt cx="720" cy="357"/>
          </a:xfrm>
        </p:grpSpPr>
        <p:pic>
          <p:nvPicPr>
            <p:cNvPr id="71271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2718"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27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2000" fill="hold"/>
                                        <p:tgtEl>
                                          <p:spTgt spid="712716"/>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4000"/>
                            </p:stCondLst>
                            <p:childTnLst>
                              <p:par>
                                <p:cTn id="12" presetID="5" presetClass="entr" presetSubtype="10" fill="hold" nodeType="afterEffect">
                                  <p:stCondLst>
                                    <p:cond delay="0"/>
                                  </p:stCondLst>
                                  <p:childTnLst>
                                    <p:set>
                                      <p:cBhvr>
                                        <p:cTn id="13" dur="1" fill="hold">
                                          <p:stCondLst>
                                            <p:cond delay="0"/>
                                          </p:stCondLst>
                                        </p:cTn>
                                        <p:tgtEl>
                                          <p:spTgt spid="712713"/>
                                        </p:tgtEl>
                                        <p:attrNameLst>
                                          <p:attrName>style.visibility</p:attrName>
                                        </p:attrNameLst>
                                      </p:cBhvr>
                                      <p:to>
                                        <p:strVal val="visible"/>
                                      </p:to>
                                    </p:set>
                                    <p:animEffect transition="in" filter="checkerboard(across)">
                                      <p:cBhvr>
                                        <p:cTn id="14" dur="500"/>
                                        <p:tgtEl>
                                          <p:spTgt spid="712713"/>
                                        </p:tgtEl>
                                      </p:cBhvr>
                                    </p:animEffect>
                                  </p:childTnLst>
                                </p:cTn>
                              </p:par>
                            </p:childTnLst>
                          </p:cTn>
                        </p:par>
                        <p:par>
                          <p:cTn id="15" fill="hold" nodeType="afterGroup">
                            <p:stCondLst>
                              <p:cond delay="4500"/>
                            </p:stCondLst>
                            <p:childTnLst>
                              <p:par>
                                <p:cTn id="16" presetID="5" presetClass="entr" presetSubtype="10" fill="hold" nodeType="afterEffect">
                                  <p:stCondLst>
                                    <p:cond delay="0"/>
                                  </p:stCondLst>
                                  <p:childTnLst>
                                    <p:set>
                                      <p:cBhvr>
                                        <p:cTn id="17" dur="1" fill="hold">
                                          <p:stCondLst>
                                            <p:cond delay="0"/>
                                          </p:stCondLst>
                                        </p:cTn>
                                        <p:tgtEl>
                                          <p:spTgt spid="712714"/>
                                        </p:tgtEl>
                                        <p:attrNameLst>
                                          <p:attrName>style.visibility</p:attrName>
                                        </p:attrNameLst>
                                      </p:cBhvr>
                                      <p:to>
                                        <p:strVal val="visible"/>
                                      </p:to>
                                    </p:set>
                                    <p:animEffect transition="in" filter="checkerboard(across)">
                                      <p:cBhvr>
                                        <p:cTn id="18" dur="500"/>
                                        <p:tgtEl>
                                          <p:spTgt spid="712714"/>
                                        </p:tgtEl>
                                      </p:cBhvr>
                                    </p:animEffect>
                                  </p:childTnLst>
                                </p:cTn>
                              </p:par>
                            </p:childTnLst>
                          </p:cTn>
                        </p:par>
                        <p:par>
                          <p:cTn id="19" fill="hold" nodeType="afterGroup">
                            <p:stCondLst>
                              <p:cond delay="5000"/>
                            </p:stCondLst>
                            <p:childTnLst>
                              <p:par>
                                <p:cTn id="20" presetID="5" presetClass="entr" presetSubtype="10" fill="hold" grpId="0" nodeType="afterEffect">
                                  <p:stCondLst>
                                    <p:cond delay="0"/>
                                  </p:stCondLst>
                                  <p:childTnLst>
                                    <p:set>
                                      <p:cBhvr>
                                        <p:cTn id="21" dur="1" fill="hold">
                                          <p:stCondLst>
                                            <p:cond delay="0"/>
                                          </p:stCondLst>
                                        </p:cTn>
                                        <p:tgtEl>
                                          <p:spTgt spid="712715"/>
                                        </p:tgtEl>
                                        <p:attrNameLst>
                                          <p:attrName>style.visibility</p:attrName>
                                        </p:attrNameLst>
                                      </p:cBhvr>
                                      <p:to>
                                        <p:strVal val="visible"/>
                                      </p:to>
                                    </p:set>
                                    <p:animEffect transition="in" filter="checkerboard(across)">
                                      <p:cBhvr>
                                        <p:cTn id="22" dur="500"/>
                                        <p:tgtEl>
                                          <p:spTgt spid="712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15"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9B04BF46-2080-4310-98C9-BD9560D604C8}" type="slidenum">
              <a:rPr lang="en-US" altLang="en-US"/>
              <a:pPr/>
              <a:t>33</a:t>
            </a:fld>
            <a:endParaRPr lang="en-US" altLang="en-US"/>
          </a:p>
        </p:txBody>
      </p:sp>
      <p:sp>
        <p:nvSpPr>
          <p:cNvPr id="62054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3200">
              <a:effectLst>
                <a:outerShdw blurRad="38100" dist="38100" dir="2700000" algn="tl">
                  <a:srgbClr val="FFFFFF"/>
                </a:outerShdw>
              </a:effectLst>
              <a:latin typeface="Times New Roman" panose="02020603050405020304" pitchFamily="18" charset="0"/>
            </a:endParaRPr>
          </a:p>
        </p:txBody>
      </p:sp>
      <p:sp>
        <p:nvSpPr>
          <p:cNvPr id="620547" name="Text Box 3"/>
          <p:cNvSpPr txBox="1">
            <a:spLocks noChangeArrowheads="1"/>
          </p:cNvSpPr>
          <p:nvPr/>
        </p:nvSpPr>
        <p:spPr bwMode="auto">
          <a:xfrm>
            <a:off x="228600" y="355600"/>
            <a:ext cx="39147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Times" panose="02020603050405020304" pitchFamily="18" charset="0"/>
              </a:rPr>
              <a:t>2-4 ADDRESSING</a:t>
            </a:r>
          </a:p>
        </p:txBody>
      </p:sp>
      <p:sp>
        <p:nvSpPr>
          <p:cNvPr id="620548"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20549" name="Rectangle 5"/>
          <p:cNvSpPr>
            <a:spLocks noChangeArrowheads="1"/>
          </p:cNvSpPr>
          <p:nvPr/>
        </p:nvSpPr>
        <p:spPr bwMode="auto">
          <a:xfrm>
            <a:off x="381000" y="16002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a:latin typeface="Arial Unicode MS" pitchFamily="34" charset="-128"/>
              </a:rPr>
              <a:t>Four levels of addresses are used in an internet employing the TCP/IP protocols: physical address, logical address, port address, and application-specific address. Each address is related to a one layer in the TCP/IP architecture, as shown in Figure 2.15.</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bg>
      <p:bgPr>
        <a:gradFill rotWithShape="0">
          <a:gsLst>
            <a:gs pos="0">
              <a:srgbClr val="FFFF99"/>
            </a:gs>
            <a:gs pos="100000">
              <a:srgbClr val="FFFF99">
                <a:gamma/>
                <a:shade val="46275"/>
                <a:invGamma/>
              </a:srgbClr>
            </a:gs>
          </a:gsLst>
          <a:lin ang="0" scaled="1"/>
        </a:gradFill>
        <a:effectLst/>
      </p:bgPr>
    </p:bg>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altLang="en-US"/>
              <a:t>TCP/IP Protocol Suite</a:t>
            </a:r>
          </a:p>
        </p:txBody>
      </p:sp>
      <p:sp>
        <p:nvSpPr>
          <p:cNvPr id="6" name="Slide Number Placeholder 2"/>
          <p:cNvSpPr>
            <a:spLocks noGrp="1"/>
          </p:cNvSpPr>
          <p:nvPr>
            <p:ph type="sldNum" sz="quarter" idx="11"/>
          </p:nvPr>
        </p:nvSpPr>
        <p:spPr/>
        <p:txBody>
          <a:bodyPr/>
          <a:lstStyle/>
          <a:p>
            <a:fld id="{B1A58866-BEE7-4ED7-8C59-A592021E3D00}" type="slidenum">
              <a:rPr lang="en-US" altLang="en-US"/>
              <a:pPr/>
              <a:t>34</a:t>
            </a:fld>
            <a:endParaRPr lang="en-US" altLang="en-US"/>
          </a:p>
        </p:txBody>
      </p:sp>
      <p:sp>
        <p:nvSpPr>
          <p:cNvPr id="626690" name="Text Box 2"/>
          <p:cNvSpPr txBox="1">
            <a:spLocks noChangeArrowheads="1"/>
          </p:cNvSpPr>
          <p:nvPr/>
        </p:nvSpPr>
        <p:spPr bwMode="auto">
          <a:xfrm>
            <a:off x="228600" y="152400"/>
            <a:ext cx="5468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a:solidFill>
                  <a:schemeClr val="hlink"/>
                </a:solidFill>
                <a:effectLst>
                  <a:outerShdw blurRad="38100" dist="38100" dir="2700000" algn="tl">
                    <a:srgbClr val="000000"/>
                  </a:outerShdw>
                </a:effectLst>
                <a:latin typeface="Times" panose="02020603050405020304" pitchFamily="18" charset="0"/>
              </a:rPr>
              <a:t>Topics Discussed in the Section</a:t>
            </a:r>
          </a:p>
        </p:txBody>
      </p:sp>
      <p:sp>
        <p:nvSpPr>
          <p:cNvPr id="626691" name="Text Box 3"/>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626692" name="Rectangle 4"/>
          <p:cNvSpPr>
            <a:spLocks noChangeArrowheads="1"/>
          </p:cNvSpPr>
          <p:nvPr/>
        </p:nvSpPr>
        <p:spPr bwMode="auto">
          <a:xfrm>
            <a:off x="304800" y="989013"/>
            <a:ext cx="6705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 Physical Addresses</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 Logical Addresses</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 Port Addresses</a:t>
            </a:r>
          </a:p>
          <a:p>
            <a:pPr>
              <a:spcBef>
                <a:spcPct val="10000"/>
              </a:spcBef>
              <a:spcAft>
                <a:spcPct val="10000"/>
              </a:spcAft>
              <a:buClr>
                <a:schemeClr val="tx1"/>
              </a:buClr>
              <a:buSzPct val="117000"/>
              <a:buFont typeface="Wingdings" panose="05000000000000000000" pitchFamily="2" charset="2"/>
              <a:buChar char="ü"/>
            </a:pPr>
            <a:r>
              <a:rPr lang="en-US" altLang="en-US" sz="2800">
                <a:solidFill>
                  <a:srgbClr val="0033CC"/>
                </a:solidFill>
                <a:latin typeface="Times New Roman" panose="02020603050405020304" pitchFamily="18" charset="0"/>
              </a:rPr>
              <a:t> Application-Specific Addresses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26692"/>
                                        </p:tgtEl>
                                        <p:attrNameLst>
                                          <p:attrName>style.visibility</p:attrName>
                                        </p:attrNameLst>
                                      </p:cBhvr>
                                      <p:to>
                                        <p:strVal val="visible"/>
                                      </p:to>
                                    </p:set>
                                    <p:animEffect transition="in" filter="wipe(up)">
                                      <p:cBhvr>
                                        <p:cTn id="7" dur="5000"/>
                                        <p:tgtEl>
                                          <p:spTgt spid="626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27F94056-1296-421A-959D-61DAD403D9E6}" type="slidenum">
              <a:rPr lang="en-US" altLang="en-US"/>
              <a:pPr/>
              <a:t>35</a:t>
            </a:fld>
            <a:endParaRPr lang="en-US" altLang="en-US"/>
          </a:p>
        </p:txBody>
      </p:sp>
      <p:sp>
        <p:nvSpPr>
          <p:cNvPr id="595970"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Addresses in the TCP/IP protocol suite</a:t>
            </a:r>
          </a:p>
        </p:txBody>
      </p:sp>
      <p:sp>
        <p:nvSpPr>
          <p:cNvPr id="595971"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597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5973"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597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597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5976"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597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9597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63" y="1295400"/>
            <a:ext cx="8428037"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95979"/>
                                        </p:tgtEl>
                                        <p:attrNameLst>
                                          <p:attrName>style.visibility</p:attrName>
                                        </p:attrNameLst>
                                      </p:cBhvr>
                                      <p:to>
                                        <p:strVal val="visible"/>
                                      </p:to>
                                    </p:set>
                                    <p:animEffect transition="in" filter="wipe(up)">
                                      <p:cBhvr>
                                        <p:cTn id="7" dur="5000"/>
                                        <p:tgtEl>
                                          <p:spTgt spid="595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5C2C3760-BB01-4E9C-B927-1065636D2701}" type="slidenum">
              <a:rPr lang="en-US" altLang="en-US"/>
              <a:pPr/>
              <a:t>36</a:t>
            </a:fld>
            <a:endParaRPr lang="en-US" altLang="en-US"/>
          </a:p>
        </p:txBody>
      </p:sp>
      <p:sp>
        <p:nvSpPr>
          <p:cNvPr id="692226" name="Text Box 2"/>
          <p:cNvSpPr txBox="1">
            <a:spLocks noChangeArrowheads="1"/>
          </p:cNvSpPr>
          <p:nvPr/>
        </p:nvSpPr>
        <p:spPr bwMode="auto">
          <a:xfrm>
            <a:off x="76200" y="696913"/>
            <a:ext cx="8839200" cy="511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200">
                <a:latin typeface="Arial Unicode MS" pitchFamily="34" charset="-128"/>
              </a:rPr>
              <a:t>In Figure 2.16 a node with physical address 10 sends a frame to a node with physical address 87. The two nodes are connected by a link (a LAN). At the data link layer, this frame contains physical (link) addresses in the header. These are the only addresses needed. The rest of the header contains other information needed at this level. As the figure shows, the computer with physical address 10 is the sender, and the computer with physical address 87 is the receiver. The data link layer at the sender receives data from an upper layer. It encapsulates the data in a frame. The frame is propagated through the LAN. Each station with a physical address other than 87 drops the frame because the destination address in the frame does not match its own physical address. The intended destination computer, however, finds a match between the destination address in the frame and its own physical address. </a:t>
            </a:r>
          </a:p>
        </p:txBody>
      </p:sp>
      <p:grpSp>
        <p:nvGrpSpPr>
          <p:cNvPr id="692227" name="Group 3"/>
          <p:cNvGrpSpPr>
            <a:grpSpLocks/>
          </p:cNvGrpSpPr>
          <p:nvPr/>
        </p:nvGrpSpPr>
        <p:grpSpPr bwMode="auto">
          <a:xfrm>
            <a:off x="0" y="0"/>
            <a:ext cx="9144000" cy="609600"/>
            <a:chOff x="0" y="2448"/>
            <a:chExt cx="5760" cy="384"/>
          </a:xfrm>
        </p:grpSpPr>
        <p:sp>
          <p:nvSpPr>
            <p:cNvPr id="692228" name="Rectangle 4"/>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2229" name="Text Box 5"/>
            <p:cNvSpPr txBox="1">
              <a:spLocks noChangeArrowheads="1"/>
            </p:cNvSpPr>
            <p:nvPr/>
          </p:nvSpPr>
          <p:spPr bwMode="auto">
            <a:xfrm>
              <a:off x="0" y="2448"/>
              <a:ext cx="1467"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2.3</a:t>
              </a:r>
              <a:endParaRPr lang="en-US" altLang="en-US" sz="3200" i="1">
                <a:solidFill>
                  <a:schemeClr val="bg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2B3D9C92-480D-4768-B3D9-EEDC2A114C99}" type="slidenum">
              <a:rPr lang="en-US" altLang="en-US"/>
              <a:pPr/>
              <a:t>37</a:t>
            </a:fld>
            <a:endParaRPr lang="en-US" altLang="en-US"/>
          </a:p>
        </p:txBody>
      </p:sp>
      <p:pic>
        <p:nvPicPr>
          <p:cNvPr id="59802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28800"/>
            <a:ext cx="7970838" cy="335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801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2.3: physical addresses</a:t>
            </a:r>
          </a:p>
        </p:txBody>
      </p:sp>
      <p:sp>
        <p:nvSpPr>
          <p:cNvPr id="59801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802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802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802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802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802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9802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98029"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810000"/>
            <a:ext cx="3089275"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8031"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8675" y="3516313"/>
            <a:ext cx="1050925" cy="113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8032"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3505200"/>
            <a:ext cx="987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8033"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3886200"/>
            <a:ext cx="3217863"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80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98029"/>
                                        </p:tgtEl>
                                        <p:attrNameLst>
                                          <p:attrName>style.visibility</p:attrName>
                                        </p:attrNameLst>
                                      </p:cBhvr>
                                      <p:to>
                                        <p:strVal val="visible"/>
                                      </p:to>
                                    </p:set>
                                    <p:animEffect transition="in" filter="wipe(left)">
                                      <p:cBhvr>
                                        <p:cTn id="11" dur="2000"/>
                                        <p:tgtEl>
                                          <p:spTgt spid="59802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xit" presetSubtype="0" fill="hold" nodeType="clickEffect">
                                  <p:stCondLst>
                                    <p:cond delay="0"/>
                                  </p:stCondLst>
                                  <p:childTnLst>
                                    <p:animEffect transition="out" filter="dissolve">
                                      <p:cBhvr>
                                        <p:cTn id="15" dur="500"/>
                                        <p:tgtEl>
                                          <p:spTgt spid="598029"/>
                                        </p:tgtEl>
                                      </p:cBhvr>
                                    </p:animEffect>
                                    <p:set>
                                      <p:cBhvr>
                                        <p:cTn id="16" dur="1" fill="hold">
                                          <p:stCondLst>
                                            <p:cond delay="499"/>
                                          </p:stCondLst>
                                        </p:cTn>
                                        <p:tgtEl>
                                          <p:spTgt spid="598029"/>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598031"/>
                                        </p:tgtEl>
                                        <p:attrNameLst>
                                          <p:attrName>style.visibility</p:attrName>
                                        </p:attrNameLst>
                                      </p:cBhvr>
                                      <p:to>
                                        <p:strVal val="visible"/>
                                      </p:to>
                                    </p:set>
                                    <p:animEffect transition="in" filter="wipe(down)">
                                      <p:cBhvr>
                                        <p:cTn id="21" dur="2000"/>
                                        <p:tgtEl>
                                          <p:spTgt spid="59803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xit" presetSubtype="0" fill="hold" nodeType="clickEffect">
                                  <p:stCondLst>
                                    <p:cond delay="0"/>
                                  </p:stCondLst>
                                  <p:childTnLst>
                                    <p:animEffect transition="out" filter="dissolve">
                                      <p:cBhvr>
                                        <p:cTn id="25" dur="500"/>
                                        <p:tgtEl>
                                          <p:spTgt spid="598031"/>
                                        </p:tgtEl>
                                      </p:cBhvr>
                                    </p:animEffect>
                                    <p:set>
                                      <p:cBhvr>
                                        <p:cTn id="26" dur="1" fill="hold">
                                          <p:stCondLst>
                                            <p:cond delay="499"/>
                                          </p:stCondLst>
                                        </p:cTn>
                                        <p:tgtEl>
                                          <p:spTgt spid="598031"/>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598032"/>
                                        </p:tgtEl>
                                        <p:attrNameLst>
                                          <p:attrName>style.visibility</p:attrName>
                                        </p:attrNameLst>
                                      </p:cBhvr>
                                      <p:to>
                                        <p:strVal val="visible"/>
                                      </p:to>
                                    </p:set>
                                    <p:animEffect transition="in" filter="wipe(down)">
                                      <p:cBhvr>
                                        <p:cTn id="31" dur="2000"/>
                                        <p:tgtEl>
                                          <p:spTgt spid="59803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xit" presetSubtype="0" fill="hold" nodeType="clickEffect">
                                  <p:stCondLst>
                                    <p:cond delay="0"/>
                                  </p:stCondLst>
                                  <p:childTnLst>
                                    <p:animEffect transition="out" filter="dissolve">
                                      <p:cBhvr>
                                        <p:cTn id="35" dur="500"/>
                                        <p:tgtEl>
                                          <p:spTgt spid="598032"/>
                                        </p:tgtEl>
                                      </p:cBhvr>
                                    </p:animEffect>
                                    <p:set>
                                      <p:cBhvr>
                                        <p:cTn id="36" dur="1" fill="hold">
                                          <p:stCondLst>
                                            <p:cond delay="499"/>
                                          </p:stCondLst>
                                        </p:cTn>
                                        <p:tgtEl>
                                          <p:spTgt spid="598032"/>
                                        </p:tgtEl>
                                        <p:attrNameLst>
                                          <p:attrName>style.visibility</p:attrName>
                                        </p:attrNameLst>
                                      </p:cBhvr>
                                      <p:to>
                                        <p:strVal val="hidden"/>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98033"/>
                                        </p:tgtEl>
                                        <p:attrNameLst>
                                          <p:attrName>style.visibility</p:attrName>
                                        </p:attrNameLst>
                                      </p:cBhvr>
                                      <p:to>
                                        <p:strVal val="visible"/>
                                      </p:to>
                                    </p:set>
                                    <p:animEffect transition="in" filter="wipe(left)">
                                      <p:cBhvr>
                                        <p:cTn id="41" dur="2000"/>
                                        <p:tgtEl>
                                          <p:spTgt spid="59803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xit" presetSubtype="0" fill="hold" nodeType="clickEffect">
                                  <p:stCondLst>
                                    <p:cond delay="0"/>
                                  </p:stCondLst>
                                  <p:childTnLst>
                                    <p:animEffect transition="out" filter="dissolve">
                                      <p:cBhvr>
                                        <p:cTn id="45" dur="500"/>
                                        <p:tgtEl>
                                          <p:spTgt spid="598033"/>
                                        </p:tgtEl>
                                      </p:cBhvr>
                                    </p:animEffect>
                                    <p:set>
                                      <p:cBhvr>
                                        <p:cTn id="46" dur="1" fill="hold">
                                          <p:stCondLst>
                                            <p:cond delay="499"/>
                                          </p:stCondLst>
                                        </p:cTn>
                                        <p:tgtEl>
                                          <p:spTgt spid="5980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tLang="en-US"/>
              <a:t>TCP/IP Protocol Suite</a:t>
            </a:r>
          </a:p>
        </p:txBody>
      </p:sp>
      <p:sp>
        <p:nvSpPr>
          <p:cNvPr id="8" name="Slide Number Placeholder 2"/>
          <p:cNvSpPr>
            <a:spLocks noGrp="1"/>
          </p:cNvSpPr>
          <p:nvPr>
            <p:ph type="sldNum" sz="quarter" idx="11"/>
          </p:nvPr>
        </p:nvSpPr>
        <p:spPr/>
        <p:txBody>
          <a:bodyPr/>
          <a:lstStyle/>
          <a:p>
            <a:fld id="{85867260-C3E0-4B00-B191-2E47FCF8A052}" type="slidenum">
              <a:rPr lang="en-US" altLang="en-US"/>
              <a:pPr/>
              <a:t>38</a:t>
            </a:fld>
            <a:endParaRPr lang="en-US" altLang="en-US"/>
          </a:p>
        </p:txBody>
      </p:sp>
      <p:sp>
        <p:nvSpPr>
          <p:cNvPr id="694274" name="Text Box 2"/>
          <p:cNvSpPr txBox="1">
            <a:spLocks noChangeArrowheads="1"/>
          </p:cNvSpPr>
          <p:nvPr/>
        </p:nvSpPr>
        <p:spPr bwMode="auto">
          <a:xfrm>
            <a:off x="76200" y="696913"/>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a:latin typeface="Arial Unicode MS" pitchFamily="34" charset="-128"/>
              </a:rPr>
              <a:t>As we will see in Chapter 3, most local area networks use a 48-bit (6-byte) physical address written as 12 hexadecimal digits; every byte (2 hexadecimal digits) is separated by a colon, as shown below:</a:t>
            </a:r>
          </a:p>
        </p:txBody>
      </p:sp>
      <p:grpSp>
        <p:nvGrpSpPr>
          <p:cNvPr id="694275" name="Group 3"/>
          <p:cNvGrpSpPr>
            <a:grpSpLocks/>
          </p:cNvGrpSpPr>
          <p:nvPr/>
        </p:nvGrpSpPr>
        <p:grpSpPr bwMode="auto">
          <a:xfrm>
            <a:off x="0" y="0"/>
            <a:ext cx="9144000" cy="609600"/>
            <a:chOff x="0" y="2448"/>
            <a:chExt cx="5760" cy="384"/>
          </a:xfrm>
        </p:grpSpPr>
        <p:sp>
          <p:nvSpPr>
            <p:cNvPr id="694276" name="Rectangle 4"/>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4277" name="Text Box 5"/>
            <p:cNvSpPr txBox="1">
              <a:spLocks noChangeArrowheads="1"/>
            </p:cNvSpPr>
            <p:nvPr/>
          </p:nvSpPr>
          <p:spPr bwMode="auto">
            <a:xfrm>
              <a:off x="0" y="2448"/>
              <a:ext cx="1473" cy="371"/>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chemeClr val="bg1"/>
                  </a:solidFill>
                  <a:effectLst>
                    <a:outerShdw blurRad="38100" dist="38100" dir="2700000" algn="tl">
                      <a:srgbClr val="C0C0C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2.4</a:t>
              </a:r>
              <a:endParaRPr lang="en-US" altLang="en-US" sz="3200" i="1">
                <a:solidFill>
                  <a:schemeClr val="bg1"/>
                </a:solidFill>
                <a:latin typeface="Times New Roman" panose="02020603050405020304" pitchFamily="18" charset="0"/>
              </a:endParaRPr>
            </a:p>
          </p:txBody>
        </p:sp>
      </p:grpSp>
      <p:sp>
        <p:nvSpPr>
          <p:cNvPr id="694279" name="Text Box 7"/>
          <p:cNvSpPr txBox="1">
            <a:spLocks noChangeArrowheads="1"/>
          </p:cNvSpPr>
          <p:nvPr/>
        </p:nvSpPr>
        <p:spPr bwMode="auto">
          <a:xfrm>
            <a:off x="152400" y="2759075"/>
            <a:ext cx="8839200" cy="82232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a:solidFill>
                  <a:schemeClr val="hlink"/>
                </a:solidFill>
                <a:effectLst>
                  <a:outerShdw blurRad="38100" dist="38100" dir="2700000" algn="tl">
                    <a:srgbClr val="000000"/>
                  </a:outerShdw>
                </a:effectLst>
                <a:latin typeface="Arial Unicode MS" pitchFamily="34" charset="-128"/>
              </a:rPr>
              <a:t>07:01:02:01:2C:4B</a:t>
            </a:r>
          </a:p>
          <a:p>
            <a:pPr algn="ctr"/>
            <a:r>
              <a:rPr lang="en-US" altLang="en-US" sz="2400">
                <a:latin typeface="Arial Unicode MS" pitchFamily="34" charset="-128"/>
              </a:rPr>
              <a:t>A 6-byte (12 hexadecimal digits) physical address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B73EA5AE-DA39-43DB-9DB2-CDD48F100D9F}" type="slidenum">
              <a:rPr lang="en-US" altLang="en-US"/>
              <a:pPr/>
              <a:t>39</a:t>
            </a:fld>
            <a:endParaRPr lang="en-US" altLang="en-US"/>
          </a:p>
        </p:txBody>
      </p:sp>
      <p:sp>
        <p:nvSpPr>
          <p:cNvPr id="696322" name="Text Box 2"/>
          <p:cNvSpPr txBox="1">
            <a:spLocks noChangeArrowheads="1"/>
          </p:cNvSpPr>
          <p:nvPr/>
        </p:nvSpPr>
        <p:spPr bwMode="auto">
          <a:xfrm>
            <a:off x="76200" y="696913"/>
            <a:ext cx="8839200" cy="545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200">
                <a:latin typeface="Arial Unicode MS" pitchFamily="34" charset="-128"/>
              </a:rPr>
              <a:t>Figure 2.17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So each router has three pairs of addresses, one for each connection. Although it may be obvious that each router must have a separate physical address for each connection, it may not be obvious why it needs a logical address for each connection. We discuss these issues in Chapters 11 and 12 when we discuss routing. The computer with logical address A and physical address 10 needs to send a packet to the computer with logical address P and physical address 95. We use letters to show the logical addresses and numbers for physical addresses, but note that both are actually numbers, as we will see in later chapters.</a:t>
            </a:r>
          </a:p>
        </p:txBody>
      </p:sp>
      <p:grpSp>
        <p:nvGrpSpPr>
          <p:cNvPr id="696323" name="Group 3"/>
          <p:cNvGrpSpPr>
            <a:grpSpLocks/>
          </p:cNvGrpSpPr>
          <p:nvPr/>
        </p:nvGrpSpPr>
        <p:grpSpPr bwMode="auto">
          <a:xfrm>
            <a:off x="0" y="0"/>
            <a:ext cx="9144000" cy="609600"/>
            <a:chOff x="0" y="2448"/>
            <a:chExt cx="5760" cy="384"/>
          </a:xfrm>
        </p:grpSpPr>
        <p:sp>
          <p:nvSpPr>
            <p:cNvPr id="696324" name="Rectangle 4"/>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25" name="Text Box 5"/>
            <p:cNvSpPr txBox="1">
              <a:spLocks noChangeArrowheads="1"/>
            </p:cNvSpPr>
            <p:nvPr/>
          </p:nvSpPr>
          <p:spPr bwMode="auto">
            <a:xfrm>
              <a:off x="0" y="2448"/>
              <a:ext cx="1467"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2.5</a:t>
              </a:r>
              <a:endParaRPr lang="en-US" altLang="en-US" sz="3200" i="1">
                <a:solidFill>
                  <a:schemeClr val="bg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
          <p:cNvSpPr>
            <a:spLocks noGrp="1"/>
          </p:cNvSpPr>
          <p:nvPr>
            <p:ph type="ftr" sz="quarter" idx="10"/>
          </p:nvPr>
        </p:nvSpPr>
        <p:spPr/>
        <p:txBody>
          <a:bodyPr/>
          <a:lstStyle/>
          <a:p>
            <a:r>
              <a:rPr lang="en-US" altLang="en-US"/>
              <a:t>TCP/IP Protocol Suite</a:t>
            </a:r>
          </a:p>
        </p:txBody>
      </p:sp>
      <p:sp>
        <p:nvSpPr>
          <p:cNvPr id="15" name="Slide Number Placeholder 2"/>
          <p:cNvSpPr>
            <a:spLocks noGrp="1"/>
          </p:cNvSpPr>
          <p:nvPr>
            <p:ph type="sldNum" sz="quarter" idx="11"/>
          </p:nvPr>
        </p:nvSpPr>
        <p:spPr/>
        <p:txBody>
          <a:bodyPr/>
          <a:lstStyle/>
          <a:p>
            <a:fld id="{0525711F-82D8-4969-A9AE-92E839E4E642}" type="slidenum">
              <a:rPr lang="en-US" altLang="en-US"/>
              <a:pPr/>
              <a:t>40</a:t>
            </a:fld>
            <a:endParaRPr lang="en-US" altLang="en-US"/>
          </a:p>
        </p:txBody>
      </p:sp>
      <p:pic>
        <p:nvPicPr>
          <p:cNvPr id="60007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8" y="1139825"/>
            <a:ext cx="7065962"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006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2.5: logical addresses</a:t>
            </a:r>
          </a:p>
        </p:txBody>
      </p:sp>
      <p:sp>
        <p:nvSpPr>
          <p:cNvPr id="60006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006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006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007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007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007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007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60007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4200" y="1905000"/>
            <a:ext cx="40132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007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4275" y="1919288"/>
            <a:ext cx="1736725" cy="3871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007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0538" y="4491038"/>
            <a:ext cx="4030662" cy="15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00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600076"/>
                                        </p:tgtEl>
                                        <p:attrNameLst>
                                          <p:attrName>style.visibility</p:attrName>
                                        </p:attrNameLst>
                                      </p:cBhvr>
                                      <p:to>
                                        <p:strVal val="visible"/>
                                      </p:to>
                                    </p:set>
                                    <p:animEffect transition="in" filter="wipe(left)">
                                      <p:cBhvr>
                                        <p:cTn id="11" dur="2000"/>
                                        <p:tgtEl>
                                          <p:spTgt spid="6000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xit" presetSubtype="10" fill="hold" nodeType="clickEffect">
                                  <p:stCondLst>
                                    <p:cond delay="0"/>
                                  </p:stCondLst>
                                  <p:childTnLst>
                                    <p:animEffect transition="out" filter="blinds(horizontal)">
                                      <p:cBhvr>
                                        <p:cTn id="15" dur="500"/>
                                        <p:tgtEl>
                                          <p:spTgt spid="600076"/>
                                        </p:tgtEl>
                                      </p:cBhvr>
                                    </p:animEffect>
                                    <p:set>
                                      <p:cBhvr>
                                        <p:cTn id="16" dur="1" fill="hold">
                                          <p:stCondLst>
                                            <p:cond delay="499"/>
                                          </p:stCondLst>
                                        </p:cTn>
                                        <p:tgtEl>
                                          <p:spTgt spid="600076"/>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600077"/>
                                        </p:tgtEl>
                                        <p:attrNameLst>
                                          <p:attrName>style.visibility</p:attrName>
                                        </p:attrNameLst>
                                      </p:cBhvr>
                                      <p:to>
                                        <p:strVal val="visible"/>
                                      </p:to>
                                    </p:set>
                                    <p:animEffect transition="in" filter="wipe(up)">
                                      <p:cBhvr>
                                        <p:cTn id="21" dur="2000"/>
                                        <p:tgtEl>
                                          <p:spTgt spid="6000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xit" presetSubtype="10" fill="hold" nodeType="clickEffect">
                                  <p:stCondLst>
                                    <p:cond delay="0"/>
                                  </p:stCondLst>
                                  <p:childTnLst>
                                    <p:animEffect transition="out" filter="blinds(horizontal)">
                                      <p:cBhvr>
                                        <p:cTn id="25" dur="500"/>
                                        <p:tgtEl>
                                          <p:spTgt spid="600077"/>
                                        </p:tgtEl>
                                      </p:cBhvr>
                                    </p:animEffect>
                                    <p:set>
                                      <p:cBhvr>
                                        <p:cTn id="26" dur="1" fill="hold">
                                          <p:stCondLst>
                                            <p:cond delay="499"/>
                                          </p:stCondLst>
                                        </p:cTn>
                                        <p:tgtEl>
                                          <p:spTgt spid="600077"/>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2" fill="hold" nodeType="clickEffect">
                                  <p:stCondLst>
                                    <p:cond delay="0"/>
                                  </p:stCondLst>
                                  <p:childTnLst>
                                    <p:set>
                                      <p:cBhvr>
                                        <p:cTn id="30" dur="1" fill="hold">
                                          <p:stCondLst>
                                            <p:cond delay="0"/>
                                          </p:stCondLst>
                                        </p:cTn>
                                        <p:tgtEl>
                                          <p:spTgt spid="600078"/>
                                        </p:tgtEl>
                                        <p:attrNameLst>
                                          <p:attrName>style.visibility</p:attrName>
                                        </p:attrNameLst>
                                      </p:cBhvr>
                                      <p:to>
                                        <p:strVal val="visible"/>
                                      </p:to>
                                    </p:set>
                                    <p:animEffect transition="in" filter="wipe(right)">
                                      <p:cBhvr>
                                        <p:cTn id="31" dur="2000"/>
                                        <p:tgtEl>
                                          <p:spTgt spid="60007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xit" presetSubtype="10" fill="hold" nodeType="clickEffect">
                                  <p:stCondLst>
                                    <p:cond delay="0"/>
                                  </p:stCondLst>
                                  <p:childTnLst>
                                    <p:animEffect transition="out" filter="blinds(horizontal)">
                                      <p:cBhvr>
                                        <p:cTn id="35" dur="500"/>
                                        <p:tgtEl>
                                          <p:spTgt spid="600078"/>
                                        </p:tgtEl>
                                      </p:cBhvr>
                                    </p:animEffect>
                                    <p:set>
                                      <p:cBhvr>
                                        <p:cTn id="36" dur="1" fill="hold">
                                          <p:stCondLst>
                                            <p:cond delay="499"/>
                                          </p:stCondLst>
                                        </p:cTn>
                                        <p:tgtEl>
                                          <p:spTgt spid="6000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E15722D8-F39F-427D-AB28-F6D959B6BFB7}" type="slidenum">
              <a:rPr lang="en-US" altLang="en-US"/>
              <a:pPr/>
              <a:t>41</a:t>
            </a:fld>
            <a:endParaRPr lang="en-US" altLang="en-US"/>
          </a:p>
        </p:txBody>
      </p:sp>
      <p:sp>
        <p:nvSpPr>
          <p:cNvPr id="628738"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2873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28740"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2874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2874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28743"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2874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28745"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8746" name="Line 10"/>
          <p:cNvSpPr>
            <a:spLocks noChangeShapeType="1"/>
          </p:cNvSpPr>
          <p:nvPr/>
        </p:nvSpPr>
        <p:spPr bwMode="auto">
          <a:xfrm>
            <a:off x="609600" y="47244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8747" name="Rectangle 11"/>
          <p:cNvSpPr>
            <a:spLocks noChangeArrowheads="1"/>
          </p:cNvSpPr>
          <p:nvPr/>
        </p:nvSpPr>
        <p:spPr bwMode="auto">
          <a:xfrm>
            <a:off x="647700" y="3063875"/>
            <a:ext cx="8077200" cy="1554163"/>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physical addresses will change from hop to hop, but the logical addresses remain the same.</a:t>
            </a:r>
          </a:p>
        </p:txBody>
      </p:sp>
      <p:grpSp>
        <p:nvGrpSpPr>
          <p:cNvPr id="628748" name="Group 12"/>
          <p:cNvGrpSpPr>
            <a:grpSpLocks/>
          </p:cNvGrpSpPr>
          <p:nvPr/>
        </p:nvGrpSpPr>
        <p:grpSpPr bwMode="auto">
          <a:xfrm>
            <a:off x="609600" y="2133600"/>
            <a:ext cx="1143000" cy="566738"/>
            <a:chOff x="1200" y="1248"/>
            <a:chExt cx="720" cy="357"/>
          </a:xfrm>
        </p:grpSpPr>
        <p:pic>
          <p:nvPicPr>
            <p:cNvPr id="62874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8750"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87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628748"/>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628745"/>
                                        </p:tgtEl>
                                        <p:attrNameLst>
                                          <p:attrName>style.visibility</p:attrName>
                                        </p:attrNameLst>
                                      </p:cBhvr>
                                      <p:to>
                                        <p:strVal val="visible"/>
                                      </p:to>
                                    </p:set>
                                    <p:animEffect transition="in" filter="checkerboard(across)">
                                      <p:cBhvr>
                                        <p:cTn id="14" dur="500"/>
                                        <p:tgtEl>
                                          <p:spTgt spid="628745"/>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628746"/>
                                        </p:tgtEl>
                                        <p:attrNameLst>
                                          <p:attrName>style.visibility</p:attrName>
                                        </p:attrNameLst>
                                      </p:cBhvr>
                                      <p:to>
                                        <p:strVal val="visible"/>
                                      </p:to>
                                    </p:set>
                                    <p:animEffect transition="in" filter="checkerboard(across)">
                                      <p:cBhvr>
                                        <p:cTn id="18" dur="500"/>
                                        <p:tgtEl>
                                          <p:spTgt spid="628746"/>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628747"/>
                                        </p:tgtEl>
                                        <p:attrNameLst>
                                          <p:attrName>style.visibility</p:attrName>
                                        </p:attrNameLst>
                                      </p:cBhvr>
                                      <p:to>
                                        <p:strVal val="visible"/>
                                      </p:to>
                                    </p:set>
                                    <p:animEffect transition="in" filter="checkerboard(across)">
                                      <p:cBhvr>
                                        <p:cTn id="22" dur="500"/>
                                        <p:tgtEl>
                                          <p:spTgt spid="628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4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tLang="en-US"/>
              <a:t>TCP/IP Protocol Suite</a:t>
            </a:r>
          </a:p>
        </p:txBody>
      </p:sp>
      <p:sp>
        <p:nvSpPr>
          <p:cNvPr id="7" name="Slide Number Placeholder 2"/>
          <p:cNvSpPr>
            <a:spLocks noGrp="1"/>
          </p:cNvSpPr>
          <p:nvPr>
            <p:ph type="sldNum" sz="quarter" idx="11"/>
          </p:nvPr>
        </p:nvSpPr>
        <p:spPr/>
        <p:txBody>
          <a:bodyPr/>
          <a:lstStyle/>
          <a:p>
            <a:fld id="{D5AFE1D0-F911-4EE5-AB15-80BCF1F11E37}" type="slidenum">
              <a:rPr lang="en-US" altLang="en-US"/>
              <a:pPr/>
              <a:t>42</a:t>
            </a:fld>
            <a:endParaRPr lang="en-US" altLang="en-US"/>
          </a:p>
        </p:txBody>
      </p:sp>
      <p:sp>
        <p:nvSpPr>
          <p:cNvPr id="698370" name="Text Box 2"/>
          <p:cNvSpPr txBox="1">
            <a:spLocks noChangeArrowheads="1"/>
          </p:cNvSpPr>
          <p:nvPr/>
        </p:nvSpPr>
        <p:spPr bwMode="auto">
          <a:xfrm>
            <a:off x="76200" y="696913"/>
            <a:ext cx="88392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a:latin typeface="Arial Unicode MS" pitchFamily="34" charset="-128"/>
              </a:rPr>
              <a:t>Figure 2.18 shows two computers communicating via the Internet. The sending computer is running three processes at this time with port addresses a, b, and c. The receiving computer is running two processes at this time with port addresses j and k. Process a in the sending computer needs to communicate with process j in the receiving computer. Note that although both computers are using the same application, FTP, for example, the port addresses are different because one is a client program and the other is a server program, as we will see in Chapter 17.</a:t>
            </a:r>
          </a:p>
        </p:txBody>
      </p:sp>
      <p:grpSp>
        <p:nvGrpSpPr>
          <p:cNvPr id="698371" name="Group 3"/>
          <p:cNvGrpSpPr>
            <a:grpSpLocks/>
          </p:cNvGrpSpPr>
          <p:nvPr/>
        </p:nvGrpSpPr>
        <p:grpSpPr bwMode="auto">
          <a:xfrm>
            <a:off x="0" y="0"/>
            <a:ext cx="9144000" cy="609600"/>
            <a:chOff x="0" y="2448"/>
            <a:chExt cx="5760" cy="384"/>
          </a:xfrm>
        </p:grpSpPr>
        <p:sp>
          <p:nvSpPr>
            <p:cNvPr id="698372" name="Rectangle 4"/>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8373" name="Text Box 5"/>
            <p:cNvSpPr txBox="1">
              <a:spLocks noChangeArrowheads="1"/>
            </p:cNvSpPr>
            <p:nvPr/>
          </p:nvSpPr>
          <p:spPr bwMode="auto">
            <a:xfrm>
              <a:off x="0" y="2448"/>
              <a:ext cx="1467" cy="36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chemeClr val="bg1"/>
                  </a:solidFill>
                  <a:effectLst>
                    <a:outerShdw blurRad="38100" dist="38100" dir="2700000" algn="tl">
                      <a:srgbClr val="C0C0C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a:t>
              </a:r>
              <a:endParaRPr lang="en-US" altLang="en-US" sz="3200" i="1">
                <a:solidFill>
                  <a:schemeClr val="bg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1"/>
          <p:cNvSpPr>
            <a:spLocks noGrp="1"/>
          </p:cNvSpPr>
          <p:nvPr>
            <p:ph type="ftr" sz="quarter" idx="10"/>
          </p:nvPr>
        </p:nvSpPr>
        <p:spPr/>
        <p:txBody>
          <a:bodyPr/>
          <a:lstStyle/>
          <a:p>
            <a:r>
              <a:rPr lang="en-US" altLang="en-US"/>
              <a:t>TCP/IP Protocol Suite</a:t>
            </a:r>
          </a:p>
        </p:txBody>
      </p:sp>
      <p:sp>
        <p:nvSpPr>
          <p:cNvPr id="17" name="Slide Number Placeholder 2"/>
          <p:cNvSpPr>
            <a:spLocks noGrp="1"/>
          </p:cNvSpPr>
          <p:nvPr>
            <p:ph type="sldNum" sz="quarter" idx="11"/>
          </p:nvPr>
        </p:nvSpPr>
        <p:spPr/>
        <p:txBody>
          <a:bodyPr/>
          <a:lstStyle/>
          <a:p>
            <a:fld id="{A520B76B-3ED5-47D7-9F34-3A1CDA4227EC}" type="slidenum">
              <a:rPr lang="en-US" altLang="en-US"/>
              <a:pPr/>
              <a:t>43</a:t>
            </a:fld>
            <a:endParaRPr lang="en-US" altLang="en-US"/>
          </a:p>
        </p:txBody>
      </p:sp>
      <p:grpSp>
        <p:nvGrpSpPr>
          <p:cNvPr id="602128" name="Group 16"/>
          <p:cNvGrpSpPr>
            <a:grpSpLocks/>
          </p:cNvGrpSpPr>
          <p:nvPr/>
        </p:nvGrpSpPr>
        <p:grpSpPr bwMode="auto">
          <a:xfrm>
            <a:off x="1730375" y="1219200"/>
            <a:ext cx="5737225" cy="4783138"/>
            <a:chOff x="1090" y="768"/>
            <a:chExt cx="3614" cy="3013"/>
          </a:xfrm>
        </p:grpSpPr>
        <p:pic>
          <p:nvPicPr>
            <p:cNvPr id="60212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 y="768"/>
              <a:ext cx="3518" cy="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212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9" y="1429"/>
              <a:ext cx="3455"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2127"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5" y="3393"/>
              <a:ext cx="70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02114"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2.6: port numbers</a:t>
            </a:r>
          </a:p>
        </p:txBody>
      </p:sp>
      <p:sp>
        <p:nvSpPr>
          <p:cNvPr id="602115"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211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2117"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211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211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2120"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60212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602129"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275" y="1905000"/>
            <a:ext cx="2193925" cy="376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2130"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1903413"/>
            <a:ext cx="1901825" cy="373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21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602129"/>
                                        </p:tgtEl>
                                        <p:attrNameLst>
                                          <p:attrName>style.visibility</p:attrName>
                                        </p:attrNameLst>
                                      </p:cBhvr>
                                      <p:to>
                                        <p:strVal val="visible"/>
                                      </p:to>
                                    </p:set>
                                    <p:animEffect transition="in" filter="wipe(up)">
                                      <p:cBhvr>
                                        <p:cTn id="11" dur="2000"/>
                                        <p:tgtEl>
                                          <p:spTgt spid="60212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3" presetClass="exit" presetSubtype="32" fill="hold" nodeType="clickEffect">
                                  <p:stCondLst>
                                    <p:cond delay="0"/>
                                  </p:stCondLst>
                                  <p:childTnLst>
                                    <p:anim calcmode="lin" valueType="num">
                                      <p:cBhvr>
                                        <p:cTn id="15" dur="500"/>
                                        <p:tgtEl>
                                          <p:spTgt spid="602129"/>
                                        </p:tgtEl>
                                        <p:attrNameLst>
                                          <p:attrName>ppt_w</p:attrName>
                                        </p:attrNameLst>
                                      </p:cBhvr>
                                      <p:tavLst>
                                        <p:tav tm="0">
                                          <p:val>
                                            <p:strVal val="ppt_w"/>
                                          </p:val>
                                        </p:tav>
                                        <p:tav tm="100000">
                                          <p:val>
                                            <p:fltVal val="0"/>
                                          </p:val>
                                        </p:tav>
                                      </p:tavLst>
                                    </p:anim>
                                    <p:anim calcmode="lin" valueType="num">
                                      <p:cBhvr>
                                        <p:cTn id="16" dur="500"/>
                                        <p:tgtEl>
                                          <p:spTgt spid="602129"/>
                                        </p:tgtEl>
                                        <p:attrNameLst>
                                          <p:attrName>ppt_h</p:attrName>
                                        </p:attrNameLst>
                                      </p:cBhvr>
                                      <p:tavLst>
                                        <p:tav tm="0">
                                          <p:val>
                                            <p:strVal val="ppt_h"/>
                                          </p:val>
                                        </p:tav>
                                        <p:tav tm="100000">
                                          <p:val>
                                            <p:fltVal val="0"/>
                                          </p:val>
                                        </p:tav>
                                      </p:tavLst>
                                    </p:anim>
                                    <p:set>
                                      <p:cBhvr>
                                        <p:cTn id="17" dur="1" fill="hold">
                                          <p:stCondLst>
                                            <p:cond delay="499"/>
                                          </p:stCondLst>
                                        </p:cTn>
                                        <p:tgtEl>
                                          <p:spTgt spid="602129"/>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602130"/>
                                        </p:tgtEl>
                                        <p:attrNameLst>
                                          <p:attrName>style.visibility</p:attrName>
                                        </p:attrNameLst>
                                      </p:cBhvr>
                                      <p:to>
                                        <p:strVal val="visible"/>
                                      </p:to>
                                    </p:set>
                                    <p:animEffect transition="in" filter="wipe(down)">
                                      <p:cBhvr>
                                        <p:cTn id="22" dur="2000"/>
                                        <p:tgtEl>
                                          <p:spTgt spid="6021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xit" presetSubtype="32" fill="hold" nodeType="clickEffect">
                                  <p:stCondLst>
                                    <p:cond delay="0"/>
                                  </p:stCondLst>
                                  <p:childTnLst>
                                    <p:anim calcmode="lin" valueType="num">
                                      <p:cBhvr>
                                        <p:cTn id="26" dur="500"/>
                                        <p:tgtEl>
                                          <p:spTgt spid="602130"/>
                                        </p:tgtEl>
                                        <p:attrNameLst>
                                          <p:attrName>ppt_w</p:attrName>
                                        </p:attrNameLst>
                                      </p:cBhvr>
                                      <p:tavLst>
                                        <p:tav tm="0">
                                          <p:val>
                                            <p:strVal val="ppt_w"/>
                                          </p:val>
                                        </p:tav>
                                        <p:tav tm="100000">
                                          <p:val>
                                            <p:fltVal val="0"/>
                                          </p:val>
                                        </p:tav>
                                      </p:tavLst>
                                    </p:anim>
                                    <p:anim calcmode="lin" valueType="num">
                                      <p:cBhvr>
                                        <p:cTn id="27" dur="500"/>
                                        <p:tgtEl>
                                          <p:spTgt spid="602130"/>
                                        </p:tgtEl>
                                        <p:attrNameLst>
                                          <p:attrName>ppt_h</p:attrName>
                                        </p:attrNameLst>
                                      </p:cBhvr>
                                      <p:tavLst>
                                        <p:tav tm="0">
                                          <p:val>
                                            <p:strVal val="ppt_h"/>
                                          </p:val>
                                        </p:tav>
                                        <p:tav tm="100000">
                                          <p:val>
                                            <p:fltVal val="0"/>
                                          </p:val>
                                        </p:tav>
                                      </p:tavLst>
                                    </p:anim>
                                    <p:set>
                                      <p:cBhvr>
                                        <p:cTn id="28" dur="1" fill="hold">
                                          <p:stCondLst>
                                            <p:cond delay="499"/>
                                          </p:stCondLst>
                                        </p:cTn>
                                        <p:tgtEl>
                                          <p:spTgt spid="6021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
          <p:cNvSpPr>
            <a:spLocks noGrp="1"/>
          </p:cNvSpPr>
          <p:nvPr>
            <p:ph type="ftr" sz="quarter" idx="10"/>
          </p:nvPr>
        </p:nvSpPr>
        <p:spPr/>
        <p:txBody>
          <a:bodyPr/>
          <a:lstStyle/>
          <a:p>
            <a:r>
              <a:rPr lang="en-US" altLang="en-US"/>
              <a:t>TCP/IP Protocol Suite</a:t>
            </a:r>
          </a:p>
        </p:txBody>
      </p:sp>
      <p:sp>
        <p:nvSpPr>
          <p:cNvPr id="16" name="Slide Number Placeholder 2"/>
          <p:cNvSpPr>
            <a:spLocks noGrp="1"/>
          </p:cNvSpPr>
          <p:nvPr>
            <p:ph type="sldNum" sz="quarter" idx="11"/>
          </p:nvPr>
        </p:nvSpPr>
        <p:spPr/>
        <p:txBody>
          <a:bodyPr/>
          <a:lstStyle/>
          <a:p>
            <a:fld id="{E92A906B-C4CB-4983-8A0F-88666AC7A71C}" type="slidenum">
              <a:rPr lang="en-US" altLang="en-US"/>
              <a:pPr/>
              <a:t>44</a:t>
            </a:fld>
            <a:endParaRPr lang="en-US" altLang="en-US"/>
          </a:p>
        </p:txBody>
      </p:sp>
      <p:sp>
        <p:nvSpPr>
          <p:cNvPr id="71680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680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680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680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680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680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680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716809" name="Line 9"/>
          <p:cNvSpPr>
            <a:spLocks noChangeShapeType="1"/>
          </p:cNvSpPr>
          <p:nvPr/>
        </p:nvSpPr>
        <p:spPr bwMode="auto">
          <a:xfrm>
            <a:off x="609600" y="2971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810" name="Line 10"/>
          <p:cNvSpPr>
            <a:spLocks noChangeShapeType="1"/>
          </p:cNvSpPr>
          <p:nvPr/>
        </p:nvSpPr>
        <p:spPr bwMode="auto">
          <a:xfrm>
            <a:off x="609600" y="47244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811" name="Rectangle 11"/>
          <p:cNvSpPr>
            <a:spLocks noChangeArrowheads="1"/>
          </p:cNvSpPr>
          <p:nvPr/>
        </p:nvSpPr>
        <p:spPr bwMode="auto">
          <a:xfrm>
            <a:off x="647700" y="3063875"/>
            <a:ext cx="8077200" cy="1554163"/>
          </a:xfrm>
          <a:prstGeom prst="rect">
            <a:avLst/>
          </a:prstGeom>
          <a:solidFill>
            <a:schemeClr val="folHlink"/>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i="1">
                <a:solidFill>
                  <a:schemeClr val="bg1"/>
                </a:solidFill>
                <a:latin typeface="Arial" panose="020B0604020202020204" pitchFamily="34" charset="0"/>
              </a:rPr>
              <a:t>The physical addresses change from hop to hop, but the logical and port addresses usually remain the same.</a:t>
            </a:r>
          </a:p>
        </p:txBody>
      </p:sp>
      <p:grpSp>
        <p:nvGrpSpPr>
          <p:cNvPr id="716812" name="Group 12"/>
          <p:cNvGrpSpPr>
            <a:grpSpLocks/>
          </p:cNvGrpSpPr>
          <p:nvPr/>
        </p:nvGrpSpPr>
        <p:grpSpPr bwMode="auto">
          <a:xfrm>
            <a:off x="609600" y="2133600"/>
            <a:ext cx="1143000" cy="566738"/>
            <a:chOff x="1200" y="1248"/>
            <a:chExt cx="720" cy="357"/>
          </a:xfrm>
        </p:grpSpPr>
        <p:pic>
          <p:nvPicPr>
            <p:cNvPr id="7168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6814"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716812"/>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2000"/>
                            </p:stCondLst>
                            <p:childTnLst>
                              <p:par>
                                <p:cTn id="12" presetID="5" presetClass="entr" presetSubtype="10" fill="hold" nodeType="afterEffect">
                                  <p:stCondLst>
                                    <p:cond delay="0"/>
                                  </p:stCondLst>
                                  <p:childTnLst>
                                    <p:set>
                                      <p:cBhvr>
                                        <p:cTn id="13" dur="1" fill="hold">
                                          <p:stCondLst>
                                            <p:cond delay="0"/>
                                          </p:stCondLst>
                                        </p:cTn>
                                        <p:tgtEl>
                                          <p:spTgt spid="716809"/>
                                        </p:tgtEl>
                                        <p:attrNameLst>
                                          <p:attrName>style.visibility</p:attrName>
                                        </p:attrNameLst>
                                      </p:cBhvr>
                                      <p:to>
                                        <p:strVal val="visible"/>
                                      </p:to>
                                    </p:set>
                                    <p:animEffect transition="in" filter="checkerboard(across)">
                                      <p:cBhvr>
                                        <p:cTn id="14" dur="500"/>
                                        <p:tgtEl>
                                          <p:spTgt spid="716809"/>
                                        </p:tgtEl>
                                      </p:cBhvr>
                                    </p:animEffect>
                                  </p:childTnLst>
                                </p:cTn>
                              </p:par>
                            </p:childTnLst>
                          </p:cTn>
                        </p:par>
                        <p:par>
                          <p:cTn id="15" fill="hold" nodeType="afterGroup">
                            <p:stCondLst>
                              <p:cond delay="2500"/>
                            </p:stCondLst>
                            <p:childTnLst>
                              <p:par>
                                <p:cTn id="16" presetID="5" presetClass="entr" presetSubtype="10" fill="hold" nodeType="afterEffect">
                                  <p:stCondLst>
                                    <p:cond delay="0"/>
                                  </p:stCondLst>
                                  <p:childTnLst>
                                    <p:set>
                                      <p:cBhvr>
                                        <p:cTn id="17" dur="1" fill="hold">
                                          <p:stCondLst>
                                            <p:cond delay="0"/>
                                          </p:stCondLst>
                                        </p:cTn>
                                        <p:tgtEl>
                                          <p:spTgt spid="716810"/>
                                        </p:tgtEl>
                                        <p:attrNameLst>
                                          <p:attrName>style.visibility</p:attrName>
                                        </p:attrNameLst>
                                      </p:cBhvr>
                                      <p:to>
                                        <p:strVal val="visible"/>
                                      </p:to>
                                    </p:set>
                                    <p:animEffect transition="in" filter="checkerboard(across)">
                                      <p:cBhvr>
                                        <p:cTn id="18" dur="500"/>
                                        <p:tgtEl>
                                          <p:spTgt spid="716810"/>
                                        </p:tgtEl>
                                      </p:cBhvr>
                                    </p:animEffect>
                                  </p:childTnLst>
                                </p:cTn>
                              </p:par>
                            </p:childTnLst>
                          </p:cTn>
                        </p:par>
                        <p:par>
                          <p:cTn id="19" fill="hold" nodeType="afterGroup">
                            <p:stCondLst>
                              <p:cond delay="3000"/>
                            </p:stCondLst>
                            <p:childTnLst>
                              <p:par>
                                <p:cTn id="20" presetID="5" presetClass="entr" presetSubtype="10" fill="hold" grpId="0" nodeType="afterEffect">
                                  <p:stCondLst>
                                    <p:cond delay="0"/>
                                  </p:stCondLst>
                                  <p:childTnLst>
                                    <p:set>
                                      <p:cBhvr>
                                        <p:cTn id="21" dur="1" fill="hold">
                                          <p:stCondLst>
                                            <p:cond delay="0"/>
                                          </p:stCondLst>
                                        </p:cTn>
                                        <p:tgtEl>
                                          <p:spTgt spid="716811"/>
                                        </p:tgtEl>
                                        <p:attrNameLst>
                                          <p:attrName>style.visibility</p:attrName>
                                        </p:attrNameLst>
                                      </p:cBhvr>
                                      <p:to>
                                        <p:strVal val="visible"/>
                                      </p:to>
                                    </p:set>
                                    <p:animEffect transition="in" filter="checkerboard(across)">
                                      <p:cBhvr>
                                        <p:cTn id="22" dur="500"/>
                                        <p:tgtEl>
                                          <p:spTgt spid="716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tLang="en-US"/>
              <a:t>TCP/IP Protocol Suite</a:t>
            </a:r>
          </a:p>
        </p:txBody>
      </p:sp>
      <p:sp>
        <p:nvSpPr>
          <p:cNvPr id="8" name="Slide Number Placeholder 2"/>
          <p:cNvSpPr>
            <a:spLocks noGrp="1"/>
          </p:cNvSpPr>
          <p:nvPr>
            <p:ph type="sldNum" sz="quarter" idx="11"/>
          </p:nvPr>
        </p:nvSpPr>
        <p:spPr/>
        <p:txBody>
          <a:bodyPr/>
          <a:lstStyle/>
          <a:p>
            <a:fld id="{94E821EF-4ADF-40E0-BB94-DC5271E78BA4}" type="slidenum">
              <a:rPr lang="en-US" altLang="en-US"/>
              <a:pPr/>
              <a:t>45</a:t>
            </a:fld>
            <a:endParaRPr lang="en-US" altLang="en-US"/>
          </a:p>
        </p:txBody>
      </p:sp>
      <p:sp>
        <p:nvSpPr>
          <p:cNvPr id="700418" name="Text Box 2"/>
          <p:cNvSpPr txBox="1">
            <a:spLocks noChangeArrowheads="1"/>
          </p:cNvSpPr>
          <p:nvPr/>
        </p:nvSpPr>
        <p:spPr bwMode="auto">
          <a:xfrm>
            <a:off x="76200" y="696913"/>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a:latin typeface="Arial Unicode MS" pitchFamily="34" charset="-128"/>
              </a:rPr>
              <a:t>As we will see in future chapters, a port address is a 16-bit address represented by one decimal number as shown.</a:t>
            </a:r>
          </a:p>
        </p:txBody>
      </p:sp>
      <p:grpSp>
        <p:nvGrpSpPr>
          <p:cNvPr id="700419" name="Group 3"/>
          <p:cNvGrpSpPr>
            <a:grpSpLocks/>
          </p:cNvGrpSpPr>
          <p:nvPr/>
        </p:nvGrpSpPr>
        <p:grpSpPr bwMode="auto">
          <a:xfrm>
            <a:off x="0" y="0"/>
            <a:ext cx="9144000" cy="609600"/>
            <a:chOff x="0" y="2448"/>
            <a:chExt cx="5760" cy="384"/>
          </a:xfrm>
        </p:grpSpPr>
        <p:sp>
          <p:nvSpPr>
            <p:cNvPr id="700420" name="Rectangle 4"/>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0421" name="Text Box 5"/>
            <p:cNvSpPr txBox="1">
              <a:spLocks noChangeArrowheads="1"/>
            </p:cNvSpPr>
            <p:nvPr/>
          </p:nvSpPr>
          <p:spPr bwMode="auto">
            <a:xfrm>
              <a:off x="0" y="2448"/>
              <a:ext cx="1467"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2.7</a:t>
              </a:r>
              <a:endParaRPr lang="en-US" altLang="en-US" sz="3200" i="1">
                <a:solidFill>
                  <a:schemeClr val="bg1"/>
                </a:solidFill>
                <a:latin typeface="Times New Roman" panose="02020603050405020304" pitchFamily="18" charset="0"/>
              </a:endParaRPr>
            </a:p>
          </p:txBody>
        </p:sp>
      </p:grpSp>
      <p:sp>
        <p:nvSpPr>
          <p:cNvPr id="700423" name="Text Box 7"/>
          <p:cNvSpPr txBox="1">
            <a:spLocks noChangeArrowheads="1"/>
          </p:cNvSpPr>
          <p:nvPr/>
        </p:nvSpPr>
        <p:spPr bwMode="auto">
          <a:xfrm>
            <a:off x="152400" y="2133600"/>
            <a:ext cx="8839200" cy="82232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a:solidFill>
                  <a:schemeClr val="hlink"/>
                </a:solidFill>
                <a:latin typeface="Arial Unicode MS" pitchFamily="34" charset="-128"/>
              </a:rPr>
              <a:t>753</a:t>
            </a:r>
          </a:p>
          <a:p>
            <a:pPr algn="ctr"/>
            <a:r>
              <a:rPr lang="en-US" altLang="en-US" sz="2400">
                <a:latin typeface="Arial Unicode MS" pitchFamily="34" charset="-128"/>
              </a:rPr>
              <a:t>A 16-bit port address represented as one single number</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590&quot;/&gt;&lt;/object&gt;&lt;object type=&quot;3&quot; unique_id=&quot;10005&quot;&gt;&lt;property id=&quot;20148&quot; value=&quot;5&quot;/&gt;&lt;property id=&quot;20300&quot; value=&quot;Slide 2 - &amp;quot;OBJECTIVES:&amp;quot;&quot;/&gt;&lt;property id=&quot;20307&quot; value=&quot;591&quot;/&gt;&lt;/object&gt;&lt;object type=&quot;3&quot; unique_id=&quot;10006&quot;&gt;&lt;property id=&quot;20148&quot; value=&quot;5&quot;/&gt;&lt;property id=&quot;20300&quot; value=&quot;Slide 3&quot;/&gt;&lt;property id=&quot;20307&quot; value=&quot;592&quot;/&gt;&lt;/object&gt;&lt;object type=&quot;3&quot; unique_id=&quot;10007&quot;&gt;&lt;property id=&quot;20148&quot; value=&quot;5&quot;/&gt;&lt;property id=&quot;20300&quot; value=&quot;Slide 4&quot;/&gt;&lt;property id=&quot;20307&quot; value=&quot;593&quot;/&gt;&lt;/object&gt;&lt;object type=&quot;3&quot; unique_id=&quot;10008&quot;&gt;&lt;property id=&quot;20148&quot; value=&quot;5&quot;/&gt;&lt;property id=&quot;20300&quot; value=&quot;Slide 5&quot;/&gt;&lt;property id=&quot;20307&quot; value=&quot;594&quot;/&gt;&lt;/object&gt;&lt;object type=&quot;3&quot; unique_id=&quot;10009&quot;&gt;&lt;property id=&quot;20148&quot; value=&quot;5&quot;/&gt;&lt;property id=&quot;20300&quot; value=&quot;Slide 6&quot;/&gt;&lt;property id=&quot;20307&quot; value=&quot;602&quot;/&gt;&lt;/object&gt;&lt;object type=&quot;3&quot; unique_id=&quot;10010&quot;&gt;&lt;property id=&quot;20148&quot; value=&quot;5&quot;/&gt;&lt;property id=&quot;20300&quot; value=&quot;Slide 7&quot;/&gt;&lt;property id=&quot;20307&quot; value=&quot;576&quot;/&gt;&lt;/object&gt;&lt;object type=&quot;3&quot; unique_id=&quot;10011&quot;&gt;&lt;property id=&quot;20148&quot; value=&quot;5&quot;/&gt;&lt;property id=&quot;20300&quot; value=&quot;Slide 8&quot;/&gt;&lt;property id=&quot;20307&quot; value=&quot;603&quot;/&gt;&lt;/object&gt;&lt;object type=&quot;3&quot; unique_id=&quot;10012&quot;&gt;&lt;property id=&quot;20148&quot; value=&quot;5&quot;/&gt;&lt;property id=&quot;20300&quot; value=&quot;Slide 9&quot;/&gt;&lt;property id=&quot;20307&quot; value=&quot;577&quot;/&gt;&lt;/object&gt;&lt;object type=&quot;3&quot; unique_id=&quot;10013&quot;&gt;&lt;property id=&quot;20148&quot; value=&quot;5&quot;/&gt;&lt;property id=&quot;20300&quot; value=&quot;Slide 10&quot;/&gt;&lt;property id=&quot;20307&quot; value=&quot;595&quot;/&gt;&lt;/object&gt;&lt;object type=&quot;3&quot; unique_id=&quot;10014&quot;&gt;&lt;property id=&quot;20148&quot; value=&quot;5&quot;/&gt;&lt;property id=&quot;20300&quot; value=&quot;Slide 11&quot;/&gt;&lt;property id=&quot;20307&quot; value=&quot;598&quot;/&gt;&lt;/object&gt;&lt;object type=&quot;3&quot; unique_id=&quot;10015&quot;&gt;&lt;property id=&quot;20148&quot; value=&quot;5&quot;/&gt;&lt;property id=&quot;20300&quot; value=&quot;Slide 12&quot;/&gt;&lt;property id=&quot;20307&quot; value=&quot;609&quot;/&gt;&lt;/object&gt;&lt;object type=&quot;3&quot; unique_id=&quot;10016&quot;&gt;&lt;property id=&quot;20148&quot; value=&quot;5&quot;/&gt;&lt;property id=&quot;20300&quot; value=&quot;Slide 13&quot;/&gt;&lt;property id=&quot;20307&quot; value=&quot;519&quot;/&gt;&lt;/object&gt;&lt;object type=&quot;3&quot; unique_id=&quot;10017&quot;&gt;&lt;property id=&quot;20148&quot; value=&quot;5&quot;/&gt;&lt;property id=&quot;20300&quot; value=&quot;Slide 14&quot;/&gt;&lt;property id=&quot;20307&quot; value=&quot;529&quot;/&gt;&lt;/object&gt;&lt;object type=&quot;3&quot; unique_id=&quot;10018&quot;&gt;&lt;property id=&quot;20148&quot; value=&quot;5&quot;/&gt;&lt;property id=&quot;20300&quot; value=&quot;Slide 15&quot;/&gt;&lt;property id=&quot;20307&quot; value=&quot;530&quot;/&gt;&lt;/object&gt;&lt;object type=&quot;3&quot; unique_id=&quot;10019&quot;&gt;&lt;property id=&quot;20148&quot; value=&quot;5&quot;/&gt;&lt;property id=&quot;20300&quot; value=&quot;Slide 16&quot;/&gt;&lt;property id=&quot;20307&quot; value=&quot;610&quot;/&gt;&lt;/object&gt;&lt;object type=&quot;3&quot; unique_id=&quot;10020&quot;&gt;&lt;property id=&quot;20148&quot; value=&quot;5&quot;/&gt;&lt;property id=&quot;20300&quot; value=&quot;Slide 17&quot;/&gt;&lt;property id=&quot;20307&quot; value=&quot;578&quot;/&gt;&lt;/object&gt;&lt;object type=&quot;3&quot; unique_id=&quot;10021&quot;&gt;&lt;property id=&quot;20148&quot; value=&quot;5&quot;/&gt;&lt;property id=&quot;20300&quot; value=&quot;Slide 18&quot;/&gt;&lt;property id=&quot;20307&quot; value=&quot;596&quot;/&gt;&lt;/object&gt;&lt;object type=&quot;3&quot; unique_id=&quot;10022&quot;&gt;&lt;property id=&quot;20148&quot; value=&quot;5&quot;/&gt;&lt;property id=&quot;20300&quot; value=&quot;Slide 19&quot;/&gt;&lt;property id=&quot;20307&quot; value=&quot;599&quot;/&gt;&lt;/object&gt;&lt;object type=&quot;3&quot; unique_id=&quot;10023&quot;&gt;&lt;property id=&quot;20148&quot; value=&quot;5&quot;/&gt;&lt;property id=&quot;20300&quot; value=&quot;Slide 20&quot;/&gt;&lt;property id=&quot;20307&quot; value=&quot;544&quot;/&gt;&lt;/object&gt;&lt;object type=&quot;3&quot; unique_id=&quot;10024&quot;&gt;&lt;property id=&quot;20148&quot; value=&quot;5&quot;/&gt;&lt;property id=&quot;20300&quot; value=&quot;Slide 21&quot;/&gt;&lt;property id=&quot;20307&quot; value=&quot;579&quot;/&gt;&lt;/object&gt;&lt;object type=&quot;3&quot; unique_id=&quot;10025&quot;&gt;&lt;property id=&quot;20148&quot; value=&quot;5&quot;/&gt;&lt;property id=&quot;20300&quot; value=&quot;Slide 22&quot;/&gt;&lt;property id=&quot;20307&quot; value=&quot;580&quot;/&gt;&lt;/object&gt;&lt;object type=&quot;3&quot; unique_id=&quot;10026&quot;&gt;&lt;property id=&quot;20148&quot; value=&quot;5&quot;/&gt;&lt;property id=&quot;20300&quot; value=&quot;Slide 23&quot;/&gt;&lt;property id=&quot;20307&quot; value=&quot;546&quot;/&gt;&lt;/object&gt;&lt;object type=&quot;3&quot; unique_id=&quot;10027&quot;&gt;&lt;property id=&quot;20148&quot; value=&quot;5&quot;/&gt;&lt;property id=&quot;20300&quot; value=&quot;Slide 24&quot;/&gt;&lt;property id=&quot;20307&quot; value=&quot;611&quot;/&gt;&lt;/object&gt;&lt;object type=&quot;3&quot; unique_id=&quot;10028&quot;&gt;&lt;property id=&quot;20148&quot; value=&quot;5&quot;/&gt;&lt;property id=&quot;20300&quot; value=&quot;Slide 25&quot;/&gt;&lt;property id=&quot;20307&quot; value=&quot;581&quot;/&gt;&lt;/object&gt;&lt;object type=&quot;3&quot; unique_id=&quot;10029&quot;&gt;&lt;property id=&quot;20148&quot; value=&quot;5&quot;/&gt;&lt;property id=&quot;20300&quot; value=&quot;Slide 26&quot;/&gt;&lt;property id=&quot;20307&quot; value=&quot;612&quot;/&gt;&lt;/object&gt;&lt;object type=&quot;3&quot; unique_id=&quot;10030&quot;&gt;&lt;property id=&quot;20148&quot; value=&quot;5&quot;/&gt;&lt;property id=&quot;20300&quot; value=&quot;Slide 27&quot;/&gt;&lt;property id=&quot;20307&quot; value=&quot;582&quot;/&gt;&lt;/object&gt;&lt;object type=&quot;3&quot; unique_id=&quot;10031&quot;&gt;&lt;property id=&quot;20148&quot; value=&quot;5&quot;/&gt;&lt;property id=&quot;20300&quot; value=&quot;Slide 28&quot;/&gt;&lt;property id=&quot;20307&quot; value=&quot;615&quot;/&gt;&lt;/object&gt;&lt;object type=&quot;3&quot; unique_id=&quot;10032&quot;&gt;&lt;property id=&quot;20148&quot; value=&quot;5&quot;/&gt;&lt;property id=&quot;20300&quot; value=&quot;Slide 29&quot;/&gt;&lt;property id=&quot;20307&quot; value=&quot;583&quot;/&gt;&lt;/object&gt;&lt;object type=&quot;3&quot; unique_id=&quot;10033&quot;&gt;&lt;property id=&quot;20148&quot; value=&quot;5&quot;/&gt;&lt;property id=&quot;20300&quot; value=&quot;Slide 30&quot;/&gt;&lt;property id=&quot;20307&quot; value=&quot;613&quot;/&gt;&lt;/object&gt;&lt;object type=&quot;3&quot; unique_id=&quot;10034&quot;&gt;&lt;property id=&quot;20148&quot; value=&quot;5&quot;/&gt;&lt;property id=&quot;20300&quot; value=&quot;Slide 31&quot;/&gt;&lt;property id=&quot;20307&quot; value=&quot;584&quot;/&gt;&lt;/object&gt;&lt;object type=&quot;3&quot; unique_id=&quot;10035&quot;&gt;&lt;property id=&quot;20148&quot; value=&quot;5&quot;/&gt;&lt;property id=&quot;20300&quot; value=&quot;Slide 32&quot;/&gt;&lt;property id=&quot;20307&quot; value=&quot;614&quot;/&gt;&lt;/object&gt;&lt;object type=&quot;3&quot; unique_id=&quot;10036&quot;&gt;&lt;property id=&quot;20148&quot; value=&quot;5&quot;/&gt;&lt;property id=&quot;20300&quot; value=&quot;Slide 33&quot;/&gt;&lt;property id=&quot;20307&quot; value=&quot;597&quot;/&gt;&lt;/object&gt;&lt;object type=&quot;3&quot; unique_id=&quot;10037&quot;&gt;&lt;property id=&quot;20148&quot; value=&quot;5&quot;/&gt;&lt;property id=&quot;20300&quot; value=&quot;Slide 34&quot;/&gt;&lt;property id=&quot;20307&quot; value=&quot;600&quot;/&gt;&lt;/object&gt;&lt;object type=&quot;3&quot; unique_id=&quot;10038&quot;&gt;&lt;property id=&quot;20148&quot; value=&quot;5&quot;/&gt;&lt;property id=&quot;20300&quot; value=&quot;Slide 35&quot;/&gt;&lt;property id=&quot;20307&quot; value=&quot;586&quot;/&gt;&lt;/object&gt;&lt;object type=&quot;3&quot; unique_id=&quot;10039&quot;&gt;&lt;property id=&quot;20148&quot; value=&quot;5&quot;/&gt;&lt;property id=&quot;20300&quot; value=&quot;Slide 36&quot;/&gt;&lt;property id=&quot;20307&quot; value=&quot;604&quot;/&gt;&lt;/object&gt;&lt;object type=&quot;3&quot; unique_id=&quot;10040&quot;&gt;&lt;property id=&quot;20148&quot; value=&quot;5&quot;/&gt;&lt;property id=&quot;20300&quot; value=&quot;Slide 37&quot;/&gt;&lt;property id=&quot;20307&quot; value=&quot;587&quot;/&gt;&lt;/object&gt;&lt;object type=&quot;3&quot; unique_id=&quot;10041&quot;&gt;&lt;property id=&quot;20148&quot; value=&quot;5&quot;/&gt;&lt;property id=&quot;20300&quot; value=&quot;Slide 38&quot;/&gt;&lt;property id=&quot;20307&quot; value=&quot;605&quot;/&gt;&lt;/object&gt;&lt;object type=&quot;3&quot; unique_id=&quot;10042&quot;&gt;&lt;property id=&quot;20148&quot; value=&quot;5&quot;/&gt;&lt;property id=&quot;20300&quot; value=&quot;Slide 39&quot;/&gt;&lt;property id=&quot;20307&quot; value=&quot;606&quot;/&gt;&lt;/object&gt;&lt;object type=&quot;3&quot; unique_id=&quot;10043&quot;&gt;&lt;property id=&quot;20148&quot; value=&quot;5&quot;/&gt;&lt;property id=&quot;20300&quot; value=&quot;Slide 40&quot;/&gt;&lt;property id=&quot;20307&quot; value=&quot;588&quot;/&gt;&lt;/object&gt;&lt;object type=&quot;3&quot; unique_id=&quot;10044&quot;&gt;&lt;property id=&quot;20148&quot; value=&quot;5&quot;/&gt;&lt;property id=&quot;20300&quot; value=&quot;Slide 41&quot;/&gt;&lt;property id=&quot;20307&quot; value=&quot;601&quot;/&gt;&lt;/object&gt;&lt;object type=&quot;3&quot; unique_id=&quot;10045&quot;&gt;&lt;property id=&quot;20148&quot; value=&quot;5&quot;/&gt;&lt;property id=&quot;20300&quot; value=&quot;Slide 42&quot;/&gt;&lt;property id=&quot;20307&quot; value=&quot;607&quot;/&gt;&lt;/object&gt;&lt;object type=&quot;3&quot; unique_id=&quot;10046&quot;&gt;&lt;property id=&quot;20148&quot; value=&quot;5&quot;/&gt;&lt;property id=&quot;20300&quot; value=&quot;Slide 43&quot;/&gt;&lt;property id=&quot;20307&quot; value=&quot;589&quot;/&gt;&lt;/object&gt;&lt;object type=&quot;3&quot; unique_id=&quot;10047&quot;&gt;&lt;property id=&quot;20148&quot; value=&quot;5&quot;/&gt;&lt;property id=&quot;20300&quot; value=&quot;Slide 44&quot;/&gt;&lt;property id=&quot;20307&quot; value=&quot;616&quot;/&gt;&lt;/object&gt;&lt;object type=&quot;3&quot; unique_id=&quot;10048&quot;&gt;&lt;property id=&quot;20148&quot; value=&quot;5&quot;/&gt;&lt;property id=&quot;20300&quot; value=&quot;Slide 45&quot;/&gt;&lt;property id=&quot;20307&quot; value=&quot;608&quot;/&gt;&lt;/object&gt;&lt;/object&gt;&lt;/object&gt;&lt;/database&gt;"/>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2107</TotalTime>
  <Words>1764</Words>
  <Application>Microsoft Office PowerPoint</Application>
  <PresentationFormat>On-screen Show (4:3)</PresentationFormat>
  <Paragraphs>232</Paragraphs>
  <Slides>45</Slides>
  <Notes>45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Times New Roman</vt:lpstr>
      <vt:lpstr>Tahoma</vt:lpstr>
      <vt:lpstr>Wingdings</vt:lpstr>
      <vt:lpstr>McGrawHill-Italic</vt:lpstr>
      <vt:lpstr>Arial</vt:lpstr>
      <vt:lpstr>Times</vt:lpstr>
      <vt:lpstr>Symbol</vt:lpstr>
      <vt:lpstr>Zurich Ex BT</vt:lpstr>
      <vt:lpstr>Adobe Heiti Std R</vt:lpstr>
      <vt:lpstr>Arial Unicode MS</vt:lpstr>
      <vt:lpstr>Blends</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User</cp:lastModifiedBy>
  <cp:revision>120</cp:revision>
  <dcterms:created xsi:type="dcterms:W3CDTF">2000-01-15T04:50:39Z</dcterms:created>
  <dcterms:modified xsi:type="dcterms:W3CDTF">2025-08-09T17:16:59Z</dcterms:modified>
</cp:coreProperties>
</file>