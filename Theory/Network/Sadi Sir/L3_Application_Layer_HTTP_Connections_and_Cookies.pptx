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notesSlides/notesSlide7.xml" ContentType="application/vnd.openxmlformats-officedocument.presentationml.notesSlide+xml"/>
  <Override PartName="/ppt/ink/ink2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3.xml" ContentType="application/inkml+xml"/>
  <Override PartName="/ppt/notesSlides/notesSlide12.xml" ContentType="application/vnd.openxmlformats-officedocument.presentationml.notesSlide+xml"/>
  <Override PartName="/ppt/ink/ink4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5.xml" ContentType="application/inkml+xml"/>
  <Override PartName="/ppt/notesSlides/notesSlide15.xml" ContentType="application/vnd.openxmlformats-officedocument.presentationml.notesSlide+xml"/>
  <Override PartName="/ppt/ink/ink6.xml" ContentType="application/inkml+xml"/>
  <Override PartName="/ppt/notesSlides/notesSlide16.xml" ContentType="application/vnd.openxmlformats-officedocument.presentationml.notesSlide+xml"/>
  <Override PartName="/ppt/ink/ink7.xml" ContentType="application/inkml+xml"/>
  <Override PartName="/ppt/notesSlides/notesSlide17.xml" ContentType="application/vnd.openxmlformats-officedocument.presentationml.notesSlide+xml"/>
  <Override PartName="/ppt/ink/ink8.xml" ContentType="application/inkml+xml"/>
  <Override PartName="/ppt/notesSlides/notesSlide18.xml" ContentType="application/vnd.openxmlformats-officedocument.presentationml.notesSlide+xml"/>
  <Override PartName="/ppt/ink/ink9.xml" ContentType="application/inkml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2.xml" ContentType="application/vnd.openxmlformats-officedocument.presentationml.notesSlide+xml"/>
  <Override PartName="/ppt/ink/ink10.xml" ContentType="application/inkml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ink/ink11.xml" ContentType="application/inkml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ink/ink12.xml" ContentType="application/inkml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ink/ink13.xml" ContentType="application/inkml+xml"/>
  <Override PartName="/ppt/notesSlides/notesSlide31.xml" ContentType="application/vnd.openxmlformats-officedocument.presentationml.notesSlide+xml"/>
  <Override PartName="/ppt/ink/ink14.xml" ContentType="application/inkml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ink/ink15.xml" ContentType="application/inkml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ink/ink16.xml" ContentType="application/inkml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5" r:id="rId2"/>
    <p:sldMasterId id="2147483660" r:id="rId3"/>
  </p:sldMasterIdLst>
  <p:notesMasterIdLst>
    <p:notesMasterId r:id="rId45"/>
  </p:notesMasterIdLst>
  <p:sldIdLst>
    <p:sldId id="1201" r:id="rId4"/>
    <p:sldId id="1042" r:id="rId5"/>
    <p:sldId id="1202" r:id="rId6"/>
    <p:sldId id="1205" r:id="rId7"/>
    <p:sldId id="1203" r:id="rId8"/>
    <p:sldId id="1206" r:id="rId9"/>
    <p:sldId id="1208" r:id="rId10"/>
    <p:sldId id="1209" r:id="rId11"/>
    <p:sldId id="1213" r:id="rId12"/>
    <p:sldId id="1214" r:id="rId13"/>
    <p:sldId id="1210" r:id="rId14"/>
    <p:sldId id="1211" r:id="rId15"/>
    <p:sldId id="1212" r:id="rId16"/>
    <p:sldId id="1072" r:id="rId17"/>
    <p:sldId id="1073" r:id="rId18"/>
    <p:sldId id="1074" r:id="rId19"/>
    <p:sldId id="1075" r:id="rId20"/>
    <p:sldId id="1076" r:id="rId21"/>
    <p:sldId id="1198" r:id="rId22"/>
    <p:sldId id="1199" r:id="rId23"/>
    <p:sldId id="1200" r:id="rId24"/>
    <p:sldId id="1188" r:id="rId25"/>
    <p:sldId id="1189" r:id="rId26"/>
    <p:sldId id="1192" r:id="rId27"/>
    <p:sldId id="1190" r:id="rId28"/>
    <p:sldId id="1191" r:id="rId29"/>
    <p:sldId id="1193" r:id="rId30"/>
    <p:sldId id="1194" r:id="rId31"/>
    <p:sldId id="1079" r:id="rId32"/>
    <p:sldId id="1082" r:id="rId33"/>
    <p:sldId id="1083" r:id="rId34"/>
    <p:sldId id="1084" r:id="rId35"/>
    <p:sldId id="1085" r:id="rId36"/>
    <p:sldId id="1086" r:id="rId37"/>
    <p:sldId id="965" r:id="rId38"/>
    <p:sldId id="966" r:id="rId39"/>
    <p:sldId id="967" r:id="rId40"/>
    <p:sldId id="968" r:id="rId41"/>
    <p:sldId id="1008" r:id="rId42"/>
    <p:sldId id="1196" r:id="rId43"/>
    <p:sldId id="1197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04" userDrawn="1">
          <p15:clr>
            <a:srgbClr val="A4A3A4"/>
          </p15:clr>
        </p15:guide>
        <p15:guide id="2" pos="57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aiyaz sadi" initials="fs" lastIdx="1" clrIdx="0">
    <p:extLst>
      <p:ext uri="{19B8F6BF-5375-455C-9EA6-DF929625EA0E}">
        <p15:presenceInfo xmlns:p15="http://schemas.microsoft.com/office/powerpoint/2012/main" userId="c1dfa94891d5e8f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A3"/>
    <a:srgbClr val="9CDFF9"/>
    <a:srgbClr val="010086"/>
    <a:srgbClr val="CCCCFF"/>
    <a:srgbClr val="3C6CDF"/>
    <a:srgbClr val="0000A8"/>
    <a:srgbClr val="C96B72"/>
    <a:srgbClr val="B8C2C9"/>
    <a:srgbClr val="D6DCE0"/>
    <a:srgbClr val="010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46" autoAdjust="0"/>
    <p:restoredTop sz="93883" autoAdjust="0"/>
  </p:normalViewPr>
  <p:slideViewPr>
    <p:cSldViewPr snapToGrid="0" snapToObjects="1">
      <p:cViewPr varScale="1">
        <p:scale>
          <a:sx n="77" d="100"/>
          <a:sy n="77" d="100"/>
        </p:scale>
        <p:origin x="38" y="94"/>
      </p:cViewPr>
      <p:guideLst>
        <p:guide orient="horz" pos="1104"/>
        <p:guide pos="576"/>
      </p:guideLst>
    </p:cSldViewPr>
  </p:slideViewPr>
  <p:outlineViewPr>
    <p:cViewPr>
      <p:scale>
        <a:sx n="33" d="100"/>
        <a:sy n="33" d="100"/>
      </p:scale>
      <p:origin x="0" y="-415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viewProps" Target="view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commentAuthors" Target="commentAuthor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3-29T04:37:23.343" idx="1">
    <p:pos x="10" y="10"/>
    <p:text/>
    <p:extLst>
      <p:ext uri="{C676402C-5697-4E1C-873F-D02D1690AC5C}">
        <p15:threadingInfo xmlns:p15="http://schemas.microsoft.com/office/powerpoint/2012/main" timeZoneBias="-360"/>
      </p:ext>
    </p:extLst>
  </p:cm>
</p:cmLst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377.1958" units="1/cm"/>
          <inkml:channelProperty channel="Y" name="resolution" value="657.57574" units="1/cm"/>
          <inkml:channelProperty channel="F" name="resolution" value="22.75" units="1/deg"/>
          <inkml:channelProperty channel="T" name="resolution" value="1" units="1/dev"/>
        </inkml:channelProperties>
      </inkml:inkSource>
      <inkml:timestamp xml:id="ts0" timeString="2025-08-17T02:24:04.8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4297 10251 2048 0,'0'0'0'0,"0"0"0"0,0 0 0 0,0 0 0 15,0 0 0 1,3-15 0-16,-2 3 0 16,21 6 0-1,-6 1 0 1,21 0 0 0,-13 3 0-16,23-3 0 15,-19 1 0 1,28-1 0-1,-20 0 0-15,37 8 0 16,-25 1 0 0,-48-4 0-16,0 0 0 15,79 8 0-15,-79-8 0 0,0 0 0 16,85 5 0-16,-85-5 0 0,82 7 0 16,-82-7 0-16,0 0 0 0,85 4 0 15,-85-4 0-15,90 1 0 0,-90-1 0 16,0 0 0-16,103 0 0 0,-103 0 0 0,0 0 0 15,109-2 0-15,-109 2 0 0,110-3 0 16,-110 3 0-16,0 0 0 0,114 1 0 16,-114-1 0-16,113 4 0 0,-113-4 0 15,0 0 0-15,121 6 0 0,-121-6 0 16,135 5 0-16,-135-5 0 0,0 0 0 16,136 2 0-16,-136-2 0 0,140 4 0 15,-2 2 0-15,-138-6 0 0,116 2 0 16,-116-2 0-16,104 2 0 0,-104-2 0 0,110 8 0 15,-110-8 0-15,112 6 0 0,-112-6 0 16,119 10 0-16,-119-10 0 0,113-3 0 16,-113 3 0-16,109 7 0 0,-109-7 0 15,110-4 0-15,-110 4 0 0,109-1 0 16,-109 1 0-16,121 2 0 0,4-2 0 16,-125 0 0-16,119-2 0 0,-119 2 0 15,125-6 0-15,-125 6 0 0,119-7 0 16,-1-2 0-16,-118 9 0 0,111-11 0 0,-111 11 0 15,97-11 0-15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377.1958" units="1/cm"/>
          <inkml:channelProperty channel="Y" name="resolution" value="657.57574" units="1/cm"/>
          <inkml:channelProperty channel="F" name="resolution" value="22.75" units="1/deg"/>
          <inkml:channelProperty channel="T" name="resolution" value="1" units="1/dev"/>
        </inkml:channelProperties>
      </inkml:inkSource>
      <inkml:timestamp xml:id="ts0" timeString="2025-08-17T02:18:47.8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33069 7036 2048 0,'0'0'0'0,"0"0"0"0,0 0 0 0,0 0 0 0,0 0 0 0,0 0 0 0,-16 16 0 15</inkml:trace>
  <inkml:trace contextRef="#ctx0" brushRef="#br0" timeOffset="1281.25">29910 8157 2048 0,'0'0'0'0,"-40"16"0"0,-15 16 0 0,-1 18 0 0,4 12 0 16,1 9 0-1,12 10 0-15,17-33 0 16,11 28 0-1,5-28 0 1,34-2 0-16,-6-18 0 16,52-16 0-1,13-11 0 1,-3 4 0-16,-1 6 0 16,-9 13 0-1,-32-8 0-15,-42-16 0 16,0 0 0-16,42 65 0 0,-42-65 0 0,0 0 0 15,12 94 0-15,-12-94 0 0,0 0 0 16,-17 112 0-16,17-112 0 0,-39 113 0 16,39-113 0-16,-45 114 0 0,45-114 0 15,-28 66 0-15,28-66 0 0,-13 68 0 16,13-68 0-16,0 0 0 0,-7 40 0 16,7-40 0-16,41 32 0 0,-41-32 0 15,63 26 0-15,-63-26 0 0,0 0 0 0,72 29 0 16,-72-29 0-16,63 45 0 0,-63-45 0 15,39 81 0-15,-39-81 0 0,4 131 0 16,-4-131 0-16,0 0 0 0,-44 163 0 16</inkml:trace>
  <inkml:trace contextRef="#ctx0" brushRef="#br0" timeOffset="64282.93">19725 7877 2048 0,'-40'-41'0'0,"-18"-6"0"0,-15 3 0 15,-10-5 0 1,-14 5 0-16,-12 0 0 16,-11 2 0-1,-14-3 0 1,0 3 0-16,-2-2 0 15,15 9 0 1,12 2 0-16,6 3 0 16,-2-4 0-16,-5 2 0 15,-8 4 0 1,2-3 0-16,-3 5 0 16,0 4 0-16,119 22 0 15,0 0 0-15,-119-20 0 0,119 20 0 0,-123-21 0 16,123 21 0-16,-126-21 0 0,126 21 0 15,-118-16 0-15,-8-2 0 0,126 18 0 16,-132-16 0-16,132 16 0 0,-135-12 0 16,135 12 0-16,-138-9 0 0,138 9 0 15,-141-6 0-15,141 6 0 0,-144-4 0 16,144 4 0-16,-142-4 0 0,142 4 0 16,-141-4 0-16,141 4 0 0,-143 5 0 15,143-5 0-15,-145 13 0 0,145-13 0 0,-149 8 0 16,149-8 0-16,-147 9 0 0,147-9 0 15,-150 20 0-15,150-20 0 0,-149 22 0 16,149-22 0-16,-146 24 0 0,146-24 0 16,-149 24 0-16,149-24 0 0,-144 33 0 15,144-33 0-15,-138 32 0 0,138-32 0 16,-142 34 0-16,142-34 0 0,-146 41 0 16,146-41 0-16,-148 46 0 0,1 4 0 0,147-50 0 15,-141 53 0-15,141-53 0 0,-132 52 0 16,132-52 0-16,-128 59 0 0,128-59 0 15,-115 61 0-15,115-61 0 0,-120 61 0 16,120-61 0-16,-117 61 0 0,117-61 0 16,-106 62 0-16,106-62 0 0,-104 73 0 15,104-73 0-15,-104 77 0 0,104-77 0 16,-102 77 0-16,102-77 0 0,-89 75 0 16,89-75 0-16,-81 78 0 0,81-78 0 0,-80 79 0 15,8 2 0-15,72-81 0 16,-66 86 0-16,66-86 0 0,-61 86 0 0,61-86 0 15,-64 93 0-15,64-93 0 0,-56 93 0 16,56-93 0-16,-44 98 0 0,44-98 0 16,-44 95 0-16,44-95 0 0,-26 97 0 15,26-97 0-15,-20 91 0 0,20-91 0 16,-20 92 0-16,20-92 0 0,-15 93 0 16,15-93 0-16,-15 93 0 0,15-93 0 15,-2 93 0-15,2-93 0 0,8 92 0 16,-8-92 0-16,13 87 0 0,-13-87 0 0,10 85 0 15,15 1 0-15,-25-86 0 0,26 81 0 16,-26-81 0-16,32 80 0 0,-32-80 0 16,35 79 0-16,-35-79 0 0,50 84 0 15,-50-84 0-15,46 78 0 0,-46-78 0 16,0 0 0-16,52 85 0 0,-52-85 0 16,57 75 0-16,-57-75 0 0,79 90 0 15,9-13 0-15,-88-77 0 0,88 74 0 16,-88-74 0-16,86 59 0 0,-86-59 0 0,92 60 0 15,-92-60 0-15,99 60 0 0,-99-60 0 16,102 61 0-16,-102-61 0 0,102 58 0 16,-102-58 0-16,106 60 0 0,1-4 0 15,-107-56 0-15,116 57 0 0,-116-57 0 16,118 49 0-16,-118-49 0 0,125 43 0 16,-125-43 0-16,134 42 0 0,-134-42 0 15,139 42 0-15,-139-42 0 0,144 41 0 0,-144-41 0 16,149 42 0-16,-149-42 0 0,144 39 0 15,-144-39 0-15,0 0 0 0,144 38 0 16,-144-38 0-16,187 36 0 0,-187-36 0 16,220 32 0-16,-220-32 0 0,209 25 0 15,-209-25 0-15,186 19 0 0,-15-1 0 16,-171-18 0-16,165 10 0 0,-165-10 0 16,166 7 0-16,-166-7 0 0,168 10 0 15,-168-10 0-15,175 8 0 0,-175-8 0 16,0 0 0-16,166 13 0 0,6-17 0 0,-172 4 0 15,220-23 0-15,-220 23 0 0,213-21 0 16,-213 21 0-16,185-25 0 0,-185 25 0 16,175-17 0-16,-175 17 0 0,172-28 0 15,-8-5 0-15,-164 33 0 0,166-38 0 16,-166 38 0-16,164-42 0 0,-164 42 0 16,164-53 0-16,-164 53 0 0,167-64 0 15,-167 64 0-15,164-65 0 0,-164 65 0 16,165-75 0-16,-11-7 0 0,-154 82 0 0,146-81 0 15,-146 81 0-15,131-81 0 0,-131 81 0 16,123-88 0-16,-123 88 0 0,121-91 0 16,-7-3 0-16,-114 94 0 0,105-99 0 15,-105 99 0-15,99-100 0 0,-99 100 0 16,96-107 0-16,-96 107 0 0,88-113 0 16,-10-1 0-16,-78 114 0 0,75-119 0 15,-75 119 0-15,67-120 0 0,-67 120 0 16,61-122 0-16,-15 2 0 0,-46 120 0 0,34-120 0 15,-34 120 0-15,26-117 0 0,-26 117 0 16,13-120 0-16,-13 120 0 0,7-120 0 16,-13 5 0-16,6 115 0 0,-13-116 0 15,13 116 0-15,-21-107 0 0,21 107 0 16,-35-108 0-16,35 108 0 0,-41-111 0 16,-12 0 0-16,53 111 0 0,-63-106 0 15,63 106 0-15,-62-90 0 0,62 90 0 16,-70-89 0-16,70 89 0 0,-80-87 0 0,80 87 0 15,-94-87 0-15,-9-1 0 0,103 88 0 16,0 0 0-16,-120-86 0 0,-14 38 0 16</inkml:trace>
  <inkml:trace contextRef="#ctx0" brushRef="#br0" timeOffset="66595.67">20656 8292 2048 0,'0'0'0'0,"-14"21"0"0,5-4 0 0,21 33 0 15,-1-16 0 1,32 29 0-1,16 11 0-15,-24-28 0 16,18 23 0 0,-19-24 0-1,19 12 0 1,-19-21 0 0,7-16 0-1</inkml:trace>
  <inkml:trace contextRef="#ctx0" brushRef="#br0" timeOffset="66970.67">20530 8518 2048 0,'0'0'0'0,"-16"-2"0"16,5-1 0-1,8-13 0 1,20-23 0-16,12-19 0 16,16-12 0-1,6-6 0 1,9 2 0 0,-12 5 0-1</inkml:trace>
  <inkml:trace contextRef="#ctx0" brushRef="#br0" timeOffset="67501.92">21200 8007 2048 0,'0'0'0'0,"0"0"0"16,-18-15 0 0,1-3 0-1,4 3 0-15,-6 2 0 16,-6 6 0-1,2 8 0 1,-7 12 0 0,4 10 0-1,4 16 0-15,7 17 0 16,13 11 0 0,14 9 0-1,16-5 0 1,10-13 0-1,-38-58 0-15,0 0 0 0,0 0 0 0,52 45 0 16,-52-45 0-16,0 0 0 0,55 23 0 16,-55-23 0-16,0 0 0 0,63 1 0 15,-63-1 0-15,75-31 0 0,-75 31 0 16,0 0 0-16,71-64 0 0,-71 64 0 16,69-92 0-16,-69 92 0 0,0 0 0 0,56-99 0 15,-56 99 0-15,0 0 0 0,38-97 0 16,-38 97 0-16,10-93 0 0</inkml:trace>
  <inkml:trace contextRef="#ctx0" brushRef="#br0" timeOffset="67783.17">21354 7661 2048 0,'-18'-4'0'0,"22"5"0"16,6 19 0-16,15 13 0 16,17 10 0-1,13 8 0 1,5 4 0 0,-1 2 0-1,-4 2 0-15,2-2 0 16,0-11 0-1,-13-23 0 1</inkml:trace>
  <inkml:trace contextRef="#ctx0" brushRef="#br0" timeOffset="68142.55">21341 7731 2048 0,'-19'-27'0'16,"9"-12"0"0,21-2 0-1,23 7 0-15,11 14 0 16,7 11 0-1,-3 8 0 1,3 12 0 0,-13 12 0-16,-11 11 0 15,-11 17 0 1,-16 15 0 0,-5 2 0-1,5 3 0 1,0-31 0-16</inkml:trace>
  <inkml:trace contextRef="#ctx0" brushRef="#br0" timeOffset="68798.78">22054 7063 2048 0,'0'0'0'0,"-16"-18"0"0,0-5 0 0,7-7 0 0,7-3 0 16,8 3 0 0,3 4 0-1,8 0 0 1,9 6 0-16,14 15 0 15,-3 16 0 1,-5 21 0 0,-10 19 0-1,-14 14 0-15,-13 1 0 16,2-18 0 0,5-21 0-1,-2-27 0-15,0 0 0 0,0 0 0 16,11 8 0-16,-11-8 0 0,23-11 0 15,-23 11 0-15,0 0 0 0,39-28 0 16,-39 28 0-16,0 0 0 0,44-31 0 16,-44 31 0-16,56-24 0 0,-56 24 0 15,0 0 0-15,55-14 0 0,-55 14 0 0,0 0 0 16,50 4 0-16,-50-4 0 0,38 22 0 16,-38-22 0-16,0 0 0 0,30 46 0 15,-30-46 0-15,0 0 0 0,8 67 0 16,-8-67 0-16,-10 79 0 0,10-79 0 15,0 0 0-15,-22 82 0 0,22-82 0 16,0 0 0-16,-31 80 0 0,31-80 0 16,-22 69 0-16,22-69 0 0,0 0 0 15,-24 39 0-15</inkml:trace>
  <inkml:trace contextRef="#ctx0" brushRef="#br0" timeOffset="69533.17">22615 6503 2048 0,'0'0'0'0,"-3"18"0"0,7 9 0 0,16 14 0 15,12 6 0-15,3-8 0 16,-1-11 0 0,-8-14 0-1,1-14 0 1,-7-14 0-1,-7-21 0-15,-7-11 0 16,-11-4 0 0,-10 3 0-1,0 13 0 1,1 16 0-16,4 8 0 16,10 10 0-16,0 0 0 15,0 0 0-15,-3 0 0 0,3 0 0 16,0 0 0-16,4 11 0 0,-4-11 0 15,15 25 0-15,-15-25 0 0,0 0 0 0,25 23 0 16,-25-23 0-16,33 23 0 0,-33-23 0 16,0 0 0-16,19 13 0 0,-19-13 0 15,45 2 0-15,-45-2 0 0,0 0 0 16,43-18 0-16,-43 18 0 0,0 0 0 16,42-38 0-16,-42 38 0 0,31-51 0 15,-31 51 0-15,0 0 0 0,13-64 0 16,-13 64 0-16,1-67 0 0,-1 67 0 15,0 0 0-15,-16-60 0 0,16 60 0 0,0 0 0 16,-21-44 0-16,21 44 0 0,-24-29 0 16,24 29 0-16,0 0 0 0,-26-14 0 15,26 14 0-15,-13-3 0 0,13 3 0 16,0 0 0-16,5 9 0 0,-5-9 0 16,0 0 0-16,20 18 0 0,-20-18 0 15,38 17 0-15,-38-17 0 0,0 0 0 16,49 9 0-16,-49-9 0 0,0 0 0 15,67-1 0-15,-67 1 0 0,61-25 0 0,-61 25 0 16,0 0 0-16,0 0 0 0</inkml:trace>
  <inkml:trace contextRef="#ctx0" brushRef="#br0" timeOffset="69955.03">23350 5739 2048 0,'0'0'0'0,"0"0"0"0,-28 25 0 16,9-6 0-16,7 43 0 16,5-20 0-1,13 19 0 1,0-24 0 0,35-13 0-1,-11-12 0-15,13-48 0 16,-10-21 0-1,-16 20 0 1,-19-33 0 0,-3 22 0-1,-24 0 0-15,29 48 0 16,0 0 0-16,0 0 0 0,-22-29 0 16,22 29 0-16,0 0 0 0,-21-4 0 15,21 4 0-15,-12 0 0 0,12 0 0 16,0 0 0-16,7 43 0 0,-7-43 0 0,0 0 0 15,6 33 0-15,-6-33 0 0,45 48 0 16,-45-48 0-16,0 0 0 0,31 31 0 16,-31-31 0-16,0 0 0 0,73 13 0 15,-73-13 0-15,51 6 0 0,-51-6 0 16,0 0 0-16,54-46 0 0</inkml:trace>
  <inkml:trace contextRef="#ctx0" brushRef="#br0" timeOffset="70517.53">23603 5429 2048 0,'0'0'0'16,"0"0"0"-16,0 0 0 15,11 26 0 1,16 6 0 0,9-5 0-16,4-16 0 15,-1-14 0 1,0-17 0-1,-16-24 0 1,-11-18 0-16,-8 23 0 16,-2 22 0-1,-1 9 0-15,-1 5 0 16,-3-32 0 0,3-17 0-16,19 30 0 15,-19 22 0-15,0 0 0 16,0 0 0-16,43 8 0 0,-43-8 0 15,63 37 0-15,-63-37 0 0,0 0 0 16,68 49 0-16,-68-49 0 0,74 52 0 0,-74-52 0 16,74 57 0-16,-74-57 0 0,0 0 0 15,53 64 0-15,-53-64 0 0,43 69 0 16,-43-69 0-16,0 0 0 0,34 80 0 16,-34-80 0-16,16 88 0 0,-16-88 0 15,0 0 0-15,5 85 0 0,-5-85 0 16,0 0 0-16,-10 73 0 0,10-73 0 15,-29 52 0-15,29-52 0 0,0 0 0 16,-46 29 0-16,46-29 0 0,-56 2 0 0,56-2 0 16,0 0 0-16,-63-36 0 0,63 36 0 15,-58-78 0-15,58 78 0 0,-42-117 0 16,42 117 0-16,0 0 0 0,-19-124 0 16,19 124 0-16,4-117 0 0,-4 117 0 15,15-101 0-15,-15 101 0 0,20-72 0 16,-20 72 0-16,29-55 0 0,-29 55 0 15,29-39 0-15,-29 39 0 0,15-35 0 16</inkml:trace>
  <inkml:trace contextRef="#ctx0" brushRef="#br0" timeOffset="77330.05">11955 11194 2048 0,'0'0'0'0,"-32"4"0"0,7-1 0 0,-19 58 0 16,-2 29 0 0,5 11 0-1,15 11 0 1,8 9 0 0,6 6 0-16,1 15 0 15,1-1 0-15,1 2 0 16,-3 4 0-16,-10 6 0 15,3 1 0-15,5 17 0 16,-4 4 0-16,-3 4 0 16,7 0 0-1,6 0 0-15,8-179 0 0,0 0 0 16,-9 178 0-16,-7-3 0 0,16-175 0 0,-9 173 0 16,9-173 0-16,-4 169 0 15,1-8 0-15,3-161 0 0,-3 147 0 0,3-147 0 16,-2 129 0-16,6-18 0 0,-4-111 0 15,4 94 0-15,-4-94 0 0,2 53 0 16,4 26 0-16,-6-79 0 0,3 52 0 16,3 12 0-16,-6-64 0 0,0 0 0 15,5 41 0-15,-5-41 0 0,-1 49 0 16,1-49 0-16,-1 29 0 0,1-29 0 16,5 38 0-16,-5-38 0 0,4 25 0 15,-4-25 0-15,0 0 0 0,8 29 0 16,-8-29 0-16,6 18 0 0,-6-18 0 0,15 21 0 15,-15-21 0-15,9 12 0 0,-9-12 0 16,0 0 0-16,25 15 0 0,-25-15 0 16,16 9 0-16,-16-9 0 0,49 5 0 15,-49-5 0-15,33 1 0 0,-33-1 0 16,69-10 0-16,-69 10 0 0,0 0 0 16,82-16 0-16,-82 16 0 0,86-21 0 15,-86 21 0-15,92-20 0 0,-92 20 0 0,104-20 0 16,-104 20 0-16,0 0 0 0,113-21 0 15,9-6 0-15,-122 27 0 0,132-28 0 16,-132 28 0-16,125-25 0 0,-6 3 0 16,-119 22 0-16,118-20 0 0,-118 20 0 15,119-18 0-15,6 1 0 0,-125 17 0 16,133-11 0-16,-133 11 0 0,139-11 0 16,6 1 0-16,-145 10 0 0,163-8 0 15,-163 8 0-15,171-9 0 0,-171 9 0 16,0 0 0-16,173-10 0 0,0 3 0 0,-173 7 0 15,235-12 0-15,-235 12 0 0,223-9 0 16,-223 9 0-16,213-10 0 0,-213 10 0 16,0 0 0-16,210-9 0 0,-210 9 0 15,0 0 0-15,262-20 0 0,-262 20 0 16,308-22 0-16,37-1 0 0,-345 23 0 16,0 0 0-16,299-15 0 0,-299 15 0 15,262-12 0-15,-262 12 0 0,298-10 0 0,-298 10 0 16,0 0 0-16,279-7 0 0,-279 7 0 15,0 0 0-15,293-8 0 0,-293 8 0 16,0 0 0-16,310-4 0 0,-310 4 0 16,316-2 0-16,-316 2 0 0,314 6 0 15,-40-2 0-15,-274-4 0 0,0 0 0 16,202 1 0-16,-202-1 0 0,141-1 0 16</inkml:trace>
  <inkml:trace contextRef="#ctx0" brushRef="#br0" timeOffset="79314.42">11675 11380 2048 0,'0'0'0'0,"0"0"0"0,31-4 0 0,-7 1 0 16,42 3 0-1,20 3 0 1,18 1 0-1,24-4 0-15,14-4 0 16,8-4 0 0,5 1 0-1,11 1 0 1,16 4 0-16,-12 0 0 16,-8 2 0-16,2 0 0 15,-8 4 0-15,-156-4 0 16,0 0 0-16,164 3 0 0,-164-3 0 15,166 3 0-15,-166-3 0 0,172 4 0 16,10-1 0-16,-182-3 0 0,181-4 0 16,-181 4 0-16,193 5 0 0,-193-5 0 15,203 2 0-15,-203-2 0 0,200 1 0 0,-200-1 0 16,209 7 0-16,-209-7 0 0,0 0 0 16,207 8 0-16,5-3 0 0,-212-5 0 15,267 5 0-15,-267-5 0 0,247 12 0 16,-247-12 0-16,236 1 0 0,-236-1 0 15,0 0 0-15,220 3 0 0,-220-3 0 16,217 4 0-16,-217-4 0 0,0 0 0 16,270 13 0-16,-4 0 0 0,-266-13 0 15,291 6 0-15,-291-6 0 0,0 0 0 0,254 9 0 16,-254-9 0-16,0 0 0 0,226 9 0 16,-226-9 0-16,256 0 0 0,-256 0 0 15,279 1 0-15,-279-1 0 0,238-2 0 16,-238 2 0-16,247-2 0 0,-247 2 0 15,213-4 0-15,-213 4 0 0,179-1 0 16,-179 1 0-16,152-7 0 0,-152 7 0 16,138-9 0-16,-14 10 0 0,-124-1 0 15,115-1 0-15,-115 1 0 0,97 0 0 0,-97 0 0 16,53-1 0-16,-53 1 0 0,81 0 0 16,-81 0 0-16,51 0 0 0,-51 0 0 15,62 4 0-15,-62-4 0 0,38 2 0 16,-38-2 0-16,0 0 0 0,41 2 0 15,-41-2 0-15,24 2 0 0,-24-2 0 16,0 0 0-16,30 13 0 0,-30-13 0 16,0 0 0-16,17 8 0 0,-17-8 0 15,17 37 0-15,-17-37 0 0,0 0 0 0,9 26 0 16,-9-26 0-16,-13 74 0 0,13-74 0 16,0 0 0-16,-28 93 0 0,28-93 0 15,0 0 0-15,-39 105 0 0,39-105 0 16,-41 120 0-16,41-120 0 0,0 0 0 15,-39 134 0-15,39-134 0 0,-43 152 0 16,6 17 0-16,37-169 0 0,-39 165 0 16,39-165 0-16,0 0 0 0,-36 152 0 15,36-152 0-15,-30 151 0 0,-3 29 0 0,33-180 0 16,0 0 0-16,-32 170 0 0,32-170 0 16,-30 145 0-16,30-145 0 0,-29 154 0 15,11-21 0-15,18-133 0 0,-22 116 0 16,22-116 0-16,-11 97 0 0,11-97 0 15,-13 87 0-15,3-1 0 0,10-86 0 16,-5 48 0-16,5-48 0 0,-12 70 0 16,12-70 0-16,-8 46 0 0,8-46 0 15,0 0 0-15,-7 69 0 0,7-69 0 0,-3 44 0 16,3-44 0-16,-1 82 0 16,1-82 0-16,-4 86 0 0,4-86 0 0,0 0 0 15,-6 81 0-15,6-81 0 0,-7 77 0 16,7-77 0-16,-10 73 0 0,10-73 0 15,0 0 0-15,-6 42 0 0,6-42 0 16,-6 74 0-16,6-74 0 0,-3 48 0 16,3-48 0-16,0 0 0 0,-13 54 0 15,13-54 0-15,-8 35 0 0,8-35 0 0,-4 15 0 16,4-15 0-16,-17 16 0 0,17-16 0 16,0 0 0-16,-13 8 0 0,13-8 0 15,-31-3 0-15,31 3 0 0,-22-5 0 16,22 5 0-16,0 0 0 0,-53-18 0 15,53 18 0-15,-66-21 0 0,66 21 0 16,-78-21 0-16,78 21 0 0,-93-18 0 16,93 18 0-16,0 0 0 0,-120-7 0 15,120 7 0-15,-155 15 0 0,155-15 0 0,-205 31 0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377.1958" units="1/cm"/>
          <inkml:channelProperty channel="Y" name="resolution" value="657.57574" units="1/cm"/>
          <inkml:channelProperty channel="F" name="resolution" value="22.75" units="1/deg"/>
          <inkml:channelProperty channel="T" name="resolution" value="1" units="1/dev"/>
        </inkml:channelProperties>
      </inkml:inkSource>
      <inkml:timestamp xml:id="ts0" timeString="2025-08-17T02:27:51.9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13338 10512 2048 0,'-50'-8'0'0,"14"2"0"0,-40 4 0 0,24 2 0 15,-33 7 0 1,30-1 0-1,-30 15 0 1,-3 5 0 0,9 7 0-1,4 7 0 1,-2 13 0 0,3 5 0-1,3 17 0-15,11-1 0 16,3-4 0-1,57-70 0-15,0 0 0 0,0 0 0 16,-52 77 0-16,52-77 0 0,0 0 0 16,-45 83 0-16,45-83 0 0,0 0 0 15,-44 98 0-15,44-98 0 0,0 0 0 16,-44 108 0-16,44-108 0 0,-38 113 0 16,38-113 0-16,0 0 0 0,-33 120 0 15,33-120 0-15,0 0 0 0,-24 119 0 0,24-119 0 16,-19 119 0-16,19-119 0 0,-9 119 0 15,9-119 0-15,-6 108 0 0,6-108 0 16,-5 100 0-16,5-100 0 0,2 101 0 16,-2-101 0-16,10 98 0 0,-10-98 0 15,0 0 0-15,10 97 0 0,-10-97 0 16,20 97 0-16,-20-97 0 0,24 95 0 16,-24-95 0-16,30 90 0 0,-30-90 0 0,34 84 0 15,-34-84 0-15,19 47 0 16,-19-47 0-16,43 82 0 0,-43-82 0 0,0 0 0 15,45 78 0-15,-45-78 0 0,49 81 0 16,-49-81 0-16,0 0 0 0,60 82 0 16,-60-82 0-16,66 80 0 0,-66-80 0 15,73 73 0-15,-73-73 0 0,78 68 0 16,-78-68 0-16,76 58 0 0,-76-58 0 16,77 48 0-16,-77-48 0 0,73 39 0 15,-4-5 0-15,-69-34 0 0,70 28 0 16,-70-28 0-16,70 26 0 0,-70-26 0 0,72 17 0 15,-72-17 0-15,74 18 0 0,-74-18 0 16,0 0 0-16,42 10 0 0,-42-10 0 16,95 3 0-16,-95-3 0 0,0 0 0 15,102-4 0-15,-102 4 0 0,103-10 0 16,-103 10 0-16,0 0 0 0,108-22 0 16,-108 22 0-16,102-33 0 0,-102 33 0 15,0 0 0-15,103-45 0 0,-103 45 0 16,103-55 0-16,-103 55 0 0,93-59 0 0,-93 59 0 15,87-67 0-15,-87 67 0 0,74-62 0 16,-74 62 0-16,63-64 0 0,-63 64 0 16,55-67 0-16,-55 67 0 0,54-72 0 15,-1-4 0-15,-53 76 0 0,49-82 0 16,-49 82 0-16,40-84 0 0,-40 84 0 16,36-89 0-16,-36 89 0 0,35-94 0 15,-35 94 0-15,25-93 0 0,-25 93 0 16,23-99 0-16,-9 1 0 0,-14 98 0 0,9-102 0 15,-9 102 0-15,10-99 0 0,-10 99 0 16,-1-105 0-16,1 105 0 0,-4-105 0 16,4 105 0-16,-15-107 0 0,15 107 0 15,-18-104 0-15,18 104 0 0,-19-101 0 16,-9-3 0-16,28 104 0 0,-32-99 0 16,32 99 0-16,-35-96 0 0,35 96 0 15,-39-98 0-15,39 98 0 0,-49-92 0 16,49 92 0-16,-54-92 0 0,54 92 0 0,-63-91 0 15,63 91 0-15,-71-88 0 0,71 88 0 16,-75-81 0-16,-2 7 0 0,77 74 0 16,-84-64 0-16,84 64 0 0,-88-58 0 15,88 58 0-15,-88-42 0 16,88 42 0-16,-93-33 0 0,93 33 0 0,-104-26 0 16,104 26 0-16,-115-23 0 0</inkml:trace>
  <inkml:trace contextRef="#ctx0" brushRef="#br0" timeOffset="1453.12">16637 11707 2048 0,'0'0'0'0,"-30"11"0"0,8-3 0 16,32 22 0-1,1-10 0 1,47 26 0 0,29 14 0-1,14 8 0 1,-54-40 0-16,115 62 0 15,-1-3 0 1,-8-13 0-16,-23-13 0 16,-25-16 0-1,-7-3 0-15,-4-7 0 16,-1-6 0-16,-93-29 0 0,0 0 0 16,0 0 0-16,92 31 0 0,-92-31 0 15,90 30 0-15,-90-30 0 0,88 26 0 16,-88-26 0-16,50 15 0 0,-50-15 0 15,77 7 0-15,-77-7 0 0,0 0 0 16,50 4 0-16,-50-4 0 0,0 0 0 16,63-28 0-16,-63 28 0 0,0 0 0 15,39-56 0-15</inkml:trace>
  <inkml:trace contextRef="#ctx0" brushRef="#br0" timeOffset="1906.25">18012 11844 2048 0,'0'0'0'0,"3"33"0"0,5 11 0 16,17 7 0-16,14 7 0 16,13 5 0-1,10 1 0 1,11 1 0 0,2-2 0-16,4 1 0 15,-3-7 0 1,-12-3 0-1,-13-9 0 1,-19-6 0 0,-19-5 0-1,-26 0 0-15,13-34 0 0,0 0 0 16,0 0 0-16,-48 49 0 0,48-49 0 16,0 0 0-16,-83 61 0 0,83-61 0 15,-115 76 0-15,115-76 0 0,0 0 0 16,-149 99 0-16,149-99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377.1958" units="1/cm"/>
          <inkml:channelProperty channel="Y" name="resolution" value="657.57574" units="1/cm"/>
          <inkml:channelProperty channel="F" name="resolution" value="22.75" units="1/deg"/>
          <inkml:channelProperty channel="T" name="resolution" value="1" units="1/dev"/>
        </inkml:channelProperties>
      </inkml:inkSource>
      <inkml:timestamp xml:id="ts0" timeString="2025-08-17T02:28:06.7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20779 8557 2048 0,'-49'-54'0'0,"-23"-4"0"0,-14 13 0 0,-10 19 0 15,-7 20 0 1,-5 12 0 0,-2 24 0-1,2 22 0 1,4 7 0-16,11 25 0 16,15 16 0-1,12-6 0-15,22 3 0 16,10 1 0-1,16-8 0-15,8 14 0 16,17-8 0-16,23-3 0 16,-30-93 0-16,0 0 0 15,40 86 0-15,-40-86 0 0,57 69 0 0,-57-69 0 16,70 74 0-16,-70-74 0 0,82 58 0 16,-82-58 0-16,85 38 0 0,-85-38 0 15,97 23 0-15,-97-23 0 0,109 7 0 16,-109-7 0-16,112-7 0 0,-112 7 0 15,115-30 0-15,-115 30 0 0,115-45 0 16,-115 45 0-16,112-54 0 0,-112 54 0 16,0 0 0-16,104-62 0 0,-104 62 0 15,100-72 0-15,-100 72 0 0,102-106 0 0,-102 106 0 16,85-104 0-16,-20 0 0 0,-65 104 0 16,47-107 0-16,-47 107 0 0,30-100 0 15,-30 100 0-15,21-105 0 0,-21 105 0 16,5-97 0-16,-5 97 0 0,-14-94 0 15,14 94 0-15,-35-92 0 0,35 92 0 16,-55-81 0-16,55 81 0 0,-75-69 0 16,75 69 0-16,-87-51 0 0,87 51 0 15,-99-32 0-15,99 32 0 0,-111-2 0 0,111 2 0 16,-125 23 0-16,125-23 0 0,-136 36 0 16</inkml:trace>
  <inkml:trace contextRef="#ctx0" brushRef="#br0" timeOffset="828.12">20995 10309 2048 0,'-41'-45'0'0,"-28"-2"0"0,-23 17 0 0,-25 25 0 16,-18 29 0-1,-16 29 0 1,1 24 0-1,2 20 0-15,17 1 0 16,24 1 0-16,16-4 0 16,18 2 0-1,15 1 0-15,22-7 0 16,18 2 0-16,9-39 0 16,23 41 0-1,12-6 0-15,13-15 0 16,-39-74 0-16,0 0 0 0,0 0 0 15,58 64 0-15,-58-64 0 0,0 0 0 16,75 55 0-16,-75-55 0 0,102 39 0 16,-102-39 0-16,0 0 0 0,121 24 0 15,-121-24 0-15,127 6 0 0,-127-6 0 16,131-12 0-16,-131 12 0 0,128-29 0 16,-128 29 0-16,110-41 0 0,-110 41 0 15,95-49 0-15,-95 49 0 0,80-52 0 0,-80 52 0 16,72-57 0-16,-72 57 0 0,53-61 0 15,-2-6 0-15,-51 67 0 0,41-70 0 16,-41 70 0-16,22-41 0 0,-22 41 0 16,19-79 0-16,-19 79 0 0,11-53 0 15,-11 53 0-15,-5-75 0 0,5 75 0 16,0 0 0-16,-6-48 0 0,6 48 0 16,0 0 0-16,-29-77 0 0,29 77 0 15,-53-78 0-15,53 78 0 0,0 0 0 0,-88-62 0 16,88 62 0-16,-126-32 0 0,126 32 0 15,-171-2 0-15,171 2 0 0,-206 34 0 16,206-34 0-16,-191 56 0 0,191-56 0 16,-181 60 0-16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377.1958" units="1/cm"/>
          <inkml:channelProperty channel="Y" name="resolution" value="657.57574" units="1/cm"/>
          <inkml:channelProperty channel="F" name="resolution" value="22.75" units="1/deg"/>
          <inkml:channelProperty channel="T" name="resolution" value="1" units="1/dev"/>
        </inkml:channelProperties>
      </inkml:inkSource>
      <inkml:timestamp xml:id="ts0" timeString="2025-08-17T02:28:45.1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4893 8767 2048 0,'0'0'0'0,"23"15"0"0,-5-5 0 0,26-3 0 16,-14-3 0 0,15-2 0-1,-14 0 0 1,30 6 0-16,-21-1 0 15,31 3 0 1,-27-3 0 0,32-2 0-1,4-2 0 1,11 0 0-16,0-3 0 16,-5-4 0-1,-86 4 0-15,0 0 0 0,0 0 0 16,92-3 0-16,-92 3 0 0,0 0 0 15,90-1 0-15,-90 1 0 0,108-3 0 16,-108 3 0-16,0 0 0 0,110 3 0 16,-110-3 0-16,0 0 0 0,105 4 0 15,-105-4 0-15,111 1 0 0,-111-1 0 0,0 0 0 16,119 0 0-16,-119 0 0 0,0 0 0 16,124-1 0-16,-124 1 0 0,125-2 0 15,-125 2 0-15,136-4 0 0,-136 4 0 16,139-5 0-16,-11 0 0 0,-128 5 0 15,114-5 0-15,-114 5 0 0,106-3 0 16,-106 3 0-16,110-1 0 0,-110 1 0 16,0 0 0-16,111-2 0 0,-111 2 0 15,117-2 0-15,15-3 0 0,-132 5 0 0,134-5 0 16,-134 5 0-16,119-13 0 0,-119 13 0 16,124-5 0-16,-124 5 0 0,130-9 0 15,0 1 0-15,-130 8 0 0,126-12 0 16,-126 12 0-16,120-9 0 0,-120 9 0 15,131-5 0-15,-131 5 0 0,130-3 0 16,-130 3 0-16,130-8 0 0,10 1 0 16,-140 7 0-16,0 0 0 0,138-2 0 15,-138 2 0-15,133-4 0 0,-133 4 0 0,174-6 0 16,-174 6 0-16,158-8 0 0,-158 8 0 16,155-3 0-16,-155 3 0 0,141 1 0 15,5-3 0-15,-146 2 0 0,148 0 0 16,-148 0 0-16,137-4 0 0,-137 4 0 15,143-5 0-15,-143 5 0 0,139-4 0 16,-139 4 0-16,136-3 0 0,-136 3 0 16,136-2 0-16,-136 2 0 0,135-1 0 0,-8-6 0 15,-127 7 0-15,124-2 0 0,-124 2 0 16,125 0 0-16,-125 0 0 0,119-2 0 16,-119 2 0-16,120-6 0 0,-120 6 0 15,122-4 0-15,-122 4 0 0,121-6 0 16,-121 6 0-16,114-5 0 0,-114 5 0 15,114-4 0-15,2-4 0 0,-116 8 0 16,106-8 0-16,-106 8 0 0,105-10 0 16,-105 10 0-16,109-8 0 0,-109 8 0 15,103-8 0-15,-103 8 0 0,99-16 0 0,-99 16 0 16,86-20 0-16,-86 20 0 0,0 0 0 16,47-11 0-16</inkml:trace>
  <inkml:trace contextRef="#ctx0" brushRef="#br0" timeOffset="3921.87">5058 11694 2048 0,'32'14'0'0,"-8"-4"0"0,32 5 0 0,15 3 0 16,7 2 0 0,1-4 0-16,13-1 0 15,15-12 0 1,0 0 0 0,12-4 0-1,4 1 0-15,9 1 0 16,-9 1 0-16,-9 3 0 15,0-1 0 1,3 2 0-16,3 1 0 16,14 0 0-16,-1 0 0 15,-133-7 0-15,0 0 0 0,130 9 0 16,-130-9 0-16,132 12 0 0,-3-2 0 16,-129-10 0-16,127 12 0 0,-127-12 0 15,131 12 0-15,-131-12 0 0,136 17 0 16,6 2 0-16,-142-19 0 0,137 17 0 15,-137-17 0-15,138 19 0 0,-138-19 0 0,147 22 0 16,-147-22 0-16,150 19 0 0,1-4 0 16,-151-15 0-16,155 14 0 0,-155-14 0 15,162 12 0-15,-162-12 0 0,168 7 0 16,-168-7 0-16,171 2 0 0,4-2 0 16,-175 0 0-16,181 0 0 0,-181 0 0 15,179-4 0-15,-179 4 0 0,179-3 0 16,-1 1 0-16,-178 2 0 0,175 5 0 15,-175-5 0-15,0 0 0 0,161 0 0 16</inkml:trace>
  <inkml:trace contextRef="#ctx0" brushRef="#br0" timeOffset="15469.2">21354 9921 2048 0,'0'0'0'0,"0"0"0"0,46 7 0 16,-12-1 0-1,7-1 0 1,-16-2 0-16,26-6 0 16,-18 0 0-1,29 2 0 1,-22 0 0-16,42 3 0 16,0 2 0-1,0 0 0 1,3 3 0-16,2-1 0 15,7 6 0 1,7 1 0 0,-101-13 0-16,0 0 0 0,0 0 0 0,103 10 0 15,-103-10 0-15,118 12 0 0,-118-12 0 16,0 0 0-16,129 4 0 0,-129-4 0 16,136 2 0-16,8 3 0 0,-144-5 0 15,128 0 0-15,-128 0 0 0,117 5 0 0,-117-5 0 16,116 0 0-16,5 1 0 0,-121-1 0 15,124 4 0-15,-124-4 0 0,116 5 0 16,5 8 0-16,-121-13 0 0,130 10 0 16,-130-10 0-16,131 7 0 0,9 4 0 15,-140-11 0-15,151 8 0 0,-151-8 0 16,137 4 0-16,4-3 0 0,-141-1 0 16,135 9 0-16,-135-9 0 0,145 3 0 15,5 9 0-15,-150-12 0 0,149 8 0 0,-149-8 0 16,152 5 0-16,2-2 0 0,-154-3 0 15,156 8 0-15,-156-8 0 0,155 11 0 16,-8-4 0-16,-147-7 0 0,153 7 0 16,-153-7 0-16,150 12 0 0,-150-12 0 15,149 12 0-15,-149-12 0 0,156 13 0 16,-156-13 0-16,181 19 0 0,-181-19 0 16,176 18 0-16,-176-18 0 0,192 16 0 15,-24-1 0-15,-168-15 0 0,0 0 0 0,150 20 0 16,-10-4 0-16,-140-16 0 0,162 17 0 15,-162-17 0-15,146 12 0 0,-20 4 0 16,-126-16 0-16,118 10 0 0,-118-10 0 16,105 11 0-16,-105-11 0 0,105 5 0 15,-105-5 0-15,105 0 0 0,-105 0 0 16,0 0 0-16</inkml:trace>
  <inkml:trace contextRef="#ctx0" brushRef="#br0" timeOffset="16859.82">22911 11154 2048 0,'0'0'0'0,"0"0"0"0,0 0 0 0,0 0 0 16,0 0 0-1,0 0 0 1,20-30 0 0,-5 7 0-1,39-3 0 1,13 2 0-16,6 5 0 15,14 3 0 1,-37 7 0 0,78-10 0-1,17-4 0-15,-3 5 0 16,12 1 0-16,-154 17 0 16,143-10 0-16,-143 10 0 0,134-8 0 15,-134 8 0-15,133-2 0 0,-133 2 0 16,136-5 0-16,0 11 0 0,-136-6 0 15,144 3 0-15,-144-3 0 0,146 8 0 16,-146-8 0-16,152 9 0 0,-152-9 0 16,153 10 0-16,-3-4 0 0,-150-6 0 15,154 4 0-15,-154-4 0 0,146 8 0 16,-146-8 0-16,126 1 0 0</inkml:trace>
  <inkml:trace contextRef="#ctx0" brushRef="#br0" timeOffset="17578.58">23520 12385 2048 0,'0'0'0'0,"35"8"0"0,-9-1 0 0,49-3 0 16,18-8 0-16,16-4 0 16,11-2 0-1,21 1 0 1,0 0 0 0,3 5 0-16,18-7 0 15,-14 12 0-15,-5-1 0 16,4 0 0-16,5 10 0 15,-4 8 0-15,8 9 0 16,6 1 0 0,-17 0 0-16</inkml:trace>
  <inkml:trace contextRef="#ctx0" brushRef="#br0" timeOffset="45984.83">28925 3738 2048 0,'0'0'0'0,"0"0"0"0,0 0 0 0,0 0 0 16,16 37 0-16,-5-9 0 16,8 37 0-1,-6-21 0-15,16 34 0 16,-9-26 0-1,9 31 0 1,-11-31 0-16,4 21 0 16,-9-28 0-1,19 20 0-15,-11-24 0 16,-11-21 0 0</inkml:trace>
  <inkml:trace contextRef="#ctx0" brushRef="#br0" timeOffset="46250.45">29296 3903 2048 0,'0'0'0'16,"0"0"0"-16,0 0 0 16,0 0 0-16</inkml:trace>
  <inkml:trace contextRef="#ctx0" brushRef="#br0" timeOffset="46578.58">29492 3471 2048 0,'0'0'0'0,"0"0"0"16,17 10 0-16,14 14 0 16,-4 19 0-1,10 15 0-15,-5 9 0 16,-1 2 0-16,-7-1 0 15,0 4 0 1,-5-2 0-16,5-6 0 16,-4-28 0-1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377.1958" units="1/cm"/>
          <inkml:channelProperty channel="Y" name="resolution" value="657.57574" units="1/cm"/>
          <inkml:channelProperty channel="F" name="resolution" value="22.75" units="1/deg"/>
          <inkml:channelProperty channel="T" name="resolution" value="1" units="1/dev"/>
        </inkml:channelProperties>
      </inkml:inkSource>
      <inkml:timestamp xml:id="ts0" timeString="2025-08-17T02:30:12.6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11876 7680 2048 0,'48'-12'0'0,"55"-16"0"0,49 0 0 16,47 8 0-16,7 4 0 15,-45 10 0-15,-38 8 0 16,-56 0 0 0,6 3 0-16,-29-1 0 15,4 12 0 1,-19-4 0 0,-15-6 0-1</inkml:trace>
  <inkml:trace contextRef="#ctx0" brushRef="#br0" timeOffset="468.75">9528 8608 2048 0,'0'0'0'0,"63"-41"0"0,50-11 0 0,35-3 0 15,27 7 0 1,4 17 0 0,-8 17 0-16,-41 14 0 15,-62 1 0-15,-38 2 0 16</inkml:trace>
  <inkml:trace contextRef="#ctx0" brushRef="#br0" timeOffset="890.62">6631 10335 2048 0,'59'-53'0'0,"51"-40"0"0,42-11 0 0,18 5 0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377.1958" units="1/cm"/>
          <inkml:channelProperty channel="Y" name="resolution" value="657.57574" units="1/cm"/>
          <inkml:channelProperty channel="F" name="resolution" value="22.75" units="1/deg"/>
          <inkml:channelProperty channel="T" name="resolution" value="1" units="1/dev"/>
        </inkml:channelProperties>
      </inkml:inkSource>
      <inkml:timestamp xml:id="ts0" timeString="2025-08-17T02:30:53.32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377.1958" units="1/cm"/>
          <inkml:channelProperty channel="Y" name="resolution" value="657.57574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1" timeString="2025-08-17T02:30:53.951"/>
    </inkml:context>
  </inkml:definitions>
  <inkml:trace contextRef="#ctx0" brushRef="#br0">28601 11261 2048 0</inkml:trace>
  <inkml:trace contextRef="#ctx1" brushRef="#br0">28675 10874 2048 0,'0'0'0'0,"48"-16"0"16,-48 16 0-16,35-13 0 16,-20 8 0-16,-22 6 0 15,-27 15 0 1,-17 3 0-1,-36 3 0 1,-23 10 0-16,-22 0 0 16,-20 2 0-1,-20-6 0 1,172-28 0-16,-202 29 0 16,-46-7 0-16,-52 9 0 15,-85 6 0 1</inkml:trace>
  <inkml:trace contextRef="#ctx0" brushRef="#br0" timeOffset="4641.01">20847 8661 2048 0,'0'0'0'15,"45"25"0"1,-11-8 0-16,44 6 0 15,22-5 0 1,22-7 0 0,22-6 0-1,22-13 0-15,32 0 0 16,14-1 0-16,-26 1 0 16,-9-3 0-16,-6 3 0 15,-3 8 0 1,8-3 0-16,41 6 0 15,-10 5 0 1,22 4 0 0,-229-12 0-16,240 10 0 0,-240-10 0 15,227 14 0-15,-227-14 0 0,174 21 0 16,-29-3 0-16,-145-18 0 0,0 0 0 16,118 24 0-16,-118-24 0 0,101 21 0 15,-44-10 0-15,-57-11 0 0,0 0 0 0,55 21 0 16,-55-21 0-16,32 14 0 0</inkml:trace>
  <inkml:trace contextRef="#ctx0" brushRef="#br0" timeOffset="5094.13">21295 9904 2048 0,'33'6'0'0,"34"-1"0"0,32-10 0 0,43-10 0 15,27-1 0-15,25 3 0 16,11 0 0-16,-14 11 0 16,-16-5 0-16,-3 5 0 15,0 5 0 1,-2 5 0-16,40 3 0 16,15 3 0-1</inkml:trace>
  <inkml:trace contextRef="#ctx0" brushRef="#br0" timeOffset="17906.84">10468 13218 2048 0,'-82'-24'0'0,"-27"-6"0"0,1 5 0 0,9-2 0 0,9 9 0 0,4-3 0 16,-4 6 0-16,-8-6 0 15,-4 6 0 1,-6 1 0-16,1-4 0 16,-3-1 0-16,0-2 0 15,4 6 0 1,-1-3 0-16,-7 4 0 16,-3 0 0-16,-7 1 0 15,10 5 0-15,2 2 0 16,-6-2 0-1,-7 5 0-15,-3 2 0 16,128 1 0-16,-126 0 0 0,126 0 0 16,-126 4 0-16,126-4 0 0,-122 4 0 15,122-4 0-15,-121 9 0 0,121-9 0 16,-135 8 0-16,3 3 0 0,132-11 0 16,-126 10 0-16,126-10 0 0,-123 8 0 0,123-8 0 15,-120 10 0-15,2 2 0 0,118-12 0 16,-119 9 0-16,119-9 0 0,-118 17 0 15,118-17 0-15,-118 20 0 0,0 4 0 16,118-24 0-16,-115 24 0 0,115-24 0 16,-108 25 0-16,5-2 0 0,103-23 0 15,-106 23 0-15,106-23 0 0,-103 26 0 16,3 2 0-16,100-28 0 0,-98 31 0 16,98-31 0-16,-94 31 0 0,-3 1 0 15,97-32 0-15,-93 36 0 0,93-36 0 0,-86 36 0 16,-2 1 0-16,88-37 0 0,-83 41 0 15,83-41 0-15,-81 38 0 0,4-1 0 16,77-37 0-16,-74 39 0 0,74-39 0 16,-44 22 0-16,-29 25 0 0,73-47 0 15,-74 53 0-15,8 1 0 0,66-54 0 16,-65 52 0-16,65-52 0 0,-61 52 0 16,6 2 0-16,55-54 0 0,-32 31 0 15,32-31 0-15,0 0 0 0,-54 55 0 0,54-55 0 16,-67 78 0-16,67-78 0 0,-41 48 0 15,41-48 0-15,-46 69 0 0,46-69 0 16,-47 73 0-16,47-73 0 0,-38 73 0 16,10 0 0-16,28-73 0 0,-23 74 0 15,23-74 0-15,-17 73 0 0,17-73 0 16,-9 42 0-16,9-42 0 0,-7 81 0 16,7-81 0-16,-3 55 0 0,3-55 0 15,7 85 0-15,-7-85 0 0,11 85 0 0,-11-85 0 16,18 81 0-16,-18-81 0 0,27 81 0 15,-27-81 0-15,32 75 0 0,-32-75 0 16,36 71 0-16,-36-71 0 0,41 69 0 16,-41-69 0-16,48 66 0 0,7 0 0 15,-55-66 0-15,62 65 0 0,-62-65 0 16,70 60 0-16,3-1 0 0,-73-59 0 16,68 54 0-16,-68-54 0 0,68 49 0 0,-68-49 0 15,0 0 0-15,104 67 0 0,-3-7 0 16,-101-60 0-16,97 50 0 0,-13-8 0 15,-84-42 0-15,91 42 0 0,-1-3 0 16,-90-39 0-16,94 38 0 0,4-3 0 16,-98-35 0-16,103 36 0 0,1 0 0 15,-104-36 0-15,107 36 0 0,8-3 0 16,-115-33 0-16,116 32 0 0,-116-32 0 16,124 24 0-16,-2 0 0 0,-122-24 0 15,128 21 0-15,2-3 0 0,-130-18 0 0,134 19 0 16,-7-5 0-16,-127-14 0 0,132 14 0 15,-132-14 0-15,132 11 0 0,10 1 0 16,-142-12 0-16,141 9 0 0,1-3 0 16,-142-6 0-16,145 4 0 0,2-2 0 15,-147-2 0-15,152 0 0 0,-2-4 0 16,-150 4 0-16,144-4 0 0,-144 4 0 16,150-6 0-16,8 4 0 0,-158 2 0 0,154-6 0 15,-2 1 0-15,-152 5 0 0,154-5 0 16,1 4 0-16,-155 1 0 0,156-8 0 15,-156 8 0-15,157-10 0 0,-2-3 0 16,-155 13 0-16,152-15 0 0,1-2 0 16,-153 17 0-16,157-18 0 0,-157 18 0 15,152-17 0-15,-2-3 0 0,-150 20 0 16,150-22 0-16,-2 1 0 0,-148 21 0 16,152-26 0-16,-152 26 0 0,147-26 0 15,-5-2 0-15,-142 28 0 0,139-31 0 0,-139 31 0 16,143-36 0-16,-1-3 0 0,-142 39 0 15,138-44 0-15,-138 44 0 0,135-45 0 16,-7-3 0-16,-128 48 0 0,130-48 0 16,-7-2 0-16,-123 50 0 0,115-52 0 15,-115 52 0-15,109-53 0 0,0-2 0 16,-109 55 0-16,107-61 0 0,-107 61 0 16,96-62 0-16,-96 62 0 0,95-66 0 15,-6-6 0-15,-89 72 0 0,87-71 0 0,-87 71 0 16,79-77 0-16,-8 1 0 0,-71 76 0 15,67-74 0-15,-67 74 0 0,59-77 0 16,-3-3 0-16,-56 80 0 0,46-79 0 16,-46 79 0-16,43-78 0 0,-6-2 0 15,-37 80 0-15,31-84 0 0,-31 84 0 16,28-85 0-16,-28 85 0 0,22-85 0 16,-8-3 0-16,-14 88 0 0,6-88 0 15,-6 88 0-15,1-85 0 0,-1 85 0 0,-3-86 0 16,-10 2 0-16,13 84 0 0,-19-80 0 15,19 80 0-15,-12-46 0 0,12 46 0 16,-34-75 0-16,-8-2 0 0,42 77 0 16,-45-71 0-16,45 71 0 0,-47-65 0 15,47 65 0-15,-53-61 0 0,53 61 0 16,0 0 0-16,-61-58 0 0,61 58 0 16,0 0 0-16,-80-63 0 0,80 63 0 0,-96-68 0 15,96 68 0-15,-111-69 0 0,111 69 0 16,0 0 0-16,-120-66 0 0,-5 10 0 15,125 56 0-15,-134-47 0 0,134 47 0 16,-123-35 0-16,123 35 0 0,-115-21 0 16,3 9 0-16,112 12 0 0,-116-3 0 15,116 3 0-15,-121 0 0 0,121 0 0 16,-125 10 0-16,-9 7 0 0,134-17 0 16,-140 24 0-16,140-24 0 0,-145 33 0 15,-10 13 0-15,155-46 0 0,-162 55 0 16,162-55 0-16,-167 61 0 0,-4 2 0 0,171-63 0 15,-172 65 0-15,172-65 0 0,0 0 0 16,-171 63 0-16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377.1958" units="1/cm"/>
          <inkml:channelProperty channel="Y" name="resolution" value="657.57574" units="1/cm"/>
          <inkml:channelProperty channel="F" name="resolution" value="22.75" units="1/deg"/>
          <inkml:channelProperty channel="T" name="resolution" value="1" units="1/dev"/>
        </inkml:channelProperties>
      </inkml:inkSource>
      <inkml:timestamp xml:id="ts0" timeString="2025-08-17T02:34:26.1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22802 12650 2048 0,'0'0'0'0,"-29"-7"0"0,10 1 0 0,-11 1 0 16,10 2 0-1,-19 6 0 1,12-2 0 0,-13 5 0-1,12-1 0-15,-8 4 0 16,11-2 0-1,-21 8 0 1,15-6 0 0,-19 13 0-1,17-7 0-15,-8 21 0 16,41-36 0 0,0 0 0-16,-24 25 0 0,24-25 0 15,0 0 0-15,-43 43 0 0,43-43 0 0,0 0 0 16,-27 29 0-16,27-29 0 0,-43 46 0 15,43-46 0-15,0 0 0 0,-28 29 0 16,28-29 0-16,0 0 0 0,-38 58 0 16,38-58 0-16,-23 38 0 0,23-38 0 15,0 0 0-15,-32 71 0 0,32-71 0 16,-19 47 0-16,19-47 0 0,0 0 0 16,-25 77 0-16,25-77 0 0,0 0 0 15,-21 83 0-15,21-83 0 0,-12 48 0 16,12-48 0-16,0 0 0 0,-4 75 0 0,4-75 0 15,0 0 0-15,-1 49 0 0,1-49 0 16,3 82 0-16,-3-82 0 0,0 0 0 16,2 52 0-16,-2-52 0 0,0 0 0 15,12 80 0-15,-12-80 0 0,8 52 0 16,-8-52 0-16,0 0 0 0,20 83 0 16,-20-83 0-16,0 0 0 0,14 53 0 15,-14-53 0-15,31 66 0 0,-31-66 0 0,0 0 0 16,22 41 0-16,-22-41 0 0,37 51 0 15,-37-51 0-15,0 0 0 0,27 32 0 16,-27-32 0-16,0 0 0 0,48 38 0 16,-48-38 0-16,32 22 0 0,-32-22 0 15,0 0 0-15,59 27 0 0,-59-27 0 16,37 15 0-16,-37-15 0 0,0 0 0 16,59 18 0-16,-59-18 0 0,37 11 0 15,-37-11 0-15,0 0 0 0,64-8 0 0,-64 8 0 16,41-7 0-16,-41 7 0 0,0 0 0 15,74-29 0-15,-74 29 0 0,46-23 0 16,-46 23 0-16,0 0 0 0,76-34 0 16,-76 34 0-16,47-24 0 0,-47 24 0 15,0 0 0-15,69-43 0 0,-69 43 0 16,68-49 0-16,-68 49 0 0,68-62 0 16,-68 62 0-16,0 0 0 0,58-64 0 15,-58 64 0-15,54-65 0 0,-54 65 0 0,52-66 0 16,-52 66 0-16,0 0 0 0,47-67 0 15,-47 67 0-15,38-73 0 0,-38 73 0 16,36-73 0-16,-36 73 0 0,26-72 0 16,-26 72 0-16,0 0 0 0,19-75 0 15,-19 75 0-15,10-81 0 0,-10 81 0 16,0-82 0-16,0 82 0 0,0 0 0 16,-9-83 0-16,9 83 0 0,-21-78 0 15,21 78 0-15,0 0 0 0,-32-82 0 16,32 82 0-16,-42-82 0 0,42 82 0 15,0 0 0-15,-58-74 0 0,58 74 0 0,-67-62 0 16,67 62 0-16,0 0 0 0,-83-44 0 16,83 44 0-16,-106-25 0 0,106 25 0 15,0 0 0-15,-126-9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377.1958" units="1/cm"/>
          <inkml:channelProperty channel="Y" name="resolution" value="657.57574" units="1/cm"/>
          <inkml:channelProperty channel="F" name="resolution" value="22.75" units="1/deg"/>
          <inkml:channelProperty channel="T" name="resolution" value="1" units="1/dev"/>
        </inkml:channelProperties>
      </inkml:inkSource>
      <inkml:timestamp xml:id="ts0" timeString="2025-08-17T02:34:54.8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28687 10303 2048 0,'-7'-14'0'0,"0"0"0"0,0-1 0 15,-44 14 0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377.1958" units="1/cm"/>
          <inkml:channelProperty channel="Y" name="resolution" value="657.57574" units="1/cm"/>
          <inkml:channelProperty channel="F" name="resolution" value="22.75" units="1/deg"/>
          <inkml:channelProperty channel="T" name="resolution" value="1" units="1/dev"/>
        </inkml:channelProperties>
      </inkml:inkSource>
      <inkml:timestamp xml:id="ts0" timeString="2025-08-17T02:40:29.4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19118 3938 2048 0,'-7'-57'0'0,"-11"-15"0"0,9 29 0 0,-35-31 0 15,-20 0 0 1,-12 8 0-16,-11 9 0 16,-4 6 0-1,-9 4 0-15,-7 6 0 16,-9 3 0-16,6 7 0 16,0 6 0-1,1 9 0-15,-5 5 0 16,-12-2 0-16,-8 7 0 15,3 3 0 1,4 5 0-16,8 4 0 16,119-6 0-16,0 0 0 0,-118 9 0 15,118-9 0-15,-119 16 0 0,-5 5 0 16,124-21 0-16,-130 25 0 0,130-25 0 16,-124 31 0-16,124-31 0 0,-112 36 0 15,112-36 0-15,-109 40 0 0,1 4 0 16,108-44 0-16,-98 46 0 0,98-46 0 15,-99 49 0-15,99-49 0 0,-99 51 0 16,99-51 0-16,-93 54 0 0,1 5 0 16,92-59 0-16,0 0 0 0,-84 68 0 0,84-68 0 15,-73 65 0-15,73-65 0 0,-87 85 0 16,87-85 0-16,-78 79 0 0,78-79 0 16,-65 81 0-16,65-81 0 0,-50 79 0 15,50-79 0-15,-48 74 0 0,9 4 0 16,39-78 0-16,0 0 0 0,0 0 0 15,-31 83 0-15,16-35 0 0,15-48 0 16,0 0 0-16,-10 97 0 0,10-97 0 16,0 0 0-16,-4 66 0 0,4-66 0 0,10 95 0 15,-10-95 0-15,0 0 0 0,26 98 0 16,-26-98 0-16,0 0 0 0,35 92 0 16,-35-92 0-16,50 86 0 0,-50-86 0 15,0 0 0-15,0 0 0 0,59 86 0 16,-59-86 0-16,0 0 0 0,70 80 0 15,-70-80 0-15,0 0 0 0,104 88 0 16,-104-88 0-16,0 0 0 0,112 75 0 16,-112-75 0-16,130 69 0 0,-130-69 0 15,0 0 0-15,131 57 0 0,-131-57 0 0,130 50 0 16,-130-50 0-16,130 42 0 0,-12-10 0 16,-118-32 0-16,107 20 0 0,-107-20 0 15,107 15 0-15,-107-15 0 0,105 9 0 16,-105-9 0-16,107 17 0 0,-107-17 0 15,110 11 0-15,-110-11 0 0,118 9 0 16,-4-6 0-16,-114-3 0 0,118-3 0 16,-118 3 0-16,114-7 0 0,-114 7 0 15,117-16 0-15,5 2 0 0,-122 14 0 0,122-21 0 16,-122 21 0-16,122-27 0 0,-122 27 0 16,124-31 0-16,-124 31 0 0,126-33 0 15,-126 33 0-15,119-37 0 0,-2-4 0 16,-117 41 0-16,113-49 0 0,-113 49 0 15,107-54 0-15,-107 54 0 0,102-56 0 16,-102 56 0-16,95-59 0 0,-9-4 0 16,-86 63 0-16,82-74 0 0,-82 74 0 15,72-76 0-15,-72 76 0 0,65-87 0 0,-65 87 0 16,62-88 0-16,-62 88 0 0,52-94 0 16,-10-10 0-16,-42 104 0 0,35-105 0 15,-35 105 0-15,21-106 0 0,-21 106 0 16,6-110 0-16,-6 110 0 0,-9-110 0 15,9 110 0-15,-29-103 0 0,-31 4 0 16,60 99 0-16,-93-90 0 0,93 90 0 16,-128-75 0-16,128 75 0 0,-149-66 0 15,-6 31 0-15</inkml:trace>
  <inkml:trace contextRef="#ctx0" brushRef="#br0" timeOffset="1671.87">23917 4163 2048 0,'-26'-42'0'0,"-20"-13"0"0,-11 2 0 0,-7 0 0 0,-2 2 0 16,-10-2 0-1,-15-1 0-15,-1 0 0 16,-4 1 0 0,-5 3 0-16,5 5 0 15,6 8 0-15,-1 1 0 16,-1-1 0-16,-9 6 0 15,-14 3 0 1,-1 1 0-16,-3 4 0 16,-2 2 0-16,0 5 0 15,-1 4 0 1,122 12 0-16,0 0 0 0,-126-12 0 0,126 12 0 16,-126-6 0-16,-3 6 0 0,129 0 0 15,-132 5 0-15,132-5 0 0,-128 10 0 16,128-10 0-16,-132 15 0 0,132-15 0 0,-131 19 0 15,131-19 0-15,-132 22 0 0,5 7 0 16,127-29 0-16,-133 39 0 0,133-39 0 16,-123 35 0-16,123-35 0 0,-124 52 0 15,124-52 0-15,-123 55 0 0,123-55 0 16,-121 58 0-16,121-58 0 0,-111 61 0 16,9 2 0-16,102-63 0 0,-93 66 0 15,93-66 0-15,-87 69 0 0,87-69 0 16,-83 70 0-16,83-70 0 0,0 0 0 15,-73 80 0-15,73-80 0 0,-67 75 0 16,-3 22 0-16,70-97 0 0,-57 94 0 0,57-94 0 16,-31 54 0-16,31-54 0 0,-36 85 0 15,36-85 0-15,-24 88 0 0,24-88 0 16,0 0 0-16,-16 90 0 0,16-90 0 16,0 0 0-16,-7 53 0 0,7-53 0 15,1 111 0-15,-1-111 0 0,0 0 0 16,17 121 0-16,-17-121 0 0,30 111 0 15,-30-111 0-15,0 0 0 0,0 0 0 0,38 104 0 16,-38-104 0-16,0 0 0 0,0 0 0 16,51 98 0-16,-51-98 0 0,0 0 0 15,81 110 0-15,-81-110 0 0,0 0 0 16,125 117 0-16,-125-117 0 0,0 0 0 16,154 108 0-16,-154-108 0 0,0 0 0 15,159 89 0-15,-159-89 0 0,185 79 0 16,-8-16 0-16,-177-63 0 0,154 43 0 15,-154-43 0-15,138 35 0 0,-138-35 0 16,138 24 0-16,-138-24 0 0,145 14 0 0,-145-14 0 16,143 12 0-16,-1-6 0 0,-142-6 0 15,143 0 0-15,-143 0 0 0,144-4 0 16,-144 4 0-16,141-10 0 0,-141 10 0 16,155-12 0-16,-7-6 0 0,-148 18 0 15,147-26 0-15,-147 26 0 0,145-32 0 16,-145 32 0-16,149-39 0 0,-149 39 0 15,143-41 0-15,-3-11 0 0,-140 52 0 0,137-60 0 16,-137 60 0-16,131-66 0 0,-131 66 0 16,127-76 0-16,-127 76 0 0,120-80 0 15,-120 80 0-15,105-91 0 0,-105 91 0 16,96-87 0-16,-9-8 0 0,-87 95 0 16,78-100 0-16,-78 100 0 0,64-105 0 15,-64 105 0-15,54-104 0 0,-54 104 0 16,43-108 0-16,-16-1 0 0,-27 109 0 15,12-117 0-15,-12 117 0 0,0-109 0 16,0 109 0-16,-16-109 0 0,-14 6 0 0,30 103 0 16,-41-98 0-16,41 98 0 0,-54-91 0 15,54 91 0-15,-71-76 0 0,-20 9 0 16,91 67 0-16,-122-56 0 0,122 56 0 16,-145-46 0-16,3 21 0 0</inkml:trace>
  <inkml:trace contextRef="#ctx0" brushRef="#br0" timeOffset="42660.73">18988 6733 2048 0,'-23'80'0'0,"-15"74"0"0,-2 41 0 16,-6 106 0 0,-8 99 0-1,4 16 0 1,9 19 0 0,11 18 0-1,5 1 0 1,15-15 0-1,11-39 0-15,7-62 0 16,5-90 0-16,5-64 0 16,-7-36 0-1,-2-25 0-15,-9-123 0 0,0 0 0 16,6 110 0-16,-6-110 0 0,5 93 0 16,-5-11 0-16,0-82 0 0,-2 45 0 15,2-45 0-15,-8 64 0 0,8-64 0 0,0 0 0 16,-5 40 0-16,5-40 0 0,0 0 0 15,-18 54 0-15,18-54 0 0,0 0 0 16,-12 32 0-16,12-32 0 0,-51 76 0 16,51-76 0-16,0 0 0 0,-87 98 0 15,87-98 0-15,-116 110 0 0,116-110 0 16,-165 143 0-16,165-143 0 0,0 0 0 16,-208 87 0-16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377.1958" units="1/cm"/>
          <inkml:channelProperty channel="Y" name="resolution" value="657.57574" units="1/cm"/>
          <inkml:channelProperty channel="F" name="resolution" value="22.75" units="1/deg"/>
          <inkml:channelProperty channel="T" name="resolution" value="1" units="1/dev"/>
        </inkml:channelProperties>
      </inkml:inkSource>
      <inkml:timestamp xml:id="ts0" timeString="2025-08-17T02:41:58.2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15401 5863 2048 0,'0'0'0'0,"-24"-24"0"0,6 7 0 0,-26-1 0 16,15 8 0-1,-16-7 0 1,15 6 0 0,-17-5 0-16,15 8 0 15,-24-3 0 1,17 5 0-1,-27 1 0 1,22 3 0 0,-31 2 0-1,27 0 0-15,-28 7 0 16,76-7 0 0,0 0 0-16,0 0 0 0,-49 3 0 0,49-3 0 15,0 0 0-15,-84 14 0 0,84-14 0 16,0 0 0-16,-84 19 0 0,84-19 0 15,0 0 0-15,-78 21 0 0,78-21 0 16,0 0 0-16,-46 12 0 0,46-12 0 16,-71 33 0-16,71-33 0 0,0 0 0 15,-47 21 0-15,47-21 0 0,0 0 0 16,-76 39 0-16,76-39 0 0,0 0 0 16,-76 48 0-16,76-48 0 0,0 0 0 0,-42 29 0 15,42-29 0-15,0 0 0 0,-54 48 0 16,54-48 0-16,0 0 0 0,-34 33 0 15,34-33 0-15,0 0 0 0,-45 56 0 16,45-56 0-16,0 0 0 0,-28 37 0 16,28-37 0-16,0 0 0 0,-32 56 0 15,32-56 0-15,0 0 0 0,-20 35 0 16,20-35 0-16,0 0 0 0,-14 62 0 16,14-62 0-16,0 0 0 0,-8 39 0 15,8-39 0-15,0 0 0 0,5 52 0 0,-5-52 0 16,0 0 0-16,4 33 0 0,-4-33 0 15,0 0 0-15,24 47 0 0,-24-47 0 16,19 30 0-16,-19-30 0 0,0 0 0 16,43 38 0-16,-43-38 0 0,0 0 0 15,30 21 0-15,-30-21 0 0,0 0 0 16,62 23 0-16,-62-23 0 0,0 0 0 16,42 14 0-16,-42-14 0 0,0 0 0 0,85 14 0 15,-85-14 0-15,0 0 0 0,98 7 0 16,-98-7 0-16,0 0 0 0,103-2 0 15,-103 2 0-15,0 0 0 0,101-10 0 16,-101 10 0-16,0 0 0 0,111-17 0 16,-111 17 0-16,0 0 0 0,113-20 0 15,-113 20 0-15,110-20 0 0,-110 20 0 16,0 0 0-16,112-27 0 0,-112 27 0 16,0 0 0-16,104-30 0 0,-104 30 0 0,103-33 0 15,-103 33 0-15,0 0 0 0,101-39 0 16,-101 39 0-16,0 0 0 0,99-42 0 15,-99 42 0-15,95-45 0 0,-95 45 0 16,0 0 0-16,81-45 0 0,-81 45 0 16,0 0 0-16,61-52 0 0,-61 52 0 15,32-32 0-15,-32 32 0 0,0 0 0 16,33-60 0-16,-33 60 0 0,0 0 0 16,18-42 0-16,-18 42 0 0,10-76 0 0,-10 76 0 15,0 0 0-15,5-50 0 0,-5 50 0 16,0 0 0-16,-26-78 0 0,26 78 0 15,-54-65 0-15,54 65 0 0,0 0 0 16,0 0 0-16,-95-51 0 0,-44 23 0 16</inkml:trace>
  <inkml:trace contextRef="#ctx0" brushRef="#br0" timeOffset="25031.96">27280 6103 2048 0,'-24'-22'0'0,"6"5"0"0,-21 3 0 0,14 4 0 0,-35 33 0 15,-7 15 0 1,10 13 0 0,2 20 0-1,1 23 0-15,30 22 0 16,4-1 0-16,13 3 0 16,21-13 0-1,19-22 0 1,27-16 0-1,21-24 0-15,-30-23 0 16,21-26 0-16,-72 6 0 0,0 0 0 16,47-8 0-16,-47 8 0 0,0 0 0 15,69-38 0-15,-6-12 0 0,-63 50 0 16,36-33 0-16,-36 33 0 0,0 0 0 16,37-53 0-16,-37 53 0 0,24-36 0 15,-24 36 0-15,0 0 0 0,6-43 0 0,-6 43 0 16,1-27 0-16,-1 27 0 0,0 0 0 15,-26-20 0-15,26 20 0 0,-19-14 0 16,19 14 0-16,0 0 0 0,-9-6 0 16,9 6 0-16,-4-2 0 0,4 2 0 15,0 0 0-15,-18 12 0 0,18-12 0 16,-12 11 0-16,12-11 0 0,0 0 0 16,31 25 0-16,-31-25 0 0,23 18 0 15,-23-18 0-15,0 0 0 0,58 54 0 0,-58-54 0 16,41 35 0-16,-41-35 0 0,0 0 0 15,69 45 0-15,-69-45 0 0,44 28 0 16,-44-28 0-16,0 0 0 0,63 6 0 16,-63-6 0-16,41 0 0 0,-41 0 0 15,0 0 0-15,55-55 0 0,-55 55 0 16,43-85 0-16,-43 85 0 0,18-104 0 16</inkml:trace>
  <inkml:trace contextRef="#ctx0" brushRef="#br0" timeOffset="25313.21">27714 5967 2048 0,'0'0'0'0,"0"0"0"0,0 0 0 0,6 36 0 15,19 35 0 1,9 16 0-1,4-3 0-15,-16-38 0 16,8 9 0 0,-11-24 0-1,5 0 0-15,-7-13 0 16,-16-38 0 0,-7 2 0-1</inkml:trace>
  <inkml:trace contextRef="#ctx0" brushRef="#br0" timeOffset="25500.71">27590 6002 2048 0,'0'0'0'16,"-14"-18"0"0,13-23 0-16,22-11 0 15,22-10 0-15,-14 24 0 16,29-17 0-1,3 14 0-15,-11 16 0 16,-14 13 0 0,-20 14 0-1</inkml:trace>
  <inkml:trace contextRef="#ctx0" brushRef="#br0" timeOffset="25688.21">27765 6211 2048 0,'0'0'0'0,"13"-36"0"16,20-18 0-1,15 0 0-15,3 10 0 16,-3 5 0 0,-12 5 0-16,-7 18 0 15</inkml:trace>
  <inkml:trace contextRef="#ctx0" brushRef="#br0" timeOffset="25875.71">27980 6483 2048 0,'0'0'0'0,"0"0"0"16,0 0 0-1,0 0 0-15,25-33 0 16,23-15 0-1,9-9 0 1,9-16 0-16,-3-7 0 16,-10-6 0-16</inkml:trace>
  <inkml:trace contextRef="#ctx0" brushRef="#br0" timeOffset="26141.34">28464 5471 2048 0,'0'0'0'15,"0"0"0"1,9 15 0-16,28 23 0 16,-10 18 0-1,11 10 0-15,3 11 0 16,-5-4 0-1,-7-8 0-15,3-12 0 16,-5-17 0 0,-5-9 0-16,-13-21 0 15,-11-23 0 1</inkml:trace>
  <inkml:trace contextRef="#ctx0" brushRef="#br0" timeOffset="26360.09">28276 5593 2048 0,'-4'-21'0'0,"14"-30"0"16,31-20 0 0,23-4 0-16,11 11 0 15,1 16 0-15,-16 11 0 16,-60 37 0-16,58-18 0 15,-22 21 0-15,-20 11 0 16,-20-1 0-16</inkml:trace>
  <inkml:trace contextRef="#ctx0" brushRef="#br0" timeOffset="26891.34">27788 7757 2048 0,'0'0'0'0,"0"0"0"0,10 13 0 0,13 27 0 15,7 22 0 1,24 22 0 0,7 18 0-16,7 3 0 15,-17-14 0-15,-15-14 0 16,-4-16 0-1,-6-10 0-15,-12-7 0 16,-1-20 0 0,-18-34 0-1,0-1 0 1</inkml:trace>
  <inkml:trace contextRef="#ctx0" brushRef="#br0" timeOffset="27188.21">27797 7779 2048 0,'5'-33'0'0,"17"-7"0"16,20 1 0 0,5 10 0-16,4 24 0 15,-1 23 0 1,-8 18 0-1,-11 22 0-15,-24 5 0 16,-24 13 0 0,-16 5 0-16,-11-2 0 15,6-15 0 1,6-23 0 0,17-39 0-16,17-49 0 15</inkml:trace>
  <inkml:trace contextRef="#ctx0" brushRef="#br0" timeOffset="27594.46">28234 7435 2048 0,'0'0'0'0,"0"0"0"16,16 40 0-1,5 17 0-15,11 5 0 16,6-5 0 0,-1-7 0-1,2-11 0-15,-1-10 0 16,-6-13 0 0,-7-11 0-1,-5-12 0-15,-8-18 0 16,-7-25 0-1,-14-14 0 1,-13-8 0-16,-8 9 0 16,3 13 0-1,27 50 0-15,0 0 0 16,-23-31 0-16,23 31 0 0,-19-17 0 16,19 17 0-16,0 0 0 0,-11-8 0 0,11 8 0 15,0 4 0-15,0-4 0 0,0 0 0 16,6 21 0-16,-6-21 0 0,16 14 0 15,-16-14 0-15,15-2 0 0</inkml:trace>
  <inkml:trace contextRef="#ctx0" brushRef="#br0" timeOffset="27891.34">28835 6997 2048 0,'0'0'0'0,"0"0"0"0,8 16 0 16,12 27 0-16,2 16 0 15,5 10 0 1,2 3 0-16,0-14 0 16,6 1 0-1,-1-12 0 1,-2-9 0-16,-8-11 0 15,-11-10 0 1,-5-18 0 0,-14-32 0-16,0 7 0 15</inkml:trace>
  <inkml:trace contextRef="#ctx0" brushRef="#br0" timeOffset="28094.46">28697 7068 2048 0,'30'-58'0'0,"21"-14"0"16,7 3 0 0,-2 14 0-16,-5 12 0 15,-8 14 0 1,-6 20 0-1,-18 18 0-15</inkml:trace>
  <inkml:trace contextRef="#ctx0" brushRef="#br0" timeOffset="28719.46">28660 8982 2048 0,'0'0'0'0,"10"20"0"0,22 25 0 0,17 33 0 0,15 28 0 15,-22 19 0 1,13-13 0-1,-6-6 0-15,-14-19 0 16,-6-16 0-16,-3-16 0 16,-2-7 0-16,-12-24 0 15,-6-12 0-15,-4-8 0 16,-11-37 0 0,-8-22 0-16,-14-24 0 15,-22-17 0 1,-13-8 0-16,66 104 0 15,0 0 0-15,0 0 0 0,-79-98 0 16</inkml:trace>
  <inkml:trace contextRef="#ctx0" brushRef="#br0" timeOffset="28969.47">28611 9004 2048 0,'1'-33'0'16,"22"-29"0"-1,14 1 0-15,25 13 0 16,6 18 0-1,-6 20 0 1,-6 22 0-16,-10 19 0 16,-14 20 0-1,-17 19 0 1,-25 14 0-16,-25 14 0 16,-12 3 0-1,2-18 0-15,11-27 0 16,15-24 0-16,8-31 0 15,4-27 0 1</inkml:trace>
  <inkml:trace contextRef="#ctx0" brushRef="#br0" timeOffset="29391.34">29204 8668 2048 0,'0'0'0'0,"-6"20"0"15,5 19 0 1,8 14 0 0,12 7 0-16,16-1 0 15,7-18 0 1,5-18 0-1,-2-19 0-15,-1-23 0 16,-2-30 0 0,-9-9 0-1,-19-4 0-15,-19-7 0 16,-15 4 0 0,-13 13 0-16,-10 17 0 15,-6 23 0 1,49 12 0-16,0 0 0 0,-59 12 0 15,59-12 0-15,-63 34 0 0,63-34 0 16,0 0 0-16,-50 48 0 0,50-48 0 16,-34 59 0-16,34-59 0 0,0 0 0 15,-11 38 0-15,11-38 0 0,5-9 0 16</inkml:trace>
  <inkml:trace contextRef="#ctx0" brushRef="#br0" timeOffset="29766.34">29786 8106 2048 0,'0'0'0'16,"0"0"0"-1,0 0 0-15,0 0 0 16,-35 29 0 0,-6 23 0-16,1 8 0 15,16-2 0-15,21-10 0 16,22-18 0-1,26-15 0 1,29-18 0-16,9-10 0 16,2 6 0-1,-5 0 0-15,-18 15 0 16,-17 20 0 0,-25 22 0-1,-25 16 0-15,5-66 0 0,0 0 0 16,-27 72 0-16,27-72 0 0,0 0 0 15,-41 73 0-15,41-73 0 0,-43 69 0 16,43-69 0-16,-39 58 0 0,39-58 0 16,-32 41 0-16,32-41 0 0,0 0 0 15,-26 8 0-15,26-8 0 0,-17-41 0 16</inkml:trace>
  <inkml:trace contextRef="#ctx0" brushRef="#br0" timeOffset="30063.21">30363 7793 2048 0,'14'23'0'0,"10"18"0"0,6 11 0 0,5 13 0 16,-3 3 0-1,1 1 0-15,-1-13 0 16,0-14 0 0,0-8 0-16,-7-7 0 15,-9-13 0 1,-8-21 0-16,-19-25 0 16,-22-25 0-1</inkml:trace>
  <inkml:trace contextRef="#ctx0" brushRef="#br0" timeOffset="30281.96">30228 7810 2048 0,'32'-32'0'15,"24"-22"0"-15,11-5 0 16,-4 1 0-1,-12 12 0-15,-12 7 0 16,-12 15 0-16,-10 12 0 16,-10 16 0-1,-21 20 0-15,-21 23 0 16</inkml:trace>
  <inkml:trace contextRef="#ctx0" brushRef="#br0" timeOffset="30750.72">29481 10350 2048 0,'0'0'0'0,"0"0"0"0,0 0 0 0,24 30 0 16,10 30 0-1,20 24 0 1,14 23 0-16,-2 1 0 16,-7-4 0-16,-9-19 0 15,-10-12 0 1,-1-17 0-16,-5-12 0 15,-9-14 0-15,-11-14 0 16,-16-17 0 0,-1-1 0-16</inkml:trace>
  <inkml:trace contextRef="#ctx0" brushRef="#br0" timeOffset="31110.09">29510 10493 2048 0,'0'0'0'16,"7"-24"0"-16,19-15 0 15,20-2 0 1,18 4 0-16,10 18 0 16,4 14 0-1,-3 21 0-15,-9 18 0 16,-9 13 0-1,-16 8 0 1,-16 26 0-16,-22 15 0 16,-15 3 0-1,-8-3 0-15,0-13 0 16,2-14 0 0,6-27 0-16,4-24 0 15,5-20 0-15,3 2 0 0,0 0 0 16,0 0 0-16,3-35 0 0,-3 35 0 15,1-70 0-15,-1 70 0 0,1-47 0 16</inkml:trace>
  <inkml:trace contextRef="#ctx0" brushRef="#br0" timeOffset="31375.71">30077 10003 2048 0,'0'0'0'15,"-6"15"0"-15,6 14 0 16,14 14 0 0,14 19 0-16,11 10 0 15,11 5 0 1,-2-1 0-16,1-13 0 16,-8-7 0-1,-5-8 0-15,-4-9 0 16,-14-18 0-1,-11-12 0-15,-36-38 0 16,-14-27 0 0</inkml:trace>
  <inkml:trace contextRef="#ctx0" brushRef="#br0" timeOffset="31578.84">30023 9981 2048 0,'0'0'0'15,"-2"-35"0"-15,13-15 0 16,17-3 0 0,11-1 0-16,10 6 0 15,-6 7 0-15,-2 15 0 16,-12 14 0 0,-4 26 0-1,-16 23 0-15,-18 20 0 16</inkml:trace>
  <inkml:trace contextRef="#ctx0" brushRef="#br0" timeOffset="31969.46">30176 10269 2048 0,'0'0'0'0,"10"-16"0"16,13-20 0-16,12-12 0 15,8-3 0 1,1 9 0-1,-2 3 0-15,-7 17 0 16,-9 25 0 0,-12 18 0-16,-14 21 0 15,-12 23 0 1,-1 20 0-16,4 8 0 16,5-9 0-1,7-31 0-15,-2-27 0 16,4-13 0-1,12-4 0-15,-17-9 0 16,0 0 0-16,22-5 0 0,-22 5 0 0,0 0 0 16,36-21 0-16,-36 21 0 0,39-40 0 15,-39 40 0-15,43-59 0 0,-43 59 0 16,44-69 0-16,-44 69 0 0,0 0 0 16,45-76 0-16,-45 76 0 0,39-72 0 15,-39 72 0-15,33-69 0 0,-33 69 0 16,23-66 0-16,-23 66 0 0,9-61 0 15,-9 61 0-15,4-35 0 0</inkml:trace>
  <inkml:trace contextRef="#ctx0" brushRef="#br0" timeOffset="32313.21">30590 9445 2048 0,'0'0'0'0,"0"0"0"0,23 21 0 0,6 19 0 15,8 22 0 1,2 34 0-16,-1 7 0 16,-5-13 0-1,-1-3 0-15,-1-28 0 16,-7-26 0-16,1-7 0 15,0-11 0-15,-2-10 0 16,3-13 0 0,2-13 0-16,3-11 0 15,-3-4 0 1,1-13 0 0,-6-3 0-16,-23 52 0 0,0 0 0 15,15-49 0-15,-15 49 0 0,0-50 0 16</inkml:trace>
  <inkml:trace contextRef="#ctx0" brushRef="#br0" timeOffset="32641.34">31010 9069 2048 0,'0'0'0'16,"0"0"0"0,17 30 0-16,6 13 0 15,6 15 0-15,7 9 0 16,-1 6 0 0,3-8 0-1,-11-14 0-15,3-11 0 16,-4-14 0-1,-4-13 0-15,-5-19 0 16,-11-23 0-16,-13-22 0 16,-6-17 0-1</inkml:trace>
  <inkml:trace contextRef="#ctx0" brushRef="#br0" timeOffset="32828.83">31036 9081 2048 0,'1'-17'0'0,"12"-29"0"16,18-6 0-16,7-3 0 15,7 5 0 1,2 7 0-16,0 5 0 16,-11 9 0-1,-15 7 0-15,-16 16 0 16</inkml:trace>
  <inkml:trace contextRef="#ctx0" brushRef="#br0" timeOffset="33000.71">31153 9263 2048 0,'26'-41'0'16,"14"-15"0"-16,1 1 0 15,0 13 0-15,-5 9 0 16,-3 13 0-16,-15 10 0 16,-11 5 0-1</inkml:trace>
  <inkml:trace contextRef="#ctx0" brushRef="#br0" timeOffset="33203.83">31304 9562 2048 0,'8'-14'0'0,"13"-13"0"15,21-6 0-15,8-7 0 16,5-8 0 0,7-12 0-16,-11-9 0 15,-6-2 0 1,-4-4 0-16</inkml:trace>
  <inkml:trace contextRef="#ctx0" brushRef="#br0" timeOffset="33485.08">31732 8441 2048 0,'0'0'0'0,"15"12"0"16,12 17 0 0,8 12 0-16,7 18 0 15,5 12 0-15,-1 0 0 16,-3-9 0 0,-6-13 0-16,0-10 0 15,-4-10 0 1,-5-5 0-16,-9-18 0 15,-15-24 0 1,-11-19 0-16,3 24 0 16</inkml:trace>
  <inkml:trace contextRef="#ctx0" brushRef="#br0" timeOffset="33688.21">31611 8538 2048 0,'15'-14'0'0,"16"-14"0"15,10-11 0-15,4-11 0 16,4-7 0 0,-5-1 0-16,-12-4 0 15</inkml:trace>
  <inkml:trace contextRef="#ctx0" brushRef="#br0" timeOffset="33953.83">32074 8142 2048 0,'0'0'0'0,"0"0"0"15,9 15 0 1,7 10 0-16,13 7 0 15,10 16 0-15,6 5 0 16,-3 7 0 0,-1 2 0-16,-3-12 0 15,-8-11 0-15,-5-11 0 16,-3-10 0 0,-7-15 0-16,-9-18 0 15,-16-21 0 1,-14-18 0-16</inkml:trace>
  <inkml:trace contextRef="#ctx0" brushRef="#br0" timeOffset="34172.58">32024 8010 2048 0,'5'-17'0'0,"13"-14"0"15,11-12 0-15,4 1 0 16,5-2 0 0,1 4 0-16,-3 5 0 15,1 5 0-15,-14 14 0 16,-19 10 0 0,-11 10 0-16</inkml:trace>
  <inkml:trace contextRef="#ctx0" brushRef="#br0" timeOffset="34391.33">32200 8249 2048 0,'0'0'0'16,"0"0"0"-16,15-27 0 15,13-21 0 1,9-5 0-16,10-4 0 15,-1 8 0-15,-6 16 0 16,-4 14 0 0,-17 12 0-16,-10 3 0 15,-6 3 0-15</inkml:trace>
  <inkml:trace contextRef="#ctx0" brushRef="#br0" timeOffset="34563.21">32495 8458 2048 0,'9'-21'0'15,"16"-17"0"1,22-16 0-16,15-19 0 16,-4-8 0-16</inkml:trace>
  <inkml:trace contextRef="#ctx0" brushRef="#br0" timeOffset="55094.46">20033 4902 2048 0,'-46'-34'0'0,"-22"-6"0"0,-11 4 0 0,-10 7 0 16,-5-2 0-16,-7 6 0 15,1 0 0 1,-11 5 0 0,0 0 0-16,-1-1 0 15,-8 3 0 1,5 2 0-16,15 9 0 16,-2 1 0-16,-7-2 0 15,-7 2 0 1,-8 4 0-16,-1 4 0 15,2 1 0-15,123-3 0 0,0 0 0 16,-123 8 0-16,123-8 0 0,-116 4 0 16,116-4 0-16,-119 5 0 0,119-5 0 15,0 0 0-15,-125 6 0 0,-5 4 0 16,130-10 0-16,-136 15 0 0,136-15 0 16,-134 16 0-16,134-16 0 0,-127 15 0 15,127-15 0-15,-120 14 0 0,120-14 0 0,-117 18 0 16,117-18 0-16,-116 19 0 0,116-19 0 15,-111 21 0-15,111-21 0 0,-104 15 0 16,104-15 0-16,-106 19 0 0,6 7 0 16,100-26 0-16,-98 26 0 0,98-26 0 15,-90 20 0-15,90-20 0 0,-83 29 0 16,83-29 0-16,-84 29 0 0,84-29 0 16,-50 15 0-16,50-15 0 0,-82 31 0 15,82-31 0-15,-56 19 0 0,56-19 0 0,-74 36 0 16,74-36 0-16,0 0 0 0,-47 25 0 15,47-25 0-15,-79 41 0 0,79-41 0 16,0 0 0-16,-74 49 0 0,74-49 0 16,-41 29 0-16,41-29 0 0,0 0 0 15,-62 47 0-15,62-47 0 0,0 0 0 16,-41 32 0-16,41-32 0 0,-49 52 0 16,49-52 0-16,0 0 0 0,-33 33 0 15,33-33 0-15,0 0 0 0,-27 57 0 16,27-57 0-16,-17 37 0 0,17-37 0 15,0 0 0-15,-9 53 0 0,9-53 0 0,0 0 0 16,-4 33 0-16,4-33 0 0,13 47 0 16,-13-47 0-16,0 0 0 0,13 28 0 15,-13-28 0-15,0 0 0 0,37 36 0 16,-37-36 0-16,0 0 0 0,27 21 0 16,-27-21 0-16,68 36 0 0,-68-36 0 15,0 0 0-15,77 26 0 0,-77-26 0 0,0 0 0 16,82 21 0-16,-82-21 0 0,89 17 0 15,-89-17 0-15,0 0 0 0,94 11 0 16,-94-11 0-16,0 0 0 0,102 8 0 16,-102-8 0-16,0 0 0 0,118 8 0 15,-118-8 0-15,125 1 0 0,-125-1 0 16,0 0 0-16,133-2 0 0,-133 2 0 16,0 0 0-16,137 1 0 0,-137-1 0 15,144 0 0-15,7-5 0 0,-151 5 0 16,141-6 0-16,-141 6 0 0,136-9 0 15,-136 9 0-15,127-8 0 0,-127 8 0 0,124-9 0 16,-124 9 0-16,132-7 0 0,-132 7 0 16,143-11 0-16,-143 11 0 0,137-13 0 15,-137 13 0-15,149-12 0 0,-149 12 0 16,143-14 0-16,-143 14 0 0,143-14 0 16,-1-3 0-16,-142 17 0 0,144-18 0 15,-144 18 0-15,141-22 0 0,-141 22 0 16,138-29 0-16,-138 29 0 0,136-32 0 15,-136 32 0-15,139-32 0 0,-139 32 0 0,130-33 0 16,-130 33 0-16,128-40 0 0,-128 40 0 16,124-46 0-16,-11-2 0 0,-113 48 0 15,0 0 0-15,108-51 0 0,-9-2 0 16,-99 53 0-16,92-56 0 0,-92 56 0 16,83-60 0-16,-83 60 0 0,47-38 0 15,-47 38 0-15,55-57 0 0,-22 20 0 16,-33 37 0-16,0 0 0 0,12-66 0 15</inkml:trace>
  <inkml:trace contextRef="#ctx0" brushRef="#br0" timeOffset="58766.34">15463 6210 2048 0,'-33'7'0'0,"-26"11"0"0,-29 21 0 0,-37 19 0 16,-52 35 0-1,-44 7 0 1</inkml:trace>
  <inkml:trace contextRef="#ctx0" brushRef="#br0" timeOffset="60672.59">18153 6420 2048 0,'-49'-2'0'0,"12"1"0"0,-32-1 0 0,25 0 0 16,-30-3 0-1,-7 0 0 1,0 0 0 0,-5-1 0-16,-10 6 0 15,1 5 0 1,-4-2 0-1,3 1 0 1,-1-1 0 0,2 1 0-1,-3-2 0-15,98-2 0 16,0 0 0-16,-96 0 0 0,96 0 0 16,0 0 0-16,-94-4 0 0,94 4 0 15,0 0 0-15,-96-4 0 0,96 4 0 16,0 0 0-16,-98-1 0 0,98 1 0 0,0 0 0 15,-98-4 0-15,98 4 0 0,0 0 0 16,-88-4 0-16,88 4 0 0,-87 0 0 16,87 0 0-16,0 0 0 0,-89 3 0 15,89-3 0-15,0 0 0 0,-52 3 0 16,52-3 0-16,0 0 0 0,-74 5 0 16,74-5 0-16,0 0 0 0,-79 9 0 15,79-9 0-15,0 0 0 0,-48 5 0 16,48-5 0-16,0 0 0 0,-53 5 0 15,53-5 0-15,-31 3 0 0,31-3 0 0,0 0 0 16,0 0 0-16,-48 16 0 0,48-16 0 16,0 0 0-16,-31 11 0 0,31-11 0 15,-44 26 0-15,44-26 0 0,0 0 0 16,-27 18 0-16,27-18 0 0,0 0 0 16,0 0 0-16,-14 10 0 0</inkml:trace>
  <inkml:trace contextRef="#ctx0" brushRef="#br0" timeOffset="62328.84">20508 6455 2048 0,'0'0'0'0,"-16"-16"0"0,3 3 0 0,-16 9 0 16,9 3 0 0,-28 2 0-1,15-1 0 1,-18-1 0 0,19 0 0-16,-32 8 0 15,22 0 0 1,-39 0 0-1,-3-2 0 1,35-2 0 0,-31 4 0-1,-9 3 0-15,89-10 0 16,0 0 0-16,0 0 0 0,-93 7 0 16,93-7 0-16,0 0 0 0,-94 5 0 15,94-5 0-15,-89 1 0 0,89-1 0 0,0 0 0 16,-80-2 0-16,80 2 0 0,0 0 0 15,-79 1 0-15,79-1 0 0,0 0 0 16,-44 4 0-16,44-4 0 0,-70-3 0 16,70 3 0-16,0 0 0 0,-44-1 0 15,44 1 0-15,0 0 0 0,-68-3 0 16,68 3 0-16,0 0 0 0,-45-1 0 16,45 1 0-16,0 0 0 0,-70 14 0 15,70-14 0-15,-46 12 0 0,46-12 0 0,0 0 0 16,0 0 0-16,-85 15 0 0</inkml:trace>
  <inkml:trace contextRef="#ctx0" brushRef="#br0" timeOffset="64438.21">17735 6836 2048 0,'-29'28'0'0,"5"-8"0"0,2 14 0 16,9-13 0-16,7-10 0 16,59-72 0-1,50-35 0 1,37-9 0 0,9 8 0-1,-63 44 0 1</inkml:trace>
  <inkml:trace contextRef="#ctx0" brushRef="#br0" timeOffset="64860.08">18174 7253 2048 0,'39'-69'0'0,"62"-25"0"0,23 5 0 16</inkml:trace>
  <inkml:trace contextRef="#ctx0" brushRef="#br0" timeOffset="95328.99">15633 8568 2048 0,'0'0'0'0,"-37"-21"0"0,12 5 0 16,-23 6 0-1,18 4 0 1,-30 3 0-1,21 2 0 1,-27-5 0 0,23 4 0-1,-35-1 0 1,26 2 0 0,-30-4 0-1,29 3 0-15,-27-5 0 16,80 7 0-16,0 0 0 15,0 0 0-15,0 0 0 0,-82-9 0 16,82 9 0-16,0 0 0 0,-47-7 0 16,47 7 0-16,0 0 0 0,-87-6 0 15,87 6 0-15,0 0 0 0,-58-5 0 16,58 5 0-16,0 0 0 0,0 0 0 16,-89-2 0-16,89 2 0 0,0 0 0 15,-57-1 0-15,57 1 0 0,0 0 0 0,-91-1 0 16,91 1 0-16,0 0 0 0,-60 1 0 15,60-1 0-15,0 0 0 0,0 0 0 16,-86 9 0-16,86-9 0 0,0 0 0 16,-86 12 0-16,86-12 0 0,0 0 0 15,-78 13 0-15,78-13 0 0,0 0 0 16,-44 7 0-16,44-7 0 0,0 0 0 16,-71 20 0-16,71-20 0 0,0 0 0 0,-46 15 0 15,46-15 0-15,0 0 0 0,-64 24 0 16,64-24 0-16,0 0 0 0,0 0 0 15,-40 17 0-15,40-17 0 0,0 0 0 16,-59 30 0-16,59-30 0 0,0 0 0 16,-37 19 0-16,37-19 0 0,0 0 0 15,-41 32 0-15,41-32 0 0,0 0 0 16,-24 19 0-16,24-19 0 0,0 0 0 16,-30 43 0-16,30-43 0 0,0 0 0 0,0 0 0 15,-19 28 0-15,19-28 0 0,-28 47 0 16,28-47 0-16,0 0 0 0,0 0 0 15,-16 32 0-15,16-32 0 0,0 0 0 16,-6 49 0-16,6-49 0 0,0 0 0 16,-1 32 0-16,1-32 0 0,0 0 0 15,8 53 0-15,-8-53 0 0,0 0 0 16,6 35 0-16,-6-35 0 0,0 0 0 16,11 59 0-16,-11-59 0 0,0 0 0 0,0 0 0 15,8 39 0-15,-8-39 0 0,0 0 0 16,26 54 0-16,-26-54 0 0,0 0 0 15,18 34 0-15,-18-34 0 0,0 0 0 16,33 52 0-16,-33-52 0 0,0 0 0 16,20 34 0-16,-20-34 0 0,0 0 0 15,0 0 0-15,39 55 0 0,-39-55 0 16,0 0 0-16,49 51 0 0,-49-51 0 16,0 0 0-16,33 30 0 0,-33-30 0 15,0 0 0-15,58 36 0 0,-58-36 0 0,0 0 0 16,38 21 0-16,-38-21 0 0,0 0 0 15,71 30 0-15,-71-30 0 0,0 0 0 16,49 17 0-16,-49-17 0 0,0 0 0 16,73 23 0-16,-73-23 0 0,0 0 0 15,90 15 0-15,-90-15 0 0,54 7 0 16,-54-7 0-16,0 0 0 0,94 4 0 16,-94-4 0-16,0 0 0 0,94 1 0 0,-94-1 0 15,0 0 0-15,93-3 0 0,-93 3 0 16,0 0 0-16,92-4 0 0,-92 4 0 15,0 0 0-15,95-10 0 0,-95 10 0 16,0 0 0-16,95-14 0 0,-95 14 0 16,0 0 0-16,95-10 0 0,-95 10 0 15,0 0 0-15,96-10 0 0,-96 10 0 16,0 0 0-16,92-13 0 0,-92 13 0 16,0 0 0-16,93-14 0 0,-93 14 0 15,0 0 0-15,90-15 0 0,-90 15 0 0,88-18 0 16,-88 18 0-16,0 0 0 0,81-25 0 15,-81 25 0-15,0 0 0 0,83-34 0 16,-83 34 0-16,0 0 0 0,76-39 0 16,-76 39 0-16,0 0 0 0,71-40 0 15,-71 40 0-15,0 0 0 0,41-23 0 16,-41 23 0-16,0 0 0 0,59-52 0 16,-59 52 0-16,37-34 0 0,-37 34 0 15,0 0 0-15,40-66 0 0,-40 66 0 0,0 0 0 16,34-73 0-16,-34 73 0 0,23-79 0 15,-23 79 0-15,0 0 0 0,10-47 0 16,-10 47 0-16,0 0 0 0,-5-83 0 16,5 83 0-16,0 0 0 0,-21-85 0 15,21 85 0-15,0 0 0 0,-36-77 0 16,36 77 0-16,0 0 0 0,-55-70 0 16,55 70 0-16,0 0 0 0,-81-61 0 15,81 61 0-15,0 0 0 0,0 0 0 0,-104-62 0 16</inkml:trace>
  <inkml:trace contextRef="#ctx0" brushRef="#br0" timeOffset="97641.75">16794 9133 2048 0,'0'0'0'0,"-35"-14"0"0,8 3 0 0,-30-3 0 15,21 8 0 1,-30-1 0 0,22 4 0-1,-38 4 0 1,-9 3 0-1,4 5 0 1,5 3 0 0,-4-16 0-1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377.1958" units="1/cm"/>
          <inkml:channelProperty channel="Y" name="resolution" value="657.57574" units="1/cm"/>
          <inkml:channelProperty channel="F" name="resolution" value="22.75" units="1/deg"/>
          <inkml:channelProperty channel="T" name="resolution" value="1" units="1/dev"/>
        </inkml:channelProperties>
      </inkml:inkSource>
      <inkml:timestamp xml:id="ts0" timeString="2025-08-17T02:44:34.7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8790 11028 2048 0,'-36'-11'0'0,"-21"-6"0"0,21 6 0 0,-38-6 0 16,23 8 0-16,-37 7 0 16,-2 8 0-1,9-2 0-15,4 1 0 16,33-3 0 0,-30 2 0-16,25 0 0 15,-31 3 0 1,0 10 0-1,32-5 0-15,-29 11 0 16,25-10 0 0,-15 23 0-16,24-11 0 15,43-25 0-15,0 0 0 0,0 0 0 16,-61 39 0-16,61-39 0 0,-37 24 0 16,37-24 0-16,-48 40 0 0,48-40 0 15,-31 26 0-15,31-26 0 0,-30 38 0 0,30-38 0 16,-19 26 0-16,19-26 0 0,0 0 0 15,-9 32 0-15,9-32 0 0,-7 24 0 16,7-24 0-16,18 22 0 0,-18-22 0 16,12 13 0-16,-12-13 0 0,39 14 0 15,-39-14 0-15,23 9 0 0,-23-9 0 16,52 7 0-16,-52-7 0 0,0 0 0 16,34 4 0-16,-34-4 0 0,82 1 0 15,-82-1 0-15,91-10 0 0,-91 10 0 0,97-19 0 16,-97 19 0-16,92-20 0 0,-92 20 0 15,89-20 0-15,-89 20 0 0,0 0 0 16,90-18 0-16,-90 18 0 0,96-12 0 16,-96 12 0-16,91-15 0 0,-91 15 0 15,93-21 0-15,-93 21 0 0,100-28 0 16,-100 28 0-16,97-32 0 0,-97 32 0 16,94-38 0-16,-40 15 0 0,-54 23 0 15,66-43 0-15,-66 43 0 0,40-28 0 0,-2-10 0 16,-38 38 0-16,20-24 0 0,-20 24 0 15,13-37 0-15,-13 37 0 0,7-22 0 16,-7 22 0-16,-20-35 0 0,20 35 0 16,-15-23 0-16,15 23 0 0,0 0 0 15,-74-24 0-15,74 24 0 0,-111 0 0 16,111 0 0-16,-140 29 0 0</inkml:trace>
  <inkml:trace contextRef="#ctx0" brushRef="#br0" timeOffset="2234.37">7063 7782 2048 0,'-51'63'0'0,"-10"44"0"0,-3 33 0 0,-6 31 0 16,-6 41 0 0,1 29 0-16,8 10 0 15,1 5 0-15,6-2 0 16,12 1 0 0,6 3 0-16,18-1 0 15,-9-3 0-15,10-4 0 16,13-7 0-16,-2 3 0 15,2-4 0-15,-4-7 0 16,12-8 0 0,1-12 0-16,-4-17 0 15,0-15 0-15,5-183 0 0,0 0 0 16,-6 167 0-16,6-167 0 0,5 148 0 16,-5-148 0-16,7 131 0 0,0-20 0 15,-7-111 0-15,4 61 0 0,-4-61 0 0,16 72 0 16,-6-27 0-16,-10-45 0 0,30 49 0 15,-30-49 0-15,24 31 0 0,-24-31 0 16,60 25 0-16,-60-25 0 0,40 16 0 16,-40-16 0-16,90-3 0 0,-90 3 0 15,124-20 0-15,-124 20 0 0,153-37 0 16,-153 37 0-16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377.1958" units="1/cm"/>
          <inkml:channelProperty channel="Y" name="resolution" value="657.57574" units="1/cm"/>
          <inkml:channelProperty channel="F" name="resolution" value="22.75" units="1/deg"/>
          <inkml:channelProperty channel="T" name="resolution" value="1" units="1/dev"/>
        </inkml:channelProperties>
      </inkml:inkSource>
      <inkml:timestamp xml:id="ts0" timeString="2025-08-17T02:44:59.3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24550 11978 2048 0,'0'0'0'0,"-11"-6"0"0,9 5 0 0,-57-16 0 16,14 6 0-1,23 4 0-15,12 5 0 16,7 1 0 0,2 0 0-16,-26 15 0 15,7-5 0 1,10-4 0-16,6-3 0 15,-22 7 0 1,8-6 0-16,-26 2 0 16,14 0 0-1,-19-3 0-15,17-1 0 16,32-1 0-16,0 0 0 0,0 0 0 16,-61-1 0-16,61 1 0 0,-41 0 0 15,41 0 0-15,-73-3 0 0,73 3 0 16,-87-4 0-16,87 4 0 0,-116-1 0 15,116 1 0-15,-163 6 0 0,163-6 0 16,-188 48 0-16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377.1958" units="1/cm"/>
          <inkml:channelProperty channel="Y" name="resolution" value="657.57574" units="1/cm"/>
          <inkml:channelProperty channel="F" name="resolution" value="22.75" units="1/deg"/>
          <inkml:channelProperty channel="T" name="resolution" value="1" units="1/dev"/>
        </inkml:channelProperties>
      </inkml:inkSource>
      <inkml:timestamp xml:id="ts0" timeString="2025-08-17T02:45:16.99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377.1958" units="1/cm"/>
          <inkml:channelProperty channel="Y" name="resolution" value="657.57574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1" timeString="2025-08-17T02:45:17.685"/>
    </inkml:context>
  </inkml:definitions>
  <inkml:trace contextRef="#ctx0" brushRef="#br0">27819 10606 2048 0,'-166'-2'0'0</inkml:trace>
  <inkml:trace contextRef="#ctx1" brushRef="#br0">27296 11529 2048 0,'0'0'0'0,"0"0"0"15,-21 25 0-15,21-25 0 16,-75 25 0 0,-57-2 0-16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377.1958" units="1/cm"/>
          <inkml:channelProperty channel="Y" name="resolution" value="657.57574" units="1/cm"/>
          <inkml:channelProperty channel="F" name="resolution" value="22.75" units="1/deg"/>
          <inkml:channelProperty channel="T" name="resolution" value="1" units="1/dev"/>
        </inkml:channelProperties>
      </inkml:inkSource>
      <inkml:timestamp xml:id="ts0" timeString="2025-08-17T02:46:06.74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377.1958" units="1/cm"/>
          <inkml:channelProperty channel="Y" name="resolution" value="657.57574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1" timeString="2025-08-17T02:46:07.466"/>
    </inkml:context>
  </inkml:definitions>
  <inkml:trace contextRef="#ctx0" brushRef="#br0">27239 11441 2048 0,'-64'-87'0'0,"-38"-23"0"0</inkml:trace>
  <inkml:trace contextRef="#ctx1" brushRef="#br0">26012 11089 2048 0,'0'0'0'0,"-62"-18"0"15,91 66 0-15,-132-63 0 16,89 64 0 0,-75-36 0-1,-37-18 0-15,-41 12 0 16,-37 4 0-1,-90-29 0-15</inkml:trace>
  <inkml:trace contextRef="#ctx1" brushRef="#br0" timeOffset="562.79">24777 10732 2048 0,'0'0'0'0,"0"0"0"16,-131-46 0-16,-4 18 0 16,14 32 0-1,121-4 0-15,-95 11 0 16,14-1 0-1,-2 10 0 1,-15-8 0 0,-17 10 0-16,-38-2 0 15,-62 13 0 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377.1958" units="1/cm"/>
          <inkml:channelProperty channel="Y" name="resolution" value="657.57574" units="1/cm"/>
          <inkml:channelProperty channel="F" name="resolution" value="22.75" units="1/deg"/>
          <inkml:channelProperty channel="T" name="resolution" value="1" units="1/dev"/>
        </inkml:channelProperties>
      </inkml:inkSource>
      <inkml:timestamp xml:id="ts0" timeString="2025-08-17T02:46:40.4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24597 5035 2048 0,'0'0'0'0,"-38"-19"0"0,10 6 0 0,-27-9 0 15,-10 0 0 1,-6 3 0-16,-4-3 0 16,-4-3 0-1,-7 0 0 1,-3 1 0-16,-7 0 0 16,-8-1 0-1,-1-2 0 1,-3 1 0-16,8 4 0 15,6 0 0 1,7 1 0-16,-4-1 0 16,91 22 0-16,0 0 0 0,-93-22 0 0,93 22 0 15,-88-22 0-15,88 22 0 0,0 0 0 16,-91-23 0-16,91 23 0 0,-93-21 0 16,93 21 0-16,-98-21 0 0,98 21 0 15,-100-21 0-15,100 21 0 0,-103-20 0 16,103 20 0-16,-113-19 0 0,113 19 0 15,-112-20 0-15,112 20 0 0,-103-17 0 0,103 17 0 16,-97-13 0-16,97 13 0 0,-98-12 0 16,98 12 0-16,0 0 0 0,-110-12 0 15,110 12 0-15,-117-7 0 0,-4 2 0 16,121 5 0-16,-118-6 0 0,118 6 0 16,-110-3 0-16,110 3 0 0,-104-5 0 15,104 5 0-15,-98 0 0 0,98 0 0 16,-102 5 0-16,2 2 0 0,100-7 0 15,-95 8 0-15,95-8 0 0,-89 8 0 16,89-8 0-16,-88 13 0 0,88-13 0 0,-91 12 0 16,91-12 0-16,-88 16 0 0,88-16 0 15,-85 18 0-15,85-18 0 0,-80 23 0 16,80-23 0-16,-83 24 0 0,83-24 0 16,-46 16 0-16,46-16 0 0,-81 31 0 15,81-31 0-15,-83 35 0 0,83-35 0 16,0 0 0-16,-75 37 0 0,75-37 0 15,-65 47 0-15,65-47 0 0,0 0 0 0,-60 49 0 16,60-49 0-16,0 0 0 0,-55 53 0 16,55-53 0-16,-30 33 0 0,30-33 0 15,0 0 0-15,-48 62 0 0,48-62 0 16,-38 72 0-16,38-72 0 0,0 0 0 16,-20 42 0-16,20-42 0 0,-25 71 0 15,25-71 0-15,0 0 0 0,-17 48 0 16,17-48 0-16,0 0 0 0,-7 76 0 15,7-76 0-15,-2 85 0 0,2-85 0 16,0 0 0-16,4 80 0 0,-4-80 0 0,11 75 0 16,-11-75 0-16,0 0 0 0,20 73 0 15,-20-73 0-15,19 76 0 0,-19-76 0 16,0 0 0-16,21 78 0 0,-21-78 0 16,28 80 0-16,-28-80 0 0,0 0 0 15,32 80 0-15,-32-80 0 0,48 73 0 16,-48-73 0-16,0 0 0 0,59 81 0 15,-59-81 0-15,73 70 0 0,-73-70 0 0,0 0 0 16,84 66 0-16,-84-66 0 0,94 61 0 16,-94-61 0-16,0 0 0 0,104 58 0 15,-104-58 0-15,0 0 0 0,107 63 0 16,-107-63 0-16,115 52 0 0,-115-52 0 16,130 49 0-16,-130-49 0 0,114 37 0 15,-114-37 0-15,110 31 0 0,-110-31 0 16,113 24 0-16,-113-24 0 0,122 27 0 15,-122-27 0-15,130 28 0 0,-130-28 0 0,130 12 0 16,-130-12 0-16,131 12 0 0,-131-12 0 16,134 11 0-16,-134-11 0 0,134 3 0 15,2 0 0-15,-136-3 0 0,142-2 0 16,-142 2 0-16,132-6 0 0,-132 6 0 16,140-9 0-16,-140 9 0 0,139-13 0 15,-139 13 0-15,148-19 0 0,-148 19 0 16,144-24 0-16,-144 24 0 0,141-26 0 15,-141 26 0-15,142-35 0 0,-142 35 0 0,144-37 0 16,-144 37 0-16,131-39 0 0,-131 39 0 16,134-42 0-16,-3 0 0 0,-131 42 0 15,117-45 0-15,-117 45 0 0,106-47 0 16,-106 47 0-16,99-49 0 0,-99 49 0 16,93-49 0-16,-93 49 0 0,85-58 0 15,-9 1 0-15,-76 57 0 0,72-64 0 16,-72 64 0-16,41-36 0 0,-41 36 0 15,60-64 0-15,-60 64 0 0,54-78 0 16,-54 78 0-16,29-44 0 0,-29 44 0 0,32-82 0 16,-32 82 0-16,19-54 0 0,-19 54 0 15,5-84 0-15,-5 84 0 0,0 0 0 16,-13-97 0-16,13 97 0 0,-41-96 0 16,41 96 0-16,-68-87 0 0,68 87 0 15,0 0 0-15,-102-78 0 0,102 78 0 16,-134-76 0-16,134 76 0 0,-159-74 0 15</inkml:trace>
  <inkml:trace contextRef="#ctx0" brushRef="#br0" timeOffset="11891.94">18919 4134 2048 0,'0'0'0'0,"-32"-29"0"0,10 6 0 0,-25-2 0 16,17 9 0-16,-32-9 0 15,21 9 0 1,-30-7 0-1,25 8 0-15,-32-6 0 16,-3-2 0 0,-7 2 0-1,1-2 0 1,-2 5 0 0,-5 0 0-16,0-5 0 15,-3 1 0 1,97 22 0-16,0 0 0 15,-101-21 0-15,101 21 0 0,0 0 0 16,-102-16 0-16,102 16 0 0,-108-18 0 16,108 18 0-16,0 0 0 0,-116-20 0 15,116 20 0-15,-114-22 0 0,114 22 0 0,0 0 0 16,-111-18 0-16,111 18 0 0,-108-19 0 16,108 19 0-16,-109-18 0 0,109 18 0 15,-102-15 0-15,102 15 0 0,-98-18 0 16,98 18 0-16,-103-13 0 0,103 13 0 15,-103-17 0-15,103 17 0 0,-100-16 0 16,100 16 0-16,-97-13 0 0,97 13 0 16,-96-6 0-16,96 6 0 0,0 0 0 15,-91-6 0-15,91 6 0 0,-96-8 0 0,96 8 0 16,-104-6 0-16,104 6 0 0,-103-7 0 16,103 7 0-16,-98-2 0 0,98 2 0 15,-96-1 0-15,7 2 0 0,89-1 0 16,-88 2 0-16,88-2 0 0,-79 2 0 15,79-2 0-15,-80 7 0 0,80-7 0 16,-79 10 0-16,79-10 0 0,0 0 0 16,-76 10 0-16,76-10 0 0,-78 13 0 15,78-13 0-15,0 0 0 0,-95 15 0 0,95-15 0 16,-97 18 0-16,97-18 0 0,-103 22 0 16,103-22 0-16,0 0 0 0,-99 26 0 15,99-26 0-15,0 0 0 0,-88 29 0 16,88-29 0-16,-83 23 0 0,83-23 0 15,0 0 0-15,-84 30 0 0,84-30 0 16,-80 34 0-16,80-34 0 0,0 0 0 16,-85 37 0-16,85-37 0 0,-75 42 0 15,75-42 0-15,0 0 0 0,-71 46 0 0,71-46 0 16,-40 25 0-16,40-25 0 0,0 0 0 16,-67 54 0-16,67-54 0 0,-44 34 0 15,44-34 0-15,0 0 0 0,-56 54 0 16,56-54 0-16,-37 34 0 0,37-34 0 15,0 0 0-15,-35 57 0 0,35-57 0 16,-20 36 0-16,20-36 0 0,0 0 0 16,-21 56 0-16,21-56 0 0,-11 37 0 15,11-37 0-15,0 0 0 0,-3 53 0 0,3-53 0 16,0 33 0-16,0-33 0 0,0 0 0 16,25 54 0-16,-25-54 0 0,0 0 0 15,18 35 0-15,-18-35 0 0,61 44 0 16,-61-44 0-16,0 0 0 0,43 28 0 15,-43-28 0-15,73 38 0 0,-73-38 0 16,0 0 0-16,47 23 0 0,-47-23 0 16,0 0 0-16,83 42 0 0,-83-42 0 15,89 47 0-15,-89-47 0 0,0 0 0 0,94 41 0 16,-94-41 0-16,99 32 0 0,-99-32 0 16,0 0 0-16,103 30 0 0,-103-30 0 15,0 0 0-15,119 21 0 0,3-6 0 16,-122-15 0-16,119 12 0 0,-119-12 0 15,110 10 0-15,-110-10 0 0,105 6 0 16,-105-6 0-16,105 10 0 0,-105-10 0 16,106 7 0-16,-106-7 0 0,107 1 0 0,-107-1 0 15,116 4 0-15,-116-4 0 0,121 6 0 16,-121-6 0-16,116-2 0 0,-116 2 0 16,118-2 0-16,-118 2 0 0,115-1 0 15,-115 1 0-15,115-6 0 0,-115 6 0 16,118-9 0-16,-118 9 0 0,120-13 0 15,-120 13 0-15,121-9 0 0,-121 9 0 16,120-10 0-16,-120 10 0 0,125-15 0 16,-125 15 0-16,128-15 0 0,-128 15 0 15,127-21 0-15,-127 21 0 0,124-22 0 0,-124 22 0 16,120-21 0-16,-120 21 0 0,120-24 0 16,-120 24 0-16,124-30 0 0,-124 30 0 15,119-32 0-15,-119 32 0 0,109-28 0 16,-109 28 0-16,109-32 0 0,-109 32 0 15,108-33 0-15,-108 33 0 0,100-41 0 16,-5 8 0-16,-95 33 0 0,92-37 0 16,-92 37 0-16,86-39 0 0,-86 39 0 15,86-45 0-15,-86 45 0 0,79-48 0 0,-79 48 0 16,72-52 0-16,-72 52 0 0,64-51 0 16,-64 51 0-16,0 0 0 0,55-55 0 15,-55 55 0-15,31-33 0 0,-31 33 0 16,0 0 0-16,41-71 0 0,-41 71 0 15,27-79 0-15,-27 79 0 16,13-46 0-16,-13 46 0 0,-42-86 0 16</inkml:trace>
  <inkml:trace contextRef="#ctx0" brushRef="#br0" timeOffset="18641.93">20524 5035 2048 0,'0'0'0'0,"5"26"0"0,-2-6 0 0,27 3 0 16,-10-8 0 0,50-46 0-1,36-39 0 1,-1-16 0-16,-5 0 0 16,-45 36 0-1,10-16 0-15,-27 26 0 16,-6-15 0-1,-15 22 0 1,-21-5 0 0</inkml:trace>
  <inkml:trace contextRef="#ctx0" brushRef="#br0" timeOffset="18891.93">20953 4721 2048 0,'0'0'0'16,"-13"8"0"-16,4 5 0 15,11 10 0 1,9 3 0 0,7 4 0-1,5 2 0-15,8-8 0 16,9-16 0 0,14-21 0-1,20-31 0 1,14-17 0-16,-1-1 0 15,-23 19 0 1,-29 23 0 0</inkml:trace>
  <inkml:trace contextRef="#ctx0" brushRef="#br0" timeOffset="33720.06">18563 10283 2048 0,'-55'-8'0'0,"-16"-6"0"0,-6 0 0 0,-3 3 0 15,-5-3 0 1,-3-1 0 0,-12 0 0-1,-3-1 0 1,-7 5 0-1,-5 1 0 1,-1-2 0 0,-1 1 0-16,-5 0 0 15,-1 0 0 1,0-2 0 0,123 13 0-16,0 0 0 15,-122-9 0-15,122 9 0 0,0 0 0 16,-126-6 0-16,126 6 0 0,0 0 0 15,-131-7 0-15,131 7 0 0,0 0 0 16,-136-5 0-16,136 5 0 0,-144-4 0 0,144 4 0 16,-140-4 0-16,140 4 0 0,-119-2 0 15,119 2 0-15,-105 4 0 0,105-4 0 16,0 0 0-16,-98 2 0 0,98-2 0 16,-102 3 0-16,102-3 0 0,-106 9 0 15,106-9 0-15,-108 15 0 0,108-15 0 16,-105 13 0-16,105-13 0 0,-99 11 0 15,99-11 0-15,-100 18 0 0,100-18 0 16,-94 21 0-16,94-21 0 0,-92 26 0 0,92-26 0 16,-85 29 0-16,85-29 0 0,-82 28 0 15,82-28 0-15,0 0 0 0,-79 23 0 16,79-23 0-16,0 0 0 0,-79 28 0 16,79-28 0-16,0 0 0 0,-84 41 0 15,84-41 0-15,0 0 0 0,-92 48 0 16,92-48 0-16,0 0 0 0,-91 57 0 15,91-57 0-15,0 0 0 0,-80 56 0 16,80-56 0-16,-73 58 0 0,73-58 0 0,0 0 0 16,-63 63 0-16,63-63 0 0,0 0 0 15,-53 62 0-15,53-62 0 0,0 0 0 16,-29 36 0-16,29-36 0 0,0 0 0 16,-27 71 0-16,27-71 0 0,0 0 0 15,-15 50 0-15,15-50 0 0,0 0 0 16,-4 79 0-16,4-79 0 0,0 0 0 15,9 82 0-15,-9-82 0 0,0 0 0 16,26 71 0-16,-26-71 0 0,17 40 0 0,-17-40 0 16,0 0 0-16,54 64 0 0,-54-64 0 15,0 0 0-15,66 63 0 0,-66-63 0 16,0 0 0-16,77 60 0 0,-77-60 0 16,0 0 0-16,74 55 0 0,-74-55 0 15,81 44 0-15,-81-44 0 0,0 0 0 16,97 42 0-16,-97-42 0 0,0 0 0 15,101 35 0-15,-101-35 0 0,0 0 0 0,109 30 0 16,-109-30 0-16,0 0 0 0,122 31 0 16,-122-31 0-16,125 30 0 0,-125-30 0 15,0 0 0-15,131 31 0 0,-131-31 0 16,137 29 0-16,-137-29 0 0,148 30 0 16,-148-30 0-16,135 20 0 0,-135-20 0 15,118 20 0-15,-3-5 0 0,-115-15 0 16,112 16 0-16,-112-16 0 0,110 14 0 15,-110-14 0-15,116 10 0 0,-116-10 0 16,115 5 0-16,-115-5 0 0,114 1 0 16,-114-1 0-16,121 2 0 0,-121-2 0 0,120 3 0 15,-120-3 0-15,118-8 0 0,4-2 0 16,-122 10 0-16,113-11 0 0,-113 11 0 16,114-18 0-16,-114 18 0 0,115-19 0 15,-115 19 0-15,120-28 0 0,-120 28 0 16,115-27 0-16,-115 27 0 0,118-35 0 15,-118 35 0-15,113-37 0 0,-113 37 0 16,114-42 0-16,-114 42 0 0,108-43 0 16,-108 43 0-16,105-46 0 0,-3-4 0 0,-102 50 0 15,96-51 0-15,-96 51 0 0,93-51 0 16,-93 51 0-16,88-56 0 0,-88 56 0 16,75-54 0-16,-75 54 0 0,66-59 0 15,-14-4 0-15,-52 63 0 0,46-68 0 16,-46 68 0-16,0 0 0 0,34-70 0 15,-34 70 0-15,0 0 0 0,29-75 0 16,-29 75 0-16,15-96 0 0,-15 96 0 16,0 0 0-16,-5-106 0 0,5 106 0 0,0 0 0 15,-27-110 0-15,27 110 0 0,-56-93 0 16,56 93 0-16,0 0 0 0,-91-73 0 16,91 73 0-16,0 0 0 0,-127-52 0 15</inkml:trace>
  <inkml:trace contextRef="#ctx0" brushRef="#br0" timeOffset="43673.58">21213 5622 2048 0,'0'0'0'0,"0"0"0"0,0 0 0 0,-47 7 0 0,13-2 0 16,-44 27 0 0,-31 15 0-1,-24 12 0 1,-25 16 0-16,9 6 0 15,21-4 0 1,28-11 0-16,48-29 0 16,-6-5 0-1,23-14 0-15</inkml:trace>
  <inkml:trace contextRef="#ctx0" brushRef="#br0" timeOffset="124893.14">33218 13912 2048 0,'0'0'0'0,"-22"-9"0"0,4 0 0 0,10 5 0 0,-22-10 0 0,8 4 0 15,-11-8 0-15,12 7 0 16,-18-5 0 0,12 8 0-16,-9-11 0 15,13 7 0 1,-21-6 0-16,15 6 0 15,-14-9 0-15,13 7 0 16,-14-8 0 0,15 9 0-16,-23-12 0 15,19 8 0 1,-25-11 0-16,58 28 0 0,0 0 0 16,-37-16 0-16,37 16 0 0,-56-25 0 15,56 25 0-15,0 0 0 0,-34-16 0 16,34 16 0-16,-69-22 0 0,69 22 0 0,-45-14 0 15,45 14 0-15,-70-23 0 0,70 23 0 16,-46-16 0-16,46 16 0 0,-77-28 0 16,77 28 0-16,-80-30 0 0,80 30 0 15,-75-26 0-15,75 26 0 0,-44-16 0 16,44 16 0-16,0 0 0 0,-79-26 0 16,79 26 0-16,-88-28 0 0,88 28 0 15,-87-26 0-15,87 26 0 0,-85-22 0 16,85 22 0-16,-89-22 0 0,89 22 0 0,-89-22 0 15,89 22 0-15,-89-21 0 0,89 21 0 16,-92-23 0-16,92 23 0 0,0 0 0 16,-97-22 0-16,97 22 0 0,-99-25 0 15,99 25 0-15,-99-25 0 0,99 25 0 16,-102-22 0-16,102 22 0 0,-110-21 0 16,110 21 0-16,-107-17 0 0,107 17 0 15,-103-13 0-15,-1 0 0 0,104 13 0 16,-92-11 0-16,92 11 0 0,0 0 0 0,-119-14 0 15,119 14 0-15,-105-11 0 0,14 5 0 16,91 6 0-16,-89-4 0 16,6 0 0-16,83 4 0 0,-86-3 0 0,86 3 0 15,-81-4 0-15,4 1 0 0,77 3 0 16,-78 2 0-16,-3 3 0 0,81-5 0 16,-84 7 0-16,84-7 0 0,-79 8 0 15,79-8 0-15,-81 9 0 0,2 2 0 16,79-11 0-16,-81 13 0 0,3 0 0 15,78-13 0-15,-75 18 0 0,75-18 0 16,-79 19 0-16,79-19 0 0,-77 24 0 0,-6 3 0 16,83-27 0-16,-77 26 0 0,77-26 0 15,-80 27 0-15,5 0 0 0,75-27 0 16,-73 29 0-16,2 1 0 0,71-30 0 16,-41 19 0-16,41-19 0 0,-71 30 0 15,-4 4 0-15,75-34 0 0,-45 18 0 16,45-18 0-16,0 0 0 0,-67 35 0 15,67-35 0-15,-71 41 0 0,71-41 0 16,-69 44 0-16,69-44 0 0,-40 26 0 16,40-26 0-16,-66 49 0 0,66-49 0 0,-66 52 0 15,66-52 0-15,-36 31 0 0,36-31 0 16,-58 53 0-16,58-53 0 0,-36 35 0 16,36-35 0-16,-49 56 0 0,49-56 0 15,-32 36 0-15,32-36 0 0,-43 57 0 16,43-57 0-16,-27 36 0 0,27-36 0 15,-33 57 0-15,33-57 0 0,-20 37 0 16,20-37 0-16,-26 58 0 0,26-58 0 0,-17 35 0 16,17-35 0-16,-13 58 0 0,13-58 0 15,-7 36 0-15,7-36 0 0,-8 58 0 16,8-58 0-16,-5 38 0 0,5-38 0 16,1 61 0-16,-1-61 0 0,2 38 0 15,-2-38 0-15,6 69 0 0,-6-69 0 16,4 43 0-16,-4-43 0 0,18 65 0 15,-18-65 0-15,13 43 0 0,-13-43 0 16,22 64 0-16,-22-64 0 0,15 40 0 16,-15-40 0-16,34 67 0 0,-34-67 0 0,21 43 0 15,-21-43 0-15,34 66 0 0,-34-66 0 16,37 68 0-16,-37-68 0 0,42 65 0 16,-18-27 0-16,-24-38 0 0,45 67 0 15,-45-67 0-15,55 62 0 0,-55-62 0 16,50 63 0-16,-50-63 0 0,46 63 0 15,-46-63 0-15,55 60 0 0,-55-60 0 16,58 60 0-16,1 3 0 0,-59-63 0 0,62 64 0 16,-62-64 0-16,65 65 0 0,2 2 0 15,-67-67 0-15,64 65 0 0,0-1 0 16,-64-64 0-16,0 0 0 0,93 80 0 16,-93-80 0-16,88 74 0 0,-9-17 0 15,-79-57 0-15,71 50 0 0,-71-50 0 16,0 0 0-16,104 61 0 0,-7-11 0 15,-97-50 0-15,88 39 0 0,-4 2 0 16,-84-41 0-16,0 0 0 0,114 45 0 16,-114-45 0-16,107 37 0 0,-11-8 0 0,-96-29 0 15,0 0 0-15,125 37 0 0,-12-7 0 16,-113-30 0-16,98 22 0 0,-6-5 0 16,-92-17 0-16,95 15 0 0,-95-15 0 15,0 0 0-15,127 11 0 0,-6 1 0 16,-121-12 0-16,106 7 0 0,-9-1 0 15,-3 1 0-15,-94-7 0 0,89 0 0 16,5-1 0-16,-94 1 0 0,93 0 0 0,-1 0 0 16,-92 0 0-16,91-3 0 0,2 0 0 15,-93 3 0-15,0 0 0 0,126-9 0 16,-9-4 0-16,-117 13 0 0,101-11 0 16,-9-3 0-16,-92 14 0 0,88-16 0 15,-88 16 0-15,0 0 0 0,118-26 0 16,-7 0 0-16,-17 4 0 0,-94 22 0 15,85-21 0-15,-85 21 0 0,0 0 0 16,117-33 0-16,-13 0 0 0,-104 33 0 0,93-28 0 16,-93 28 0-16,0 0 0 0,117-46 0 15,-15 1 0-15,-102 45 0 0,90-42 0 16,-12 1 0-16,-78 41 0 0,0 0 0 16,103-58 0-16,-13 5 0 0,-90 53 0 15,78-47 0-15,-78 47 0 0,0 0 0 16,92-73 0-16,-14 7 0 0,-78 66 0 15,0 0 0-15,89-82 0 0,-13 4 0 16,-76 78 0-16,61-71 0 0,-61 71 0 0,0 0 0 16,72-101 0-16,-10 4 0 0,-62 97 0 15,43-90 0-15,-11 5 0 0,-1 0 0 16,-31 85 0-16,26-91 0 0,-5-3 0 16,-21 94 0-16,14-88 0 0,-9-8 0 15,-5 96 0-15,2-92 0 0,-6 1 0 16,4 91 0-16,-4-96 0 0,-4 2 0 15,-3 2 0-15,11 92 0 0,-13-91 0 16,-7-3 0-16,20 94 0 0,-30-93 0 16,-10 2 0-16</inkml:trace>
  <inkml:trace contextRef="#ctx0" brushRef="#br0" timeOffset="137957.51">27136 14097 2048 0,'-38'-20'0'0,"-22"-5"0"0,22 11 0 0,-38-14 0 0,-10 5 0 16,7 2 0-1,-2 6 0-15,2 4 0 16,-3-2 0-1,2 5 0-15,2 1 0 16,1 6 0 0,-3 11 0-16,2 10 0 15,-4 10 0 1,0 12 0 0,6 10 0-16,9 8 0 15,8 5 0 1,59-65 0-16,0 0 0 0,-55 62 0 0,55-62 0 15,-51 74 0-15,51-74 0 0,0 0 0 16,-48 82 0-16,48-82 0 0,-37 87 0 16,37-87 0-16,-25 93 0 0,25-93 0 15,-12 55 0-15,12-55 0 0,0 0 0 16,-6 90 0-16,6-90 0 0,3 93 0 16,-3-93 0-16,18 83 0 0,-18-83 0 15,37 75 0-15,-37-75 0 0,0 0 0 0,21 42 0 16,-21-42 0-16,60 62 0 0,-60-62 0 15,75 60 0-15,-75-60 0 0,80 50 0 16,-80-50 0-16,0 0 0 0,88 32 0 16,-88-32 0-16,89 17 0 0,-89-17 0 15,97 0 0-15,-97 0 0 0,93-11 0 16,-2-2 0-16,-91 13 0 0,88-16 0 16,-88 16 0-16,0 0 0 0,102-30 0 15,-102 30 0-15,0 0 0 0,112-38 0 0,-112 38 0 16,67-23 0-16,-67 23 0 0,0 0 0 15,78-38 0-15,9-21 0 0,-87 59 0 16,52-37 0-16,-52 37 0 0,56-62 0 16,-56 62 0-16,33-40 0 0,-33 40 0 15,33-78 0-15,-33 78 0 0,31-85 0 16,-31 85 0-16,18-98 0 0,-18 98 0 16,3-116 0-16,-3 116 0 0,-28-120 0 15</inkml:trace>
  <inkml:trace contextRef="#ctx0" brushRef="#br0" timeOffset="140066.9">15144 17191 2048 0,'-70'4'0'0,"-14"3"0"0,0 7 0 0,8 7 0 0,-3 7 0 16,1 4 0-16,2-3 0 16,32-12 0-1,-29 6 0 1,27-8 0-16,-24 16 0 16,26-9 0-1,-18 23 0-15,24-15 0 16,1 29 0-1,17-21 0-15,7 26 0 16,7-23 0 0,16 35 0-16,-10-76 0 15,0 0 0-15,8 49 0 0,-8-49 0 16,33 80 0-16,-33-80 0 0,55 82 0 16,-55-82 0-16,57 72 0 0,-57-72 0 15,62 65 0-15,-62-65 0 0,70 54 0 16,-70-54 0-16,77 46 0 0,-77-46 0 15,84 37 0-15,-84-37 0 0,85 25 0 16,-85-25 0-16,89 15 0 0,-89-15 0 16,91 3 0-16,-91-3 0 0,0 0 0 15,93-8 0-15,-93 8 0 0,90-33 0 16,-90 33 0-16,85-50 0 0,-4-15 0 0,-81 65 0 16,79-74 0-16,-17 2 0 0,-62 72 0 15,50-72 0-15,-50 72 0 0,51-69 0 16,-51 69 0-16,0 0 0 0,56-112 0 15,-13 4 0-15,-43 108 0 0,29-104 0 16,-29 104 0-16,16-101 0 0,-15 2 0 16,-1 99 0-16,-7-101 0 0,-8 5 0 15,15 96 0-15,-24-90 0 0,24 90 0 16,-31-87 0-16,-22 4 0 0,53 83 0 0,-69-68 0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3024D-5FCD-D142-BBE1-7B391F60AD88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1EEAC-CFEF-9647-876F-EABC6B833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561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Version History</a:t>
            </a:r>
          </a:p>
          <a:p>
            <a:endParaRPr lang="en-US" dirty="0"/>
          </a:p>
          <a:p>
            <a:r>
              <a:rPr lang="en-US" dirty="0"/>
              <a:t>8.1. Updates throughout, including a lot more animations.  These are the ppt files used to make Chapter 2 online lectures in Sept. 2020.</a:t>
            </a:r>
          </a:p>
          <a:p>
            <a:endParaRPr lang="en-US" dirty="0"/>
          </a:p>
          <a:p>
            <a:r>
              <a:rPr lang="en-US" dirty="0"/>
              <a:t>8.0  (April 2020)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 slides reformatted for 16:9 aspect ratio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 slides updated to 8</a:t>
            </a:r>
            <a:r>
              <a:rPr lang="en-US" baseline="30000" dirty="0"/>
              <a:t>th</a:t>
            </a:r>
            <a:r>
              <a:rPr lang="en-US" dirty="0"/>
              <a:t> edition material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Use of Calibri font, rather that Gill Sans MT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Add LOTS more animation throughout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63334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18353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83047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86998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58564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66929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62010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2595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24416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47823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58954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70121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64845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3365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02447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87474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86221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26812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</a:rPr>
              <a:t>Can put several requests in a single packet</a:t>
            </a:r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28F513A4-ED40-4158-87B5-52A3683C8D67}" type="slidenum">
              <a:rPr lang="en-US" altLang="en-US" sz="1300" b="0">
                <a:latin typeface="Times New Roman" panose="02020603050405020304" pitchFamily="18" charset="0"/>
              </a:rPr>
              <a:pPr eaLnBrk="1" hangingPunct="1"/>
              <a:t>19</a:t>
            </a:fld>
            <a:endParaRPr lang="en-US" altLang="en-US" sz="1300" b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80134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323EDFBA-7D57-4E69-8DAC-6DA2E7DE0DE1}" type="slidenum">
              <a:rPr lang="en-US" altLang="en-US" sz="1300" b="0">
                <a:latin typeface="Times New Roman" panose="02020603050405020304" pitchFamily="18" charset="0"/>
              </a:rPr>
              <a:pPr eaLnBrk="1" hangingPunct="1"/>
              <a:t>20</a:t>
            </a:fld>
            <a:endParaRPr lang="en-US" altLang="en-US" sz="1300" b="0">
              <a:latin typeface="Times New Roman" panose="02020603050405020304" pitchFamily="18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645335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</a:rPr>
              <a:t>Head-of-line blocking: if big item is the first request, smaller requests are stuck waiting behind it to finish when they could be issued as a parallel connection</a:t>
            </a:r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E6435BC0-7B02-45FD-84D9-86EF4FC66268}" type="slidenum">
              <a:rPr lang="en-US" altLang="en-US" sz="1300" b="0">
                <a:latin typeface="Times New Roman" panose="02020603050405020304" pitchFamily="18" charset="0"/>
              </a:rPr>
              <a:pPr eaLnBrk="1" hangingPunct="1"/>
              <a:t>21</a:t>
            </a:fld>
            <a:endParaRPr lang="en-US" altLang="en-US" sz="1300" b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1322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B3A79DE-9861-4EF4-9267-DDA63F130082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117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56125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1A38E0-46C4-4E97-8C81-25044CE10FA8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115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13758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536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8C1B8E1-0F7B-4ADE-920F-E4822E82D22A}" type="slidenum">
              <a:rPr lang="en-US" altLang="en-US" sz="1300">
                <a:latin typeface="Times New Roman" panose="02020603050405020304" pitchFamily="18" charset="0"/>
              </a:rPr>
              <a:pPr/>
              <a:t>24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441396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398CD57-AAA0-401E-89B8-473B1AD915FB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116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300840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6E7686D-48EE-4C19-BB84-47CDB9207183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835871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56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556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2A22E25-0ECA-40AD-9FDC-3F75C202D38B}" type="slidenum">
              <a:rPr lang="en-US" altLang="en-US" sz="1300">
                <a:latin typeface="Times New Roman" panose="02020603050405020304" pitchFamily="18" charset="0"/>
              </a:rPr>
              <a:pPr/>
              <a:t>27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388718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B75296F-1949-4998-8680-68D544BF776F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923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3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393165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650180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313608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864944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79019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426899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37923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CF841B-2E0C-D644-8ADE-1DB30A60E6F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98625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CF841B-2E0C-D644-8ADE-1DB30A60E6F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943294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CF841B-2E0C-D644-8ADE-1DB30A60E6F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269420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CF841B-2E0C-D644-8ADE-1DB30A60E6F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280314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CF841B-2E0C-D644-8ADE-1DB30A60E6F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158018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CF841B-2E0C-D644-8ADE-1DB30A60E6F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1159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7F1199A-45E4-9E4D-95C0-396A8A9C6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6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1717D89-2D64-4E49-A8B8-D7B932660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446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E873D4E-4EDA-1349-AB14-5DC995BFC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958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131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7F1199A-45E4-9E4D-95C0-396A8A9C6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030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1717D89-2D64-4E49-A8B8-D7B932660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364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E873D4E-4EDA-1349-AB14-5DC995BFC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856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73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2-</a:t>
            </a:r>
            <a:fld id="{B8D0190D-4589-48D0-AE5D-937D6693478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8145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6C28B-A937-8946-A8B8-E96C4D7F4A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9AB3BC-CF18-5B4B-9EDE-A1DEE9E687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93802E-DCBB-6942-892B-5E006FD43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C76A4-9D88-F940-8D92-FD0FBF301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AAEC3-9D1A-CF41-9E08-BEB077583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B2281-298D-ED49-BD76-0C3B35247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770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60621-8E97-B349-82B8-F5BEB8BB9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EF4EB-0030-4E4F-9E18-F12D2E22AD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E1B396-855F-5544-9249-E53712C50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2F17E-A703-FC4C-9DBC-37F173C9B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E0F0E7-19E4-134F-9E84-35EA99DAA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B2281-298D-ED49-BD76-0C3B35247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733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E3A18-9CC1-1341-AF96-7184EEE9E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C89520-6876-074C-9D1E-480E252E7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D41A40-B683-6D40-ADC6-D403C9B2D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8FEEC-B9ED-7545-B62E-2405FF75F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D7674-65A6-9346-ACDD-85E2D4433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B2281-298D-ED49-BD76-0C3B35247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4063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1B807-2E2B-DF4F-AA06-273A39CC4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CA3A2-9A5D-1D4E-BCC4-2CA4EEC2E3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77D900-B000-364D-BFD2-F6CD6080A5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152A66-19E1-D541-B7E0-104E938B0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AC81DD-4A04-1E4B-B64C-43B9657E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5D67D9-2DCB-AB4D-B8A5-0CAF567FC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B2281-298D-ED49-BD76-0C3B35247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1883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3A7B7-5559-064B-8A50-9F1CBA7A0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67FAB1-A4C9-F747-A0BA-DBA0C0C4BF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32C787-CD6F-1F4A-9B1D-ACB05AA614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47F7A3-F4D2-F04B-86DF-43E53ADD2A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B89BA5-1CD5-EB43-A6A4-9F79325D7A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049E35-AF34-354F-AAD8-67D4DAD87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D7A093-D80D-DD4D-91AF-D56DBB7A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E78129-3724-4544-9DCF-17FAAC1B7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B2281-298D-ED49-BD76-0C3B35247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4256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A4727-9AE4-9147-9FE1-6B42D7C07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12623B-0F62-D64A-BF9C-BEC5EBC20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AF4969-6D6D-D94E-8509-410729017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0EC60E-29D6-F448-A9BD-AC7925F73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B2281-298D-ED49-BD76-0C3B35247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4269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63E131-141F-2F4C-94A8-B696A277D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F01CA5-D982-D047-B405-732BD81FE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9B4559-0995-B147-8DE6-A506023D2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B2281-298D-ED49-BD76-0C3B35247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7391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10973-7C62-9041-8B54-8E64AA52C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2A1D9-7602-5F46-ADC9-04629AF3E0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B69871-F446-514D-A4D0-A0492C3C65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E37C1A-E6EB-B349-A191-23573F89E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E5AF63-95CF-AB44-A078-25763A8E2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728E78-495A-F640-8460-A92A9EAC0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B2281-298D-ED49-BD76-0C3B35247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8629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A3374-1714-A242-B3DB-DCDD0B59C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F959A6-24BD-AF43-A38F-D0405076E7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155C31-DF90-8747-B196-67292A0E09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DFDEC8-AC94-4A43-B9A6-707A4F26A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D4BBFF-DB69-A44C-BA93-6F6668989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197DC4-8EE7-5D49-A5DE-1B19FF6EC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B2281-298D-ED49-BD76-0C3B35247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4646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A2641-EF8E-7C40-8100-AD8B6C42D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118B34-9C39-1047-9303-6694EC83B5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91113-D5AC-934B-96D3-7BC31020F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59E4E-92CC-2345-838F-5B92552B4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36054-3F34-4A45-9159-95896DF3D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B2281-298D-ED49-BD76-0C3B35247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584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DCFEDA-4104-A94B-8E13-19FBF6A0DE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5A2AC8-130C-2F4C-8925-8FC3934A1E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5F5612-79E8-0745-B639-AF2BB505A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80366-4ED4-1A4A-8EA5-DC56122A3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9E45A-CB98-F844-AD9A-FEF0004A8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B2281-298D-ED49-BD76-0C3B35247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905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C6EBB-9D5E-E84A-9BCA-EA7E05FD1C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16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00A3"/>
          </a:solidFill>
          <a:latin typeface="+mj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itchFamily="2" charset="2"/>
        <a:buChar char="§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C6EBB-9D5E-E84A-9BCA-EA7E05FD1C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448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73" r:id="rId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0000A3"/>
          </a:solidFill>
          <a:latin typeface="+mn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itchFamily="2" charset="2"/>
        <a:buChar char="§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D1C0D8-3EF9-F24C-8AF1-390E042D4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DBBBAD-1D0F-1242-B4FE-CCE298C91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9FD964-692F-454A-9E0F-C006144D41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98797-5417-4944-A83D-4D5FE16130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E7634-0EA9-654E-96D2-65A8FB16F0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CB2281-298D-ED49-BD76-0C3B35247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32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customXml" Target="../ink/ink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customXml" Target="../ink/ink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customXml" Target="../ink/ink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customXml" Target="../ink/ink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.png"/><Relationship Id="rId4" Type="http://schemas.openxmlformats.org/officeDocument/2006/relationships/customXml" Target="../ink/ink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customXml" Target="../ink/ink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customXml" Target="../ink/ink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11.xml"/><Relationship Id="rId5" Type="http://schemas.openxmlformats.org/officeDocument/2006/relationships/image" Target="../media/image25.png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9.png"/><Relationship Id="rId4" Type="http://schemas.openxmlformats.org/officeDocument/2006/relationships/customXml" Target="../ink/ink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png"/><Relationship Id="rId5" Type="http://schemas.openxmlformats.org/officeDocument/2006/relationships/customXml" Target="../ink/ink14.xml"/><Relationship Id="rId4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6.png"/><Relationship Id="rId5" Type="http://schemas.openxmlformats.org/officeDocument/2006/relationships/image" Target="../media/image12.png"/><Relationship Id="rId4" Type="http://schemas.openxmlformats.org/officeDocument/2006/relationships/image" Target="../media/image35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4.png"/><Relationship Id="rId7" Type="http://schemas.openxmlformats.org/officeDocument/2006/relationships/customXml" Target="../ink/ink16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6.png"/><Relationship Id="rId5" Type="http://schemas.openxmlformats.org/officeDocument/2006/relationships/image" Target="../media/image12.png"/><Relationship Id="rId4" Type="http://schemas.openxmlformats.org/officeDocument/2006/relationships/image" Target="../media/image3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9.png"/><Relationship Id="rId5" Type="http://schemas.openxmlformats.org/officeDocument/2006/relationships/image" Target="../media/image36.png"/><Relationship Id="rId4" Type="http://schemas.openxmlformats.org/officeDocument/2006/relationships/image" Target="../media/image1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9.png"/><Relationship Id="rId5" Type="http://schemas.openxmlformats.org/officeDocument/2006/relationships/image" Target="../media/image36.png"/><Relationship Id="rId4" Type="http://schemas.openxmlformats.org/officeDocument/2006/relationships/image" Target="../media/image12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aler.com/topics/persistent-connection-http/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9A9F684E-5DD1-6543-95D2-8EB5E7619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84196"/>
            <a:ext cx="12192000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lnSpc>
                <a:spcPct val="85000"/>
              </a:lnSpc>
            </a:pPr>
            <a:r>
              <a:rPr lang="en-US" altLang="en-US" sz="5400" b="1" dirty="0">
                <a:solidFill>
                  <a:srgbClr val="000099"/>
                </a:solidFill>
                <a:latin typeface="+mj-lt"/>
              </a:rPr>
              <a:t>Chapter 2</a:t>
            </a:r>
            <a:br>
              <a:rPr lang="en-US" altLang="en-US" sz="6000" b="1" dirty="0">
                <a:solidFill>
                  <a:srgbClr val="000099"/>
                </a:solidFill>
                <a:latin typeface="+mj-lt"/>
              </a:rPr>
            </a:br>
            <a:r>
              <a:rPr lang="en-US" altLang="en-US" sz="5400" b="1" dirty="0">
                <a:solidFill>
                  <a:srgbClr val="000099"/>
                </a:solidFill>
                <a:latin typeface="+mj-lt"/>
              </a:rPr>
              <a:t>Application Layer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C65C94-9E94-6144-BDBB-A8F5D511E4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567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/>
          <a:lstStyle/>
          <a:p>
            <a:r>
              <a:rPr lang="en-US" altLang="en-US" dirty="0">
                <a:cs typeface="Calibri" panose="020F0502020204030204" pitchFamily="34" charset="0"/>
              </a:rPr>
              <a:t>Application layer: overview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0CCA17D-ECA8-CE46-82AC-A0AF8C3B62BD}"/>
              </a:ext>
            </a:extLst>
          </p:cNvPr>
          <p:cNvSpPr txBox="1">
            <a:spLocks/>
          </p:cNvSpPr>
          <p:nvPr/>
        </p:nvSpPr>
        <p:spPr>
          <a:xfrm>
            <a:off x="809242" y="1870563"/>
            <a:ext cx="5309184" cy="4351338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marR="0" lvl="0" indent="-4016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prstClr val="white">
                  <a:lumMod val="75000"/>
                </a:prstClr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Principles of network applications</a:t>
            </a:r>
          </a:p>
          <a:p>
            <a:pPr marL="401638" marR="0" lvl="0" indent="-4016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Web and HTTP</a:t>
            </a:r>
          </a:p>
        </p:txBody>
      </p:sp>
    </p:spTree>
    <p:extLst>
      <p:ext uri="{BB962C8B-B14F-4D97-AF65-F5344CB8AC3E}">
        <p14:creationId xmlns:p14="http://schemas.microsoft.com/office/powerpoint/2010/main" val="4280837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0175" indent="0">
              <a:buNone/>
            </a:pPr>
            <a:r>
              <a:rPr lang="en-US" dirty="0"/>
              <a:t>Round Trip Time (RTT)</a:t>
            </a:r>
          </a:p>
          <a:p>
            <a:pPr marL="130175" indent="0">
              <a:buNone/>
            </a:pPr>
            <a:r>
              <a:rPr lang="en-US" sz="2000" dirty="0"/>
              <a:t>Round Trip Time is defined as the time taken by a packet of information to travel from client to server and then come back (i.e. server to client).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HTTP connections: Pre-requisite</a:t>
            </a:r>
            <a:endParaRPr lang="en-US" sz="4400" dirty="0"/>
          </a:p>
        </p:txBody>
      </p:sp>
      <p:sp>
        <p:nvSpPr>
          <p:cNvPr id="3" name="AutoShape 2" descr="Program to Calculate the Round Trip Time (RTT)- Scaler Topic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024" y="2926776"/>
            <a:ext cx="5534025" cy="324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983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0175" indent="0">
              <a:buNone/>
            </a:pPr>
            <a:r>
              <a:rPr lang="en-US" dirty="0"/>
              <a:t>TCP 3-Way Handshake</a:t>
            </a:r>
          </a:p>
          <a:p>
            <a:pPr marL="130175" indent="0">
              <a:buNone/>
            </a:pPr>
            <a:r>
              <a:rPr lang="en-US" sz="2000" dirty="0"/>
              <a:t>The establishment of a TCP connection takes place in 3 steps which are referred to as 3-Way Handshake.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HTTP connections: Pre-requisite</a:t>
            </a:r>
            <a:endParaRPr lang="en-US" sz="4400" dirty="0"/>
          </a:p>
        </p:txBody>
      </p:sp>
      <p:sp>
        <p:nvSpPr>
          <p:cNvPr id="3" name="AutoShape 2" descr="Program to Calculate the Round Trip Time (RTT)- Scaler Topic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2531" y="2888578"/>
            <a:ext cx="5686425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000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Non-persistent</a:t>
            </a:r>
          </a:p>
          <a:p>
            <a:pPr lvl="1"/>
            <a:r>
              <a:rPr lang="en-US" sz="2800" dirty="0"/>
              <a:t>Without Parallel Connection</a:t>
            </a:r>
          </a:p>
          <a:p>
            <a:pPr lvl="1"/>
            <a:r>
              <a:rPr lang="en-US" sz="2800" dirty="0"/>
              <a:t>With Parallel Connection</a:t>
            </a:r>
          </a:p>
          <a:p>
            <a:r>
              <a:rPr lang="en-US" sz="3200" dirty="0"/>
              <a:t>Persistent</a:t>
            </a:r>
          </a:p>
          <a:p>
            <a:pPr lvl="1"/>
            <a:r>
              <a:rPr lang="en-US" sz="2800" dirty="0"/>
              <a:t>Non-pipelined</a:t>
            </a:r>
          </a:p>
          <a:p>
            <a:pPr lvl="1"/>
            <a:r>
              <a:rPr lang="en-US" sz="2800" dirty="0"/>
              <a:t>Pipelined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HTTP connections: two types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4288164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87375" indent="-457200" algn="just">
              <a:buFont typeface="+mj-lt"/>
              <a:buAutoNum type="arabicPeriod"/>
            </a:pPr>
            <a:r>
              <a:rPr lang="en-US" sz="2400" dirty="0"/>
              <a:t>In non-persistent HTTP connections, at most one object can be sent over a single TCP connection.</a:t>
            </a:r>
          </a:p>
          <a:p>
            <a:pPr marL="587375" indent="-457200" algn="just">
              <a:buFont typeface="+mj-lt"/>
              <a:buAutoNum type="arabicPeriod"/>
            </a:pPr>
            <a:r>
              <a:rPr lang="en-US" sz="2400" dirty="0"/>
              <a:t>For each object to be sent from source to destination, a new TCP connection is created.</a:t>
            </a:r>
          </a:p>
          <a:p>
            <a:pPr marL="587375" indent="-457200" algn="just">
              <a:buFont typeface="+mj-lt"/>
              <a:buAutoNum type="arabicPeriod"/>
            </a:pPr>
            <a:r>
              <a:rPr lang="en-US" sz="2400" dirty="0"/>
              <a:t>HTTP/1.0 uses non-persistent connections.</a:t>
            </a:r>
          </a:p>
          <a:p>
            <a:pPr marL="587375" indent="-457200" algn="just">
              <a:buFont typeface="+mj-lt"/>
              <a:buAutoNum type="arabicPeriod"/>
            </a:pPr>
            <a:r>
              <a:rPr lang="en-US" sz="2400" dirty="0"/>
              <a:t>Non-persistent connection HTTP requires 2 RTT (round trip time) for each object that is to be transmitted (1 RTT to open the connection and 1 RTT for transmission of data).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HTTP connections: Non-persistent</a:t>
            </a:r>
            <a:endParaRPr lang="en-US" sz="4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33E9297-2F67-0D10-B0AB-D7C8DF4EA3D4}"/>
                  </a:ext>
                </a:extLst>
              </p14:cNvPr>
              <p14:cNvContentPartPr/>
              <p14:nvPr/>
            </p14:nvContentPartPr>
            <p14:xfrm>
              <a:off x="1546920" y="3667320"/>
              <a:ext cx="1428840" cy="316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33E9297-2F67-0D10-B0AB-D7C8DF4EA3D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37560" y="3657960"/>
                <a:ext cx="1447560" cy="5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44799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064133" y="1752600"/>
            <a:ext cx="4970223" cy="435133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HTTP connections: Non-persistent</a:t>
            </a:r>
            <a:endParaRPr lang="en-US" sz="4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473B24C-FB20-3BFA-EFA6-1A8DC9EC0A99}"/>
                  </a:ext>
                </a:extLst>
              </p14:cNvPr>
              <p14:cNvContentPartPr/>
              <p14:nvPr/>
            </p14:nvContentPartPr>
            <p14:xfrm>
              <a:off x="4142520" y="1868760"/>
              <a:ext cx="7762680" cy="3694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473B24C-FB20-3BFA-EFA6-1A8DC9EC0A9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33160" y="1859400"/>
                <a:ext cx="7781400" cy="3713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3773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HTTP connections: Non-persistent</a:t>
            </a:r>
            <a:endParaRPr lang="en-US" sz="4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0166" y="1346443"/>
            <a:ext cx="5640749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630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Advantages of Non-Persistent HTTP:</a:t>
            </a:r>
            <a:endParaRPr lang="en-US" dirty="0"/>
          </a:p>
          <a:p>
            <a:pPr lvl="1"/>
            <a:r>
              <a:rPr lang="en-US" dirty="0"/>
              <a:t>Uses resources efficiently; connection opens only when needed.</a:t>
            </a:r>
          </a:p>
          <a:p>
            <a:pPr lvl="1"/>
            <a:r>
              <a:rPr lang="en-US" dirty="0"/>
              <a:t>More secure; connection closes after data transfer.</a:t>
            </a:r>
          </a:p>
          <a:p>
            <a:r>
              <a:rPr lang="en-US" b="1" dirty="0"/>
              <a:t>Disadvantages of Non-Persistent HTTP:</a:t>
            </a:r>
            <a:endParaRPr lang="en-US" dirty="0"/>
          </a:p>
          <a:p>
            <a:pPr lvl="1"/>
            <a:r>
              <a:rPr lang="en-US" dirty="0"/>
              <a:t>Extra overhead to open a TCP connection each time.</a:t>
            </a:r>
          </a:p>
          <a:p>
            <a:pPr lvl="1"/>
            <a:r>
              <a:rPr lang="en-US" dirty="0"/>
              <a:t>Slower start due to repeated connection setup.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HTTP connections: Non-persistent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555989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HTTP connections: Persistent</a:t>
            </a:r>
            <a:endParaRPr lang="en-US" sz="4400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1724026"/>
            <a:ext cx="10515600" cy="5133973"/>
          </a:xfrm>
        </p:spPr>
        <p:txBody>
          <a:bodyPr>
            <a:normAutofit/>
          </a:bodyPr>
          <a:lstStyle/>
          <a:p>
            <a:pPr marL="514350" lvl="0" indent="-5143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2400" dirty="0"/>
              <a:t>Multiple objects can be sent over a single TCP connection.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2400" dirty="0"/>
              <a:t>Allows multiple objects to be transmitted from source to destination without opening a new connection for each object.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2400" dirty="0"/>
              <a:t>HTTP/1.1 is the version of HTTP that uses persistent connections by default.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2400" dirty="0"/>
              <a:t>All modern web browsers (e.g., Mozilla Firefox, Google Chrome) use persistent HTTP connections.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2400" dirty="0"/>
              <a:t>Persistent HTTP does not require 2 RTTs per object.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2400" dirty="0"/>
              <a:t>After the TCP connection is successfully opened (via 3-way handshake, which takes 1 RTT), each object requires only 1 RTT to be transmitted.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90582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HTTP connections: </a:t>
            </a:r>
            <a:r>
              <a:rPr lang="en-US" altLang="en-US" dirty="0">
                <a:cs typeface="Calibri" panose="020F0502020204030204" pitchFamily="34" charset="0"/>
              </a:rPr>
              <a:t>P</a:t>
            </a:r>
            <a:r>
              <a:rPr lang="en-US" altLang="en-US" sz="4400" dirty="0">
                <a:cs typeface="Calibri" panose="020F0502020204030204" pitchFamily="34" charset="0"/>
              </a:rPr>
              <a:t>ersistent</a:t>
            </a:r>
            <a:endParaRPr lang="en-US" sz="4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124" y="1235574"/>
            <a:ext cx="4035752" cy="554701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4D8D2DD-1A24-8485-65CF-5A978E8273C3}"/>
                  </a:ext>
                </a:extLst>
              </p14:cNvPr>
              <p14:cNvContentPartPr/>
              <p14:nvPr/>
            </p14:nvContentPartPr>
            <p14:xfrm>
              <a:off x="4319640" y="3778560"/>
              <a:ext cx="2399760" cy="1138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4D8D2DD-1A24-8485-65CF-5A978E8273C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10280" y="3769200"/>
                <a:ext cx="2418480" cy="115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66369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HTTP connections: </a:t>
            </a:r>
            <a:r>
              <a:rPr lang="en-US" altLang="en-US" dirty="0">
                <a:cs typeface="Calibri" panose="020F0502020204030204" pitchFamily="34" charset="0"/>
              </a:rPr>
              <a:t>P</a:t>
            </a:r>
            <a:r>
              <a:rPr lang="en-US" altLang="en-US" sz="4400" dirty="0">
                <a:cs typeface="Calibri" panose="020F0502020204030204" pitchFamily="34" charset="0"/>
              </a:rPr>
              <a:t>ersistent</a:t>
            </a:r>
            <a:endParaRPr lang="en-US" sz="4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8458" y="1346443"/>
            <a:ext cx="3955084" cy="547163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6BC6681-C042-0104-ECFD-0DF52C5524D8}"/>
                  </a:ext>
                </a:extLst>
              </p14:cNvPr>
              <p14:cNvContentPartPr/>
              <p14:nvPr/>
            </p14:nvContentPartPr>
            <p14:xfrm>
              <a:off x="7044840" y="2992320"/>
              <a:ext cx="583920" cy="1185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6BC6681-C042-0104-ECFD-0DF52C5524D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35480" y="2982960"/>
                <a:ext cx="602640" cy="120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791213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HTTP connections: Persistent</a:t>
            </a:r>
            <a:endParaRPr lang="en-US" sz="4400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46836"/>
          </a:xfrm>
        </p:spPr>
        <p:txBody>
          <a:bodyPr>
            <a:normAutofit/>
          </a:bodyPr>
          <a:lstStyle/>
          <a:p>
            <a:r>
              <a:rPr lang="en-US" b="1" dirty="0"/>
              <a:t>Advantages of Persistent HTTP:</a:t>
            </a:r>
            <a:endParaRPr lang="en-US" dirty="0"/>
          </a:p>
          <a:p>
            <a:pPr lvl="1"/>
            <a:r>
              <a:rPr lang="en-US" dirty="0"/>
              <a:t>Saves CPU and time by opening the connection only once.</a:t>
            </a:r>
          </a:p>
          <a:p>
            <a:pPr lvl="1"/>
            <a:r>
              <a:rPr lang="en-US" dirty="0"/>
              <a:t>Faster transmission of objects.</a:t>
            </a:r>
          </a:p>
          <a:p>
            <a:pPr lvl="1"/>
            <a:r>
              <a:rPr lang="en-US" dirty="0"/>
              <a:t>Reduces network congestion and latency on subsequent requests.</a:t>
            </a:r>
          </a:p>
          <a:p>
            <a:r>
              <a:rPr lang="en-US" b="1" dirty="0"/>
              <a:t>Disadvantages of Persistent HTTP:</a:t>
            </a:r>
            <a:endParaRPr lang="en-US" dirty="0"/>
          </a:p>
          <a:p>
            <a:pPr lvl="1"/>
            <a:r>
              <a:rPr lang="en-US" dirty="0"/>
              <a:t>Wastes network resources when idle.</a:t>
            </a:r>
          </a:p>
          <a:p>
            <a:pPr lvl="1"/>
            <a:r>
              <a:rPr lang="en-US" dirty="0"/>
              <a:t>Less secure, as the connection remains open.</a:t>
            </a:r>
          </a:p>
        </p:txBody>
      </p:sp>
    </p:spTree>
    <p:extLst>
      <p:ext uri="{BB962C8B-B14F-4D97-AF65-F5344CB8AC3E}">
        <p14:creationId xmlns:p14="http://schemas.microsoft.com/office/powerpoint/2010/main" val="35854907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HTTP connections: two types</a:t>
            </a:r>
            <a:endParaRPr lang="en-US" sz="4400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D0F92E26-A453-3745-8C0F-BF92C1E3A8B6}"/>
              </a:ext>
            </a:extLst>
          </p:cNvPr>
          <p:cNvSpPr txBox="1">
            <a:spLocks noChangeArrowheads="1"/>
          </p:cNvSpPr>
          <p:nvPr/>
        </p:nvSpPr>
        <p:spPr>
          <a:xfrm>
            <a:off x="798690" y="1543086"/>
            <a:ext cx="5039401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Non-persistent HTTP</a:t>
            </a:r>
          </a:p>
          <a:p>
            <a:pPr marL="644525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TCP connection opened</a:t>
            </a:r>
          </a:p>
          <a:p>
            <a:pPr marL="644525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at most one object sent over TCP connection</a:t>
            </a:r>
          </a:p>
          <a:p>
            <a:pPr marL="644525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TCP connection closed</a:t>
            </a:r>
          </a:p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downloading multiple objects required multiple connections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7E46F3CB-B7A2-6C4C-B085-55F383976BB8}"/>
              </a:ext>
            </a:extLst>
          </p:cNvPr>
          <p:cNvSpPr txBox="1">
            <a:spLocks noChangeArrowheads="1"/>
          </p:cNvSpPr>
          <p:nvPr/>
        </p:nvSpPr>
        <p:spPr>
          <a:xfrm>
            <a:off x="6781215" y="1543086"/>
            <a:ext cx="5039401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Persistent HTTP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TCP connection opened to a server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multiple objects can be sent over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single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TCP connection between client, and that server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TCP connection closed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A83CF93-250D-EBD6-ABC7-289D1BF5F57E}"/>
                  </a:ext>
                </a:extLst>
              </p14:cNvPr>
              <p14:cNvContentPartPr/>
              <p14:nvPr/>
            </p14:nvContentPartPr>
            <p14:xfrm>
              <a:off x="1761480" y="1249560"/>
              <a:ext cx="8958960" cy="3236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A83CF93-250D-EBD6-ABC7-289D1BF5F57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52120" y="1240200"/>
                <a:ext cx="8977680" cy="3255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41566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Non-persistent HTTP: example</a:t>
            </a:r>
            <a:endParaRPr lang="en-US" sz="4400" dirty="0"/>
          </a:p>
        </p:txBody>
      </p:sp>
      <p:sp>
        <p:nvSpPr>
          <p:cNvPr id="6" name="Line 11">
            <a:extLst>
              <a:ext uri="{FF2B5EF4-FFF2-40B4-BE49-F238E27FC236}">
                <a16:creationId xmlns:a16="http://schemas.microsoft.com/office/drawing/2014/main" id="{67AC580C-18A4-D247-92B5-6D862101F771}"/>
              </a:ext>
            </a:extLst>
          </p:cNvPr>
          <p:cNvSpPr>
            <a:spLocks noChangeShapeType="1"/>
          </p:cNvSpPr>
          <p:nvPr/>
        </p:nvSpPr>
        <p:spPr bwMode="auto">
          <a:xfrm>
            <a:off x="798691" y="2868166"/>
            <a:ext cx="10658" cy="3480471"/>
          </a:xfrm>
          <a:prstGeom prst="line">
            <a:avLst/>
          </a:prstGeom>
          <a:noFill/>
          <a:ln w="19050">
            <a:solidFill>
              <a:schemeClr val="bg1">
                <a:lumMod val="6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1301A620-3B2F-B341-BCAC-A3E4F12C85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358" y="5641558"/>
            <a:ext cx="657225" cy="2952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4008892-5F15-CD46-8B74-F28D8BF76E3B}"/>
              </a:ext>
            </a:extLst>
          </p:cNvPr>
          <p:cNvSpPr txBox="1">
            <a:spLocks noChangeArrowheads="1"/>
          </p:cNvSpPr>
          <p:nvPr/>
        </p:nvSpPr>
        <p:spPr>
          <a:xfrm>
            <a:off x="809349" y="1351435"/>
            <a:ext cx="7942262" cy="46672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User enters URL: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8E22C996-6035-504C-97CC-082C3EAD4AF4}"/>
              </a:ext>
            </a:extLst>
          </p:cNvPr>
          <p:cNvSpPr txBox="1">
            <a:spLocks noChangeArrowheads="1"/>
          </p:cNvSpPr>
          <p:nvPr/>
        </p:nvSpPr>
        <p:spPr>
          <a:xfrm>
            <a:off x="944384" y="2447251"/>
            <a:ext cx="4850242" cy="19050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1a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.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HTTP client initiates TCP connection to HTTP server (process) at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www.someSchool.edu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on port 80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4518B9B7-A17A-DD48-BBA8-A1AC045894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983" y="4077834"/>
            <a:ext cx="4216535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2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.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HTTP client sends HTTP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request message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(containing URL) into TCP connection socket. Message indicates that client wants object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someDepartment/home.index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AC1983CF-C4CB-FF47-A69D-3E65B8C96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7018" y="2733157"/>
            <a:ext cx="5389528" cy="150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1b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.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HTTP server at host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www.someSchool.edu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waiting for TCP connection at port 80  “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accepts” connection, notifying client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" name="Rectangle 7">
            <a:extLst>
              <a:ext uri="{FF2B5EF4-FFF2-40B4-BE49-F238E27FC236}">
                <a16:creationId xmlns:a16="http://schemas.microsoft.com/office/drawing/2014/main" id="{0B2B9504-D191-9144-8C84-929183C16C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3976" y="4739906"/>
            <a:ext cx="539487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3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.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HTTP server receives request message, forms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response message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containing requested object, and sends message into its socket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" name="Line 9">
            <a:extLst>
              <a:ext uri="{FF2B5EF4-FFF2-40B4-BE49-F238E27FC236}">
                <a16:creationId xmlns:a16="http://schemas.microsoft.com/office/drawing/2014/main" id="{B4DAFA34-3C73-6F47-8061-690804DAF277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2530" y="4961816"/>
            <a:ext cx="1800180" cy="60195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Line 10">
            <a:extLst>
              <a:ext uri="{FF2B5EF4-FFF2-40B4-BE49-F238E27FC236}">
                <a16:creationId xmlns:a16="http://schemas.microsoft.com/office/drawing/2014/main" id="{0A9DB4DB-78BB-C14F-903C-4C820480B1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89517" y="5671992"/>
            <a:ext cx="1410287" cy="891868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 Box 12">
            <a:extLst>
              <a:ext uri="{FF2B5EF4-FFF2-40B4-BE49-F238E27FC236}">
                <a16:creationId xmlns:a16="http://schemas.microsoft.com/office/drawing/2014/main" id="{27BF3D34-DFF2-A04F-84F9-CBAE80221F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883" y="5563771"/>
            <a:ext cx="673100" cy="4064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time</a:t>
            </a:r>
          </a:p>
        </p:txBody>
      </p:sp>
      <p:sp>
        <p:nvSpPr>
          <p:cNvPr id="19" name="Line 8">
            <a:extLst>
              <a:ext uri="{FF2B5EF4-FFF2-40B4-BE49-F238E27FC236}">
                <a16:creationId xmlns:a16="http://schemas.microsoft.com/office/drawing/2014/main" id="{8D8A0BF5-72E5-9E41-A2AE-DE0F79C9B132}"/>
              </a:ext>
            </a:extLst>
          </p:cNvPr>
          <p:cNvSpPr>
            <a:spLocks noChangeShapeType="1"/>
          </p:cNvSpPr>
          <p:nvPr/>
        </p:nvSpPr>
        <p:spPr bwMode="auto">
          <a:xfrm>
            <a:off x="5156851" y="2779258"/>
            <a:ext cx="1551025" cy="5238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Line 14">
            <a:extLst>
              <a:ext uri="{FF2B5EF4-FFF2-40B4-BE49-F238E27FC236}">
                <a16:creationId xmlns:a16="http://schemas.microsoft.com/office/drawing/2014/main" id="{054521BF-054B-B342-A343-164F3CB503B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02530" y="3366635"/>
            <a:ext cx="1551026" cy="1006986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 Box 15">
            <a:extLst>
              <a:ext uri="{FF2B5EF4-FFF2-40B4-BE49-F238E27FC236}">
                <a16:creationId xmlns:a16="http://schemas.microsoft.com/office/drawing/2014/main" id="{B64D7167-BDDE-A148-84EB-4FB5D33E4E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7390" y="1660654"/>
            <a:ext cx="63784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(containing text, references to 10 jpeg images)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E52A420B-2488-A04D-8D7F-CC71C334B2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8021" y="1414937"/>
            <a:ext cx="7942263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pitchFamily="2" charset="2"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www.someSchool.edu/someDepartment/home.index</a:t>
            </a:r>
          </a:p>
        </p:txBody>
      </p:sp>
      <p:grpSp>
        <p:nvGrpSpPr>
          <p:cNvPr id="23" name="Group 44">
            <a:extLst>
              <a:ext uri="{FF2B5EF4-FFF2-40B4-BE49-F238E27FC236}">
                <a16:creationId xmlns:a16="http://schemas.microsoft.com/office/drawing/2014/main" id="{2394097B-A6BF-8042-8504-A7CA070914D8}"/>
              </a:ext>
            </a:extLst>
          </p:cNvPr>
          <p:cNvGrpSpPr>
            <a:grpSpLocks/>
          </p:cNvGrpSpPr>
          <p:nvPr/>
        </p:nvGrpSpPr>
        <p:grpSpPr bwMode="auto">
          <a:xfrm>
            <a:off x="371687" y="2060763"/>
            <a:ext cx="784845" cy="730423"/>
            <a:chOff x="-44" y="1473"/>
            <a:chExt cx="981" cy="1105"/>
          </a:xfrm>
        </p:grpSpPr>
        <p:pic>
          <p:nvPicPr>
            <p:cNvPr id="24" name="Picture 45" descr="desktop_computer_stylized_medium">
              <a:extLst>
                <a:ext uri="{FF2B5EF4-FFF2-40B4-BE49-F238E27FC236}">
                  <a16:creationId xmlns:a16="http://schemas.microsoft.com/office/drawing/2014/main" id="{807C0FED-FCBE-2D4E-A1F2-CBF2C81D34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" name="Freeform 46">
              <a:extLst>
                <a:ext uri="{FF2B5EF4-FFF2-40B4-BE49-F238E27FC236}">
                  <a16:creationId xmlns:a16="http://schemas.microsoft.com/office/drawing/2014/main" id="{9119D5B0-5ADB-2048-9F8B-D683AC19EAE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6" name="Group 47">
            <a:extLst>
              <a:ext uri="{FF2B5EF4-FFF2-40B4-BE49-F238E27FC236}">
                <a16:creationId xmlns:a16="http://schemas.microsoft.com/office/drawing/2014/main" id="{DB78F20D-7762-EC45-A5F7-9DBB8F599433}"/>
              </a:ext>
            </a:extLst>
          </p:cNvPr>
          <p:cNvGrpSpPr>
            <a:grpSpLocks/>
          </p:cNvGrpSpPr>
          <p:nvPr/>
        </p:nvGrpSpPr>
        <p:grpSpPr bwMode="auto">
          <a:xfrm>
            <a:off x="6367322" y="2347016"/>
            <a:ext cx="286234" cy="640019"/>
            <a:chOff x="4140" y="429"/>
            <a:chExt cx="1425" cy="2396"/>
          </a:xfrm>
        </p:grpSpPr>
        <p:sp>
          <p:nvSpPr>
            <p:cNvPr id="27" name="Freeform 48">
              <a:extLst>
                <a:ext uri="{FF2B5EF4-FFF2-40B4-BE49-F238E27FC236}">
                  <a16:creationId xmlns:a16="http://schemas.microsoft.com/office/drawing/2014/main" id="{9F7835DE-1DB5-554B-9435-F21099237C4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" name="Rectangle 49">
              <a:extLst>
                <a:ext uri="{FF2B5EF4-FFF2-40B4-BE49-F238E27FC236}">
                  <a16:creationId xmlns:a16="http://schemas.microsoft.com/office/drawing/2014/main" id="{D58C67CB-FC2C-6C45-A584-0EE3943CCB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" name="Freeform 50">
              <a:extLst>
                <a:ext uri="{FF2B5EF4-FFF2-40B4-BE49-F238E27FC236}">
                  <a16:creationId xmlns:a16="http://schemas.microsoft.com/office/drawing/2014/main" id="{2E7357FA-BE14-7B45-B9C8-D3AD131C802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" name="Freeform 51">
              <a:extLst>
                <a:ext uri="{FF2B5EF4-FFF2-40B4-BE49-F238E27FC236}">
                  <a16:creationId xmlns:a16="http://schemas.microsoft.com/office/drawing/2014/main" id="{86D743E9-08EF-3443-A09F-9FD39BD6BF3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" name="Rectangle 52">
              <a:extLst>
                <a:ext uri="{FF2B5EF4-FFF2-40B4-BE49-F238E27FC236}">
                  <a16:creationId xmlns:a16="http://schemas.microsoft.com/office/drawing/2014/main" id="{147C38BE-745B-5043-B214-0B9EA392B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5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2" name="Group 53">
              <a:extLst>
                <a:ext uri="{FF2B5EF4-FFF2-40B4-BE49-F238E27FC236}">
                  <a16:creationId xmlns:a16="http://schemas.microsoft.com/office/drawing/2014/main" id="{FBCFE8CA-D754-EF47-A59B-C987FE1020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7" name="AutoShape 54">
                <a:extLst>
                  <a:ext uri="{FF2B5EF4-FFF2-40B4-BE49-F238E27FC236}">
                    <a16:creationId xmlns:a16="http://schemas.microsoft.com/office/drawing/2014/main" id="{4CB48C03-464D-0344-AF93-DBB0CF1313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27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8" name="AutoShape 55">
                <a:extLst>
                  <a:ext uri="{FF2B5EF4-FFF2-40B4-BE49-F238E27FC236}">
                    <a16:creationId xmlns:a16="http://schemas.microsoft.com/office/drawing/2014/main" id="{9545D198-3BD7-694B-B5DC-4ED4C79FCE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6"/>
                <a:ext cx="694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3" name="Rectangle 56">
              <a:extLst>
                <a:ext uri="{FF2B5EF4-FFF2-40B4-BE49-F238E27FC236}">
                  <a16:creationId xmlns:a16="http://schemas.microsoft.com/office/drawing/2014/main" id="{BB7A1A44-103A-4142-BB05-0C014EC72C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9"/>
              <a:ext cx="595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4" name="Group 57">
              <a:extLst>
                <a:ext uri="{FF2B5EF4-FFF2-40B4-BE49-F238E27FC236}">
                  <a16:creationId xmlns:a16="http://schemas.microsoft.com/office/drawing/2014/main" id="{A7308D7F-AFED-CA43-852A-E750251C67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5" name="AutoShape 58">
                <a:extLst>
                  <a:ext uri="{FF2B5EF4-FFF2-40B4-BE49-F238E27FC236}">
                    <a16:creationId xmlns:a16="http://schemas.microsoft.com/office/drawing/2014/main" id="{72E4409D-5ADE-A147-AA65-DA44996316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9"/>
                <a:ext cx="723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6" name="AutoShape 59">
                <a:extLst>
                  <a:ext uri="{FF2B5EF4-FFF2-40B4-BE49-F238E27FC236}">
                    <a16:creationId xmlns:a16="http://schemas.microsoft.com/office/drawing/2014/main" id="{B7CA2B3C-6AEB-7A43-B3B4-4DF7057698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8"/>
                <a:ext cx="690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5" name="Rectangle 60">
              <a:extLst>
                <a:ext uri="{FF2B5EF4-FFF2-40B4-BE49-F238E27FC236}">
                  <a16:creationId xmlns:a16="http://schemas.microsoft.com/office/drawing/2014/main" id="{BA20BEBE-68B5-1249-B593-1C7CD6B37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57"/>
              <a:ext cx="595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" name="Rectangle 61">
              <a:extLst>
                <a:ext uri="{FF2B5EF4-FFF2-40B4-BE49-F238E27FC236}">
                  <a16:creationId xmlns:a16="http://schemas.microsoft.com/office/drawing/2014/main" id="{E5963EC5-6FAF-A14D-AB16-7FE0DA31DB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5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7" name="Group 62">
              <a:extLst>
                <a:ext uri="{FF2B5EF4-FFF2-40B4-BE49-F238E27FC236}">
                  <a16:creationId xmlns:a16="http://schemas.microsoft.com/office/drawing/2014/main" id="{A8DEC631-5A58-7849-9209-1EB5AB5695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3" name="AutoShape 63">
                <a:extLst>
                  <a:ext uri="{FF2B5EF4-FFF2-40B4-BE49-F238E27FC236}">
                    <a16:creationId xmlns:a16="http://schemas.microsoft.com/office/drawing/2014/main" id="{6FBD34E3-C5B6-E944-B4E7-984347F693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4" name="AutoShape 64">
                <a:extLst>
                  <a:ext uri="{FF2B5EF4-FFF2-40B4-BE49-F238E27FC236}">
                    <a16:creationId xmlns:a16="http://schemas.microsoft.com/office/drawing/2014/main" id="{444700C5-DD16-7045-A6DF-957B4E655D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4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8" name="Freeform 65">
              <a:extLst>
                <a:ext uri="{FF2B5EF4-FFF2-40B4-BE49-F238E27FC236}">
                  <a16:creationId xmlns:a16="http://schemas.microsoft.com/office/drawing/2014/main" id="{210F459F-9F66-B847-B785-6AE02157E12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9" name="Group 66">
              <a:extLst>
                <a:ext uri="{FF2B5EF4-FFF2-40B4-BE49-F238E27FC236}">
                  <a16:creationId xmlns:a16="http://schemas.microsoft.com/office/drawing/2014/main" id="{07904654-EF90-4B4C-B348-E6F299ADAF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1" name="AutoShape 67">
                <a:extLst>
                  <a:ext uri="{FF2B5EF4-FFF2-40B4-BE49-F238E27FC236}">
                    <a16:creationId xmlns:a16="http://schemas.microsoft.com/office/drawing/2014/main" id="{927A6F56-7195-2A4B-A9FF-BD73015A76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2" name="AutoShape 68">
                <a:extLst>
                  <a:ext uri="{FF2B5EF4-FFF2-40B4-BE49-F238E27FC236}">
                    <a16:creationId xmlns:a16="http://schemas.microsoft.com/office/drawing/2014/main" id="{AE3156D8-7946-6043-B3B8-2B13B72930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" name="Rectangle 69">
              <a:extLst>
                <a:ext uri="{FF2B5EF4-FFF2-40B4-BE49-F238E27FC236}">
                  <a16:creationId xmlns:a16="http://schemas.microsoft.com/office/drawing/2014/main" id="{CE18F5A0-5742-0B4F-982F-6BC169203D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32"/>
              <a:ext cx="68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" name="Freeform 70">
              <a:extLst>
                <a:ext uri="{FF2B5EF4-FFF2-40B4-BE49-F238E27FC236}">
                  <a16:creationId xmlns:a16="http://schemas.microsoft.com/office/drawing/2014/main" id="{2BD50CD9-1EF1-ED4C-AFCE-14AD1B90C3B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" name="Freeform 71">
              <a:extLst>
                <a:ext uri="{FF2B5EF4-FFF2-40B4-BE49-F238E27FC236}">
                  <a16:creationId xmlns:a16="http://schemas.microsoft.com/office/drawing/2014/main" id="{577EA932-97EB-4149-8C8C-9011420A3E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" name="Oval 72">
              <a:extLst>
                <a:ext uri="{FF2B5EF4-FFF2-40B4-BE49-F238E27FC236}">
                  <a16:creationId xmlns:a16="http://schemas.microsoft.com/office/drawing/2014/main" id="{49966F96-01DC-0A43-BCBA-D06A3569E5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1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" name="Freeform 73">
              <a:extLst>
                <a:ext uri="{FF2B5EF4-FFF2-40B4-BE49-F238E27FC236}">
                  <a16:creationId xmlns:a16="http://schemas.microsoft.com/office/drawing/2014/main" id="{F1C686DE-B7D5-2148-BCC7-2FAC2C010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" name="AutoShape 74">
              <a:extLst>
                <a:ext uri="{FF2B5EF4-FFF2-40B4-BE49-F238E27FC236}">
                  <a16:creationId xmlns:a16="http://schemas.microsoft.com/office/drawing/2014/main" id="{F82F43AD-BE0F-344E-BEE9-58D59D8256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201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6" name="AutoShape 75">
              <a:extLst>
                <a:ext uri="{FF2B5EF4-FFF2-40B4-BE49-F238E27FC236}">
                  <a16:creationId xmlns:a16="http://schemas.microsoft.com/office/drawing/2014/main" id="{50B859D7-FD53-4C47-95AC-855D1B2F39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" y="2712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7" name="Oval 76">
              <a:extLst>
                <a:ext uri="{FF2B5EF4-FFF2-40B4-BE49-F238E27FC236}">
                  <a16:creationId xmlns:a16="http://schemas.microsoft.com/office/drawing/2014/main" id="{83896475-9FE1-9143-9428-50459AAB8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3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8" name="Oval 77">
              <a:extLst>
                <a:ext uri="{FF2B5EF4-FFF2-40B4-BE49-F238E27FC236}">
                  <a16:creationId xmlns:a16="http://schemas.microsoft.com/office/drawing/2014/main" id="{10EA96BE-EF36-2B49-A03B-AEC865105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3"/>
              <a:ext cx="163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9" name="Oval 78">
              <a:extLst>
                <a:ext uri="{FF2B5EF4-FFF2-40B4-BE49-F238E27FC236}">
                  <a16:creationId xmlns:a16="http://schemas.microsoft.com/office/drawing/2014/main" id="{BE8642C4-0C45-D94F-821D-2190EC5469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0" name="Rectangle 79">
              <a:extLst>
                <a:ext uri="{FF2B5EF4-FFF2-40B4-BE49-F238E27FC236}">
                  <a16:creationId xmlns:a16="http://schemas.microsoft.com/office/drawing/2014/main" id="{C9A770C5-A3F8-D845-B1BA-3D43D933C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8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39EBE0F-55E9-7092-D0FF-841DCB94CA58}"/>
                  </a:ext>
                </a:extLst>
              </p14:cNvPr>
              <p14:cNvContentPartPr/>
              <p14:nvPr/>
            </p14:nvContentPartPr>
            <p14:xfrm>
              <a:off x="2387160" y="2725200"/>
              <a:ext cx="2344680" cy="995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39EBE0F-55E9-7092-D0FF-841DCB94CA5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77800" y="2715840"/>
                <a:ext cx="2363400" cy="1014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05243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3" grpId="0"/>
      <p:bldP spid="14" grpId="0"/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Non-persistent HTTP: example (cont.)</a:t>
            </a:r>
            <a:endParaRPr lang="en-US" sz="4400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4008892-5F15-CD46-8B74-F28D8BF76E3B}"/>
              </a:ext>
            </a:extLst>
          </p:cNvPr>
          <p:cNvSpPr txBox="1">
            <a:spLocks noChangeArrowheads="1"/>
          </p:cNvSpPr>
          <p:nvPr/>
        </p:nvSpPr>
        <p:spPr>
          <a:xfrm>
            <a:off x="809349" y="1351435"/>
            <a:ext cx="7942262" cy="46672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User enters URL:</a:t>
            </a:r>
          </a:p>
        </p:txBody>
      </p:sp>
      <p:sp>
        <p:nvSpPr>
          <p:cNvPr id="21" name="Text Box 15">
            <a:extLst>
              <a:ext uri="{FF2B5EF4-FFF2-40B4-BE49-F238E27FC236}">
                <a16:creationId xmlns:a16="http://schemas.microsoft.com/office/drawing/2014/main" id="{B64D7167-BDDE-A148-84EB-4FB5D33E4E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7390" y="1660654"/>
            <a:ext cx="63784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(containing text, references to 10 jpeg images)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E52A420B-2488-A04D-8D7F-CC71C334B2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8021" y="1414937"/>
            <a:ext cx="7942263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pitchFamily="2" charset="2"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www.someSchool.edu/someDepartment/home.index</a:t>
            </a:r>
          </a:p>
        </p:txBody>
      </p:sp>
      <p:grpSp>
        <p:nvGrpSpPr>
          <p:cNvPr id="23" name="Group 44">
            <a:extLst>
              <a:ext uri="{FF2B5EF4-FFF2-40B4-BE49-F238E27FC236}">
                <a16:creationId xmlns:a16="http://schemas.microsoft.com/office/drawing/2014/main" id="{2394097B-A6BF-8042-8504-A7CA070914D8}"/>
              </a:ext>
            </a:extLst>
          </p:cNvPr>
          <p:cNvGrpSpPr>
            <a:grpSpLocks/>
          </p:cNvGrpSpPr>
          <p:nvPr/>
        </p:nvGrpSpPr>
        <p:grpSpPr bwMode="auto">
          <a:xfrm>
            <a:off x="371687" y="2060763"/>
            <a:ext cx="784845" cy="730423"/>
            <a:chOff x="-44" y="1473"/>
            <a:chExt cx="981" cy="1105"/>
          </a:xfrm>
        </p:grpSpPr>
        <p:pic>
          <p:nvPicPr>
            <p:cNvPr id="24" name="Picture 45" descr="desktop_computer_stylized_medium">
              <a:extLst>
                <a:ext uri="{FF2B5EF4-FFF2-40B4-BE49-F238E27FC236}">
                  <a16:creationId xmlns:a16="http://schemas.microsoft.com/office/drawing/2014/main" id="{807C0FED-FCBE-2D4E-A1F2-CBF2C81D34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" name="Freeform 46">
              <a:extLst>
                <a:ext uri="{FF2B5EF4-FFF2-40B4-BE49-F238E27FC236}">
                  <a16:creationId xmlns:a16="http://schemas.microsoft.com/office/drawing/2014/main" id="{9119D5B0-5ADB-2048-9F8B-D683AC19EAE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6" name="Group 47">
            <a:extLst>
              <a:ext uri="{FF2B5EF4-FFF2-40B4-BE49-F238E27FC236}">
                <a16:creationId xmlns:a16="http://schemas.microsoft.com/office/drawing/2014/main" id="{DB78F20D-7762-EC45-A5F7-9DBB8F599433}"/>
              </a:ext>
            </a:extLst>
          </p:cNvPr>
          <p:cNvGrpSpPr>
            <a:grpSpLocks/>
          </p:cNvGrpSpPr>
          <p:nvPr/>
        </p:nvGrpSpPr>
        <p:grpSpPr bwMode="auto">
          <a:xfrm>
            <a:off x="6367322" y="2347016"/>
            <a:ext cx="286234" cy="640019"/>
            <a:chOff x="4140" y="429"/>
            <a:chExt cx="1425" cy="2396"/>
          </a:xfrm>
        </p:grpSpPr>
        <p:sp>
          <p:nvSpPr>
            <p:cNvPr id="27" name="Freeform 48">
              <a:extLst>
                <a:ext uri="{FF2B5EF4-FFF2-40B4-BE49-F238E27FC236}">
                  <a16:creationId xmlns:a16="http://schemas.microsoft.com/office/drawing/2014/main" id="{9F7835DE-1DB5-554B-9435-F21099237C4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" name="Rectangle 49">
              <a:extLst>
                <a:ext uri="{FF2B5EF4-FFF2-40B4-BE49-F238E27FC236}">
                  <a16:creationId xmlns:a16="http://schemas.microsoft.com/office/drawing/2014/main" id="{D58C67CB-FC2C-6C45-A584-0EE3943CCB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" name="Freeform 50">
              <a:extLst>
                <a:ext uri="{FF2B5EF4-FFF2-40B4-BE49-F238E27FC236}">
                  <a16:creationId xmlns:a16="http://schemas.microsoft.com/office/drawing/2014/main" id="{2E7357FA-BE14-7B45-B9C8-D3AD131C802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" name="Freeform 51">
              <a:extLst>
                <a:ext uri="{FF2B5EF4-FFF2-40B4-BE49-F238E27FC236}">
                  <a16:creationId xmlns:a16="http://schemas.microsoft.com/office/drawing/2014/main" id="{86D743E9-08EF-3443-A09F-9FD39BD6BF3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" name="Rectangle 52">
              <a:extLst>
                <a:ext uri="{FF2B5EF4-FFF2-40B4-BE49-F238E27FC236}">
                  <a16:creationId xmlns:a16="http://schemas.microsoft.com/office/drawing/2014/main" id="{147C38BE-745B-5043-B214-0B9EA392B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5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2" name="Group 53">
              <a:extLst>
                <a:ext uri="{FF2B5EF4-FFF2-40B4-BE49-F238E27FC236}">
                  <a16:creationId xmlns:a16="http://schemas.microsoft.com/office/drawing/2014/main" id="{FBCFE8CA-D754-EF47-A59B-C987FE1020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7" name="AutoShape 54">
                <a:extLst>
                  <a:ext uri="{FF2B5EF4-FFF2-40B4-BE49-F238E27FC236}">
                    <a16:creationId xmlns:a16="http://schemas.microsoft.com/office/drawing/2014/main" id="{4CB48C03-464D-0344-AF93-DBB0CF1313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27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8" name="AutoShape 55">
                <a:extLst>
                  <a:ext uri="{FF2B5EF4-FFF2-40B4-BE49-F238E27FC236}">
                    <a16:creationId xmlns:a16="http://schemas.microsoft.com/office/drawing/2014/main" id="{9545D198-3BD7-694B-B5DC-4ED4C79FCE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6"/>
                <a:ext cx="694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3" name="Rectangle 56">
              <a:extLst>
                <a:ext uri="{FF2B5EF4-FFF2-40B4-BE49-F238E27FC236}">
                  <a16:creationId xmlns:a16="http://schemas.microsoft.com/office/drawing/2014/main" id="{BB7A1A44-103A-4142-BB05-0C014EC72C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9"/>
              <a:ext cx="595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4" name="Group 57">
              <a:extLst>
                <a:ext uri="{FF2B5EF4-FFF2-40B4-BE49-F238E27FC236}">
                  <a16:creationId xmlns:a16="http://schemas.microsoft.com/office/drawing/2014/main" id="{A7308D7F-AFED-CA43-852A-E750251C67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5" name="AutoShape 58">
                <a:extLst>
                  <a:ext uri="{FF2B5EF4-FFF2-40B4-BE49-F238E27FC236}">
                    <a16:creationId xmlns:a16="http://schemas.microsoft.com/office/drawing/2014/main" id="{72E4409D-5ADE-A147-AA65-DA44996316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9"/>
                <a:ext cx="723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6" name="AutoShape 59">
                <a:extLst>
                  <a:ext uri="{FF2B5EF4-FFF2-40B4-BE49-F238E27FC236}">
                    <a16:creationId xmlns:a16="http://schemas.microsoft.com/office/drawing/2014/main" id="{B7CA2B3C-6AEB-7A43-B3B4-4DF7057698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8"/>
                <a:ext cx="690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5" name="Rectangle 60">
              <a:extLst>
                <a:ext uri="{FF2B5EF4-FFF2-40B4-BE49-F238E27FC236}">
                  <a16:creationId xmlns:a16="http://schemas.microsoft.com/office/drawing/2014/main" id="{BA20BEBE-68B5-1249-B593-1C7CD6B37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57"/>
              <a:ext cx="595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" name="Rectangle 61">
              <a:extLst>
                <a:ext uri="{FF2B5EF4-FFF2-40B4-BE49-F238E27FC236}">
                  <a16:creationId xmlns:a16="http://schemas.microsoft.com/office/drawing/2014/main" id="{E5963EC5-6FAF-A14D-AB16-7FE0DA31DB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5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7" name="Group 62">
              <a:extLst>
                <a:ext uri="{FF2B5EF4-FFF2-40B4-BE49-F238E27FC236}">
                  <a16:creationId xmlns:a16="http://schemas.microsoft.com/office/drawing/2014/main" id="{A8DEC631-5A58-7849-9209-1EB5AB5695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3" name="AutoShape 63">
                <a:extLst>
                  <a:ext uri="{FF2B5EF4-FFF2-40B4-BE49-F238E27FC236}">
                    <a16:creationId xmlns:a16="http://schemas.microsoft.com/office/drawing/2014/main" id="{6FBD34E3-C5B6-E944-B4E7-984347F693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4" name="AutoShape 64">
                <a:extLst>
                  <a:ext uri="{FF2B5EF4-FFF2-40B4-BE49-F238E27FC236}">
                    <a16:creationId xmlns:a16="http://schemas.microsoft.com/office/drawing/2014/main" id="{444700C5-DD16-7045-A6DF-957B4E655D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4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8" name="Freeform 65">
              <a:extLst>
                <a:ext uri="{FF2B5EF4-FFF2-40B4-BE49-F238E27FC236}">
                  <a16:creationId xmlns:a16="http://schemas.microsoft.com/office/drawing/2014/main" id="{210F459F-9F66-B847-B785-6AE02157E12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9" name="Group 66">
              <a:extLst>
                <a:ext uri="{FF2B5EF4-FFF2-40B4-BE49-F238E27FC236}">
                  <a16:creationId xmlns:a16="http://schemas.microsoft.com/office/drawing/2014/main" id="{07904654-EF90-4B4C-B348-E6F299ADAF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1" name="AutoShape 67">
                <a:extLst>
                  <a:ext uri="{FF2B5EF4-FFF2-40B4-BE49-F238E27FC236}">
                    <a16:creationId xmlns:a16="http://schemas.microsoft.com/office/drawing/2014/main" id="{927A6F56-7195-2A4B-A9FF-BD73015A76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2" name="AutoShape 68">
                <a:extLst>
                  <a:ext uri="{FF2B5EF4-FFF2-40B4-BE49-F238E27FC236}">
                    <a16:creationId xmlns:a16="http://schemas.microsoft.com/office/drawing/2014/main" id="{AE3156D8-7946-6043-B3B8-2B13B72930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" name="Rectangle 69">
              <a:extLst>
                <a:ext uri="{FF2B5EF4-FFF2-40B4-BE49-F238E27FC236}">
                  <a16:creationId xmlns:a16="http://schemas.microsoft.com/office/drawing/2014/main" id="{CE18F5A0-5742-0B4F-982F-6BC169203D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32"/>
              <a:ext cx="68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" name="Freeform 70">
              <a:extLst>
                <a:ext uri="{FF2B5EF4-FFF2-40B4-BE49-F238E27FC236}">
                  <a16:creationId xmlns:a16="http://schemas.microsoft.com/office/drawing/2014/main" id="{2BD50CD9-1EF1-ED4C-AFCE-14AD1B90C3B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" name="Freeform 71">
              <a:extLst>
                <a:ext uri="{FF2B5EF4-FFF2-40B4-BE49-F238E27FC236}">
                  <a16:creationId xmlns:a16="http://schemas.microsoft.com/office/drawing/2014/main" id="{577EA932-97EB-4149-8C8C-9011420A3E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" name="Oval 72">
              <a:extLst>
                <a:ext uri="{FF2B5EF4-FFF2-40B4-BE49-F238E27FC236}">
                  <a16:creationId xmlns:a16="http://schemas.microsoft.com/office/drawing/2014/main" id="{49966F96-01DC-0A43-BCBA-D06A3569E5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1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" name="Freeform 73">
              <a:extLst>
                <a:ext uri="{FF2B5EF4-FFF2-40B4-BE49-F238E27FC236}">
                  <a16:creationId xmlns:a16="http://schemas.microsoft.com/office/drawing/2014/main" id="{F1C686DE-B7D5-2148-BCC7-2FAC2C010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" name="AutoShape 74">
              <a:extLst>
                <a:ext uri="{FF2B5EF4-FFF2-40B4-BE49-F238E27FC236}">
                  <a16:creationId xmlns:a16="http://schemas.microsoft.com/office/drawing/2014/main" id="{F82F43AD-BE0F-344E-BEE9-58D59D8256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201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6" name="AutoShape 75">
              <a:extLst>
                <a:ext uri="{FF2B5EF4-FFF2-40B4-BE49-F238E27FC236}">
                  <a16:creationId xmlns:a16="http://schemas.microsoft.com/office/drawing/2014/main" id="{50B859D7-FD53-4C47-95AC-855D1B2F39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" y="2712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7" name="Oval 76">
              <a:extLst>
                <a:ext uri="{FF2B5EF4-FFF2-40B4-BE49-F238E27FC236}">
                  <a16:creationId xmlns:a16="http://schemas.microsoft.com/office/drawing/2014/main" id="{83896475-9FE1-9143-9428-50459AAB8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3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8" name="Oval 77">
              <a:extLst>
                <a:ext uri="{FF2B5EF4-FFF2-40B4-BE49-F238E27FC236}">
                  <a16:creationId xmlns:a16="http://schemas.microsoft.com/office/drawing/2014/main" id="{10EA96BE-EF36-2B49-A03B-AEC865105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3"/>
              <a:ext cx="163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9" name="Oval 78">
              <a:extLst>
                <a:ext uri="{FF2B5EF4-FFF2-40B4-BE49-F238E27FC236}">
                  <a16:creationId xmlns:a16="http://schemas.microsoft.com/office/drawing/2014/main" id="{BE8642C4-0C45-D94F-821D-2190EC5469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0" name="Rectangle 79">
              <a:extLst>
                <a:ext uri="{FF2B5EF4-FFF2-40B4-BE49-F238E27FC236}">
                  <a16:creationId xmlns:a16="http://schemas.microsoft.com/office/drawing/2014/main" id="{C9A770C5-A3F8-D845-B1BA-3D43D933C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8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59" name="Rectangle 6">
            <a:extLst>
              <a:ext uri="{FF2B5EF4-FFF2-40B4-BE49-F238E27FC236}">
                <a16:creationId xmlns:a16="http://schemas.microsoft.com/office/drawing/2014/main" id="{F5ECC14E-6AC7-4243-86F2-25BD5F2B8464}"/>
              </a:ext>
            </a:extLst>
          </p:cNvPr>
          <p:cNvSpPr txBox="1">
            <a:spLocks noChangeArrowheads="1"/>
          </p:cNvSpPr>
          <p:nvPr/>
        </p:nvSpPr>
        <p:spPr>
          <a:xfrm>
            <a:off x="798691" y="3200188"/>
            <a:ext cx="5085273" cy="2010122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5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.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HTTP client receives response message containing html file, displays html.  Parsing html file, finds 10 referenced jpeg  objects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0" name="Rectangle 7">
            <a:extLst>
              <a:ext uri="{FF2B5EF4-FFF2-40B4-BE49-F238E27FC236}">
                <a16:creationId xmlns:a16="http://schemas.microsoft.com/office/drawing/2014/main" id="{D3260771-3905-E24E-8B12-64D566C6B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0480" y="4851930"/>
            <a:ext cx="3810000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6.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Steps 1-5 repeated for each of 10 jpeg objects</a:t>
            </a:r>
          </a:p>
        </p:txBody>
      </p:sp>
      <p:sp>
        <p:nvSpPr>
          <p:cNvPr id="61" name="Rectangle 8">
            <a:extLst>
              <a:ext uri="{FF2B5EF4-FFF2-40B4-BE49-F238E27FC236}">
                <a16:creationId xmlns:a16="http://schemas.microsoft.com/office/drawing/2014/main" id="{9E1B76BD-C8EB-7245-9B75-E2D499F3E6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6580" y="2782360"/>
            <a:ext cx="3810000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4.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HTTP server closes TCP connection. </a:t>
            </a:r>
          </a:p>
        </p:txBody>
      </p:sp>
      <p:sp>
        <p:nvSpPr>
          <p:cNvPr id="65" name="Line 17">
            <a:extLst>
              <a:ext uri="{FF2B5EF4-FFF2-40B4-BE49-F238E27FC236}">
                <a16:creationId xmlns:a16="http://schemas.microsoft.com/office/drawing/2014/main" id="{4F85C1F3-F91B-C04C-B746-8E5570895A9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87465" y="3200187"/>
            <a:ext cx="1095375" cy="5238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Line 11">
            <a:extLst>
              <a:ext uri="{FF2B5EF4-FFF2-40B4-BE49-F238E27FC236}">
                <a16:creationId xmlns:a16="http://schemas.microsoft.com/office/drawing/2014/main" id="{F8CE636E-DC4B-BA4E-A771-E70EE904FB25}"/>
              </a:ext>
            </a:extLst>
          </p:cNvPr>
          <p:cNvSpPr>
            <a:spLocks noChangeShapeType="1"/>
          </p:cNvSpPr>
          <p:nvPr/>
        </p:nvSpPr>
        <p:spPr bwMode="auto">
          <a:xfrm>
            <a:off x="798691" y="2868166"/>
            <a:ext cx="10658" cy="3480471"/>
          </a:xfrm>
          <a:prstGeom prst="line">
            <a:avLst/>
          </a:prstGeom>
          <a:noFill/>
          <a:ln w="19050">
            <a:solidFill>
              <a:schemeClr val="bg1">
                <a:lumMod val="6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7" name="Rectangle 13">
            <a:extLst>
              <a:ext uri="{FF2B5EF4-FFF2-40B4-BE49-F238E27FC236}">
                <a16:creationId xmlns:a16="http://schemas.microsoft.com/office/drawing/2014/main" id="{3787AF32-7BD3-C144-BD02-222C429008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358" y="5641558"/>
            <a:ext cx="657225" cy="2952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8" name="Text Box 12">
            <a:extLst>
              <a:ext uri="{FF2B5EF4-FFF2-40B4-BE49-F238E27FC236}">
                <a16:creationId xmlns:a16="http://schemas.microsoft.com/office/drawing/2014/main" id="{B3CFBAD8-5CBD-8B48-A941-3E86D5E65F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883" y="5563771"/>
            <a:ext cx="673100" cy="4064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time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9E5CD71-264D-28FF-1B77-267A8B0E00AE}"/>
                  </a:ext>
                </a:extLst>
              </p14:cNvPr>
              <p14:cNvContentPartPr/>
              <p14:nvPr/>
            </p14:nvContentPartPr>
            <p14:xfrm>
              <a:off x="1413360" y="3117960"/>
              <a:ext cx="8945280" cy="2769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9E5CD71-264D-28FF-1B77-267A8B0E00A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04000" y="3108600"/>
                <a:ext cx="8964000" cy="2787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63266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build="p"/>
      <p:bldP spid="6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Non-persistent HTTP: response time</a:t>
            </a:r>
            <a:endParaRPr lang="en-US" sz="4400" dirty="0"/>
          </a:p>
        </p:txBody>
      </p:sp>
      <p:sp>
        <p:nvSpPr>
          <p:cNvPr id="62" name="Rectangle 3">
            <a:extLst>
              <a:ext uri="{FF2B5EF4-FFF2-40B4-BE49-F238E27FC236}">
                <a16:creationId xmlns:a16="http://schemas.microsoft.com/office/drawing/2014/main" id="{6FDB6615-546D-6440-BBC8-3C06990BF0E4}"/>
              </a:ext>
            </a:extLst>
          </p:cNvPr>
          <p:cNvSpPr txBox="1">
            <a:spLocks noChangeArrowheads="1"/>
          </p:cNvSpPr>
          <p:nvPr/>
        </p:nvSpPr>
        <p:spPr>
          <a:xfrm>
            <a:off x="736393" y="1919178"/>
            <a:ext cx="5683502" cy="3337334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RTT (definition):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time for a small packet to travel from client to server and back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HTTP response time (per object):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one RTT to initiate TCP connection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one RTT for HTTP request and first few bytes of HTTP response to return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object/file transmission time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3" name="Line 15">
            <a:extLst>
              <a:ext uri="{FF2B5EF4-FFF2-40B4-BE49-F238E27FC236}">
                <a16:creationId xmlns:a16="http://schemas.microsoft.com/office/drawing/2014/main" id="{4929D219-0DD0-EE4D-B40F-3D0B3F80F653}"/>
              </a:ext>
            </a:extLst>
          </p:cNvPr>
          <p:cNvSpPr>
            <a:spLocks noChangeShapeType="1"/>
          </p:cNvSpPr>
          <p:nvPr/>
        </p:nvSpPr>
        <p:spPr bwMode="auto">
          <a:xfrm>
            <a:off x="8197229" y="2671284"/>
            <a:ext cx="0" cy="2832100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4" name="Line 16">
            <a:extLst>
              <a:ext uri="{FF2B5EF4-FFF2-40B4-BE49-F238E27FC236}">
                <a16:creationId xmlns:a16="http://schemas.microsoft.com/office/drawing/2014/main" id="{8CAAC30A-AACE-CA43-94F8-6356C7DBF909}"/>
              </a:ext>
            </a:extLst>
          </p:cNvPr>
          <p:cNvSpPr>
            <a:spLocks noChangeShapeType="1"/>
          </p:cNvSpPr>
          <p:nvPr/>
        </p:nvSpPr>
        <p:spPr bwMode="auto">
          <a:xfrm>
            <a:off x="9887916" y="2664934"/>
            <a:ext cx="0" cy="2881312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9" name="Line 17">
            <a:extLst>
              <a:ext uri="{FF2B5EF4-FFF2-40B4-BE49-F238E27FC236}">
                <a16:creationId xmlns:a16="http://schemas.microsoft.com/office/drawing/2014/main" id="{AF42B5BB-493F-1A4F-A479-A45F6B47212F}"/>
              </a:ext>
            </a:extLst>
          </p:cNvPr>
          <p:cNvSpPr>
            <a:spLocks noChangeShapeType="1"/>
          </p:cNvSpPr>
          <p:nvPr/>
        </p:nvSpPr>
        <p:spPr bwMode="auto">
          <a:xfrm>
            <a:off x="8211516" y="2903059"/>
            <a:ext cx="1684338" cy="390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0" name="Line 18">
            <a:extLst>
              <a:ext uri="{FF2B5EF4-FFF2-40B4-BE49-F238E27FC236}">
                <a16:creationId xmlns:a16="http://schemas.microsoft.com/office/drawing/2014/main" id="{C9AE042D-B868-CC49-B9F2-374B1A84C6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97229" y="3341209"/>
            <a:ext cx="1673225" cy="403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1" name="Line 19">
            <a:extLst>
              <a:ext uri="{FF2B5EF4-FFF2-40B4-BE49-F238E27FC236}">
                <a16:creationId xmlns:a16="http://schemas.microsoft.com/office/drawing/2014/main" id="{99C22C7D-D82A-5C41-99D1-EA13F124371E}"/>
              </a:ext>
            </a:extLst>
          </p:cNvPr>
          <p:cNvSpPr>
            <a:spLocks noChangeShapeType="1"/>
          </p:cNvSpPr>
          <p:nvPr/>
        </p:nvSpPr>
        <p:spPr bwMode="auto">
          <a:xfrm>
            <a:off x="8205166" y="3849209"/>
            <a:ext cx="1684338" cy="390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3" name="AutoShape 21">
            <a:extLst>
              <a:ext uri="{FF2B5EF4-FFF2-40B4-BE49-F238E27FC236}">
                <a16:creationId xmlns:a16="http://schemas.microsoft.com/office/drawing/2014/main" id="{DD02DF36-65CF-F14E-88DF-53BB17EBFDA7}"/>
              </a:ext>
            </a:extLst>
          </p:cNvPr>
          <p:cNvSpPr>
            <a:spLocks/>
          </p:cNvSpPr>
          <p:nvPr/>
        </p:nvSpPr>
        <p:spPr bwMode="auto">
          <a:xfrm>
            <a:off x="9903942" y="4249143"/>
            <a:ext cx="99857" cy="161739"/>
          </a:xfrm>
          <a:prstGeom prst="rightBrace">
            <a:avLst>
              <a:gd name="adj1" fmla="val 2039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4" name="Text Box 22">
            <a:extLst>
              <a:ext uri="{FF2B5EF4-FFF2-40B4-BE49-F238E27FC236}">
                <a16:creationId xmlns:a16="http://schemas.microsoft.com/office/drawing/2014/main" id="{CCB0A876-D266-4A45-A302-8A1ECD42C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7454" y="3944459"/>
            <a:ext cx="1123577" cy="879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time to </a:t>
            </a:r>
          </a:p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transmit </a:t>
            </a:r>
          </a:p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file</a:t>
            </a:r>
          </a:p>
        </p:txBody>
      </p:sp>
      <p:sp>
        <p:nvSpPr>
          <p:cNvPr id="75" name="Line 23">
            <a:extLst>
              <a:ext uri="{FF2B5EF4-FFF2-40B4-BE49-F238E27FC236}">
                <a16:creationId xmlns:a16="http://schemas.microsoft.com/office/drawing/2014/main" id="{5718D752-EA30-EF40-828E-5D0FFEB1DBD8}"/>
              </a:ext>
            </a:extLst>
          </p:cNvPr>
          <p:cNvSpPr>
            <a:spLocks noChangeShapeType="1"/>
          </p:cNvSpPr>
          <p:nvPr/>
        </p:nvSpPr>
        <p:spPr bwMode="auto">
          <a:xfrm>
            <a:off x="7806704" y="2877659"/>
            <a:ext cx="39052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6" name="Text Box 24">
            <a:extLst>
              <a:ext uri="{FF2B5EF4-FFF2-40B4-BE49-F238E27FC236}">
                <a16:creationId xmlns:a16="http://schemas.microsoft.com/office/drawing/2014/main" id="{8BC58F30-FF48-FF4E-819B-1E40B90957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660" y="2563010"/>
            <a:ext cx="1363707" cy="617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initiate TCP</a:t>
            </a:r>
          </a:p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connection</a:t>
            </a:r>
          </a:p>
        </p:txBody>
      </p:sp>
      <p:sp>
        <p:nvSpPr>
          <p:cNvPr id="77" name="AutoShape 25">
            <a:extLst>
              <a:ext uri="{FF2B5EF4-FFF2-40B4-BE49-F238E27FC236}">
                <a16:creationId xmlns:a16="http://schemas.microsoft.com/office/drawing/2014/main" id="{1676996C-B2C6-6440-BDFC-70D850B75C3C}"/>
              </a:ext>
            </a:extLst>
          </p:cNvPr>
          <p:cNvSpPr>
            <a:spLocks/>
          </p:cNvSpPr>
          <p:nvPr/>
        </p:nvSpPr>
        <p:spPr bwMode="auto">
          <a:xfrm>
            <a:off x="7941641" y="2928459"/>
            <a:ext cx="128588" cy="803275"/>
          </a:xfrm>
          <a:prstGeom prst="leftBrace">
            <a:avLst>
              <a:gd name="adj1" fmla="val 5205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8" name="Text Box 26">
            <a:extLst>
              <a:ext uri="{FF2B5EF4-FFF2-40B4-BE49-F238E27FC236}">
                <a16:creationId xmlns:a16="http://schemas.microsoft.com/office/drawing/2014/main" id="{86DB8643-EF07-8F4F-9625-5A4CA4A15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9041" y="3139596"/>
            <a:ext cx="575222" cy="356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RTT</a:t>
            </a:r>
          </a:p>
        </p:txBody>
      </p:sp>
      <p:sp>
        <p:nvSpPr>
          <p:cNvPr id="79" name="Line 27">
            <a:extLst>
              <a:ext uri="{FF2B5EF4-FFF2-40B4-BE49-F238E27FC236}">
                <a16:creationId xmlns:a16="http://schemas.microsoft.com/office/drawing/2014/main" id="{981309A0-6209-8843-8011-139102021A78}"/>
              </a:ext>
            </a:extLst>
          </p:cNvPr>
          <p:cNvSpPr>
            <a:spLocks noChangeShapeType="1"/>
          </p:cNvSpPr>
          <p:nvPr/>
        </p:nvSpPr>
        <p:spPr bwMode="auto">
          <a:xfrm>
            <a:off x="7855916" y="3782534"/>
            <a:ext cx="3540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0" name="Text Box 28">
            <a:extLst>
              <a:ext uri="{FF2B5EF4-FFF2-40B4-BE49-F238E27FC236}">
                <a16:creationId xmlns:a16="http://schemas.microsoft.com/office/drawing/2014/main" id="{F8F4F9A2-8F8A-0A49-A582-7B28C50C80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3113" y="3589815"/>
            <a:ext cx="1969956" cy="356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request file</a:t>
            </a:r>
          </a:p>
        </p:txBody>
      </p:sp>
      <p:sp>
        <p:nvSpPr>
          <p:cNvPr id="81" name="AutoShape 29">
            <a:extLst>
              <a:ext uri="{FF2B5EF4-FFF2-40B4-BE49-F238E27FC236}">
                <a16:creationId xmlns:a16="http://schemas.microsoft.com/office/drawing/2014/main" id="{38B5D7F5-BB3A-C042-A65C-E340A56B8131}"/>
              </a:ext>
            </a:extLst>
          </p:cNvPr>
          <p:cNvSpPr>
            <a:spLocks/>
          </p:cNvSpPr>
          <p:nvPr/>
        </p:nvSpPr>
        <p:spPr bwMode="auto">
          <a:xfrm>
            <a:off x="7947991" y="3838096"/>
            <a:ext cx="128588" cy="803275"/>
          </a:xfrm>
          <a:prstGeom prst="leftBrace">
            <a:avLst>
              <a:gd name="adj1" fmla="val 5205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2" name="Text Box 30">
            <a:extLst>
              <a:ext uri="{FF2B5EF4-FFF2-40B4-BE49-F238E27FC236}">
                <a16:creationId xmlns:a16="http://schemas.microsoft.com/office/drawing/2014/main" id="{F6FF37B4-B442-4047-946B-77B07E91C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8091" y="4061934"/>
            <a:ext cx="575222" cy="356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RTT</a:t>
            </a:r>
          </a:p>
        </p:txBody>
      </p:sp>
      <p:sp>
        <p:nvSpPr>
          <p:cNvPr id="83" name="Line 35">
            <a:extLst>
              <a:ext uri="{FF2B5EF4-FFF2-40B4-BE49-F238E27FC236}">
                <a16:creationId xmlns:a16="http://schemas.microsoft.com/office/drawing/2014/main" id="{1D97958B-3B35-E742-B7C6-848FC7C172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18988" y="4805006"/>
            <a:ext cx="361323" cy="2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4" name="Text Box 36">
            <a:extLst>
              <a:ext uri="{FF2B5EF4-FFF2-40B4-BE49-F238E27FC236}">
                <a16:creationId xmlns:a16="http://schemas.microsoft.com/office/drawing/2014/main" id="{24A3B2D9-8989-434A-9FC2-223A7BF47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5684" y="4617233"/>
            <a:ext cx="1647627" cy="356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file received</a:t>
            </a:r>
          </a:p>
        </p:txBody>
      </p:sp>
      <p:sp>
        <p:nvSpPr>
          <p:cNvPr id="85" name="Text Box 37">
            <a:extLst>
              <a:ext uri="{FF2B5EF4-FFF2-40B4-BE49-F238E27FC236}">
                <a16:creationId xmlns:a16="http://schemas.microsoft.com/office/drawing/2014/main" id="{5F7EC06B-E293-DF46-888B-439F61ED31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1804" y="5517671"/>
            <a:ext cx="663964" cy="356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time</a:t>
            </a:r>
          </a:p>
        </p:txBody>
      </p:sp>
      <p:sp>
        <p:nvSpPr>
          <p:cNvPr id="86" name="Text Box 38">
            <a:extLst>
              <a:ext uri="{FF2B5EF4-FFF2-40B4-BE49-F238E27FC236}">
                <a16:creationId xmlns:a16="http://schemas.microsoft.com/office/drawing/2014/main" id="{29F1D00D-DC1A-684B-8E6D-3829DD4163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49791" y="5500209"/>
            <a:ext cx="6639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time</a:t>
            </a:r>
          </a:p>
        </p:txBody>
      </p:sp>
      <p:grpSp>
        <p:nvGrpSpPr>
          <p:cNvPr id="87" name="Group 43">
            <a:extLst>
              <a:ext uri="{FF2B5EF4-FFF2-40B4-BE49-F238E27FC236}">
                <a16:creationId xmlns:a16="http://schemas.microsoft.com/office/drawing/2014/main" id="{541F6086-47C8-874D-8AA5-F7E42EE4D031}"/>
              </a:ext>
            </a:extLst>
          </p:cNvPr>
          <p:cNvGrpSpPr>
            <a:grpSpLocks/>
          </p:cNvGrpSpPr>
          <p:nvPr/>
        </p:nvGrpSpPr>
        <p:grpSpPr bwMode="auto">
          <a:xfrm>
            <a:off x="9687891" y="1898171"/>
            <a:ext cx="423863" cy="684213"/>
            <a:chOff x="4140" y="429"/>
            <a:chExt cx="1425" cy="2396"/>
          </a:xfrm>
        </p:grpSpPr>
        <p:sp>
          <p:nvSpPr>
            <p:cNvPr id="88" name="Freeform 44">
              <a:extLst>
                <a:ext uri="{FF2B5EF4-FFF2-40B4-BE49-F238E27FC236}">
                  <a16:creationId xmlns:a16="http://schemas.microsoft.com/office/drawing/2014/main" id="{6DAF6B62-B819-F74E-96B5-61332060022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9" name="Rectangle 45">
              <a:extLst>
                <a:ext uri="{FF2B5EF4-FFF2-40B4-BE49-F238E27FC236}">
                  <a16:creationId xmlns:a16="http://schemas.microsoft.com/office/drawing/2014/main" id="{50F7D37B-F313-5C49-8576-42FF33D8D9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51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0" name="Freeform 46">
              <a:extLst>
                <a:ext uri="{FF2B5EF4-FFF2-40B4-BE49-F238E27FC236}">
                  <a16:creationId xmlns:a16="http://schemas.microsoft.com/office/drawing/2014/main" id="{87E40F45-93DC-2B4E-ADDC-55D37D40B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1" name="Freeform 47">
              <a:extLst>
                <a:ext uri="{FF2B5EF4-FFF2-40B4-BE49-F238E27FC236}">
                  <a16:creationId xmlns:a16="http://schemas.microsoft.com/office/drawing/2014/main" id="{7B112D55-79F9-1F4D-B446-8C88751FFEC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2" name="Rectangle 48">
              <a:extLst>
                <a:ext uri="{FF2B5EF4-FFF2-40B4-BE49-F238E27FC236}">
                  <a16:creationId xmlns:a16="http://schemas.microsoft.com/office/drawing/2014/main" id="{956D8EF0-FF87-9E4B-887E-2B313EF776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0"/>
              <a:ext cx="598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93" name="Group 49">
              <a:extLst>
                <a:ext uri="{FF2B5EF4-FFF2-40B4-BE49-F238E27FC236}">
                  <a16:creationId xmlns:a16="http://schemas.microsoft.com/office/drawing/2014/main" id="{66F581E1-4301-C04A-BC92-0FE36983E2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18" name="AutoShape 50">
                <a:extLst>
                  <a:ext uri="{FF2B5EF4-FFF2-40B4-BE49-F238E27FC236}">
                    <a16:creationId xmlns:a16="http://schemas.microsoft.com/office/drawing/2014/main" id="{060EE10F-40BB-F147-A18B-D592D49006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6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9" name="AutoShape 51">
                <a:extLst>
                  <a:ext uri="{FF2B5EF4-FFF2-40B4-BE49-F238E27FC236}">
                    <a16:creationId xmlns:a16="http://schemas.microsoft.com/office/drawing/2014/main" id="{964C81AE-2600-6248-820C-48DB107C0A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94" name="Rectangle 52">
              <a:extLst>
                <a:ext uri="{FF2B5EF4-FFF2-40B4-BE49-F238E27FC236}">
                  <a16:creationId xmlns:a16="http://schemas.microsoft.com/office/drawing/2014/main" id="{0B3B5D85-0106-D947-B9AB-3DEF402BDE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8"/>
              <a:ext cx="592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95" name="Group 53">
              <a:extLst>
                <a:ext uri="{FF2B5EF4-FFF2-40B4-BE49-F238E27FC236}">
                  <a16:creationId xmlns:a16="http://schemas.microsoft.com/office/drawing/2014/main" id="{21E327E2-0D3F-BB45-88FA-94BE824723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16" name="AutoShape 54">
                <a:extLst>
                  <a:ext uri="{FF2B5EF4-FFF2-40B4-BE49-F238E27FC236}">
                    <a16:creationId xmlns:a16="http://schemas.microsoft.com/office/drawing/2014/main" id="{A09779CB-5E1C-FF46-9276-B827DEE6BD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7" name="AutoShape 55">
                <a:extLst>
                  <a:ext uri="{FF2B5EF4-FFF2-40B4-BE49-F238E27FC236}">
                    <a16:creationId xmlns:a16="http://schemas.microsoft.com/office/drawing/2014/main" id="{67162A33-48AB-8447-8BA1-9899B1EFA7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7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96" name="Rectangle 56">
              <a:extLst>
                <a:ext uri="{FF2B5EF4-FFF2-40B4-BE49-F238E27FC236}">
                  <a16:creationId xmlns:a16="http://schemas.microsoft.com/office/drawing/2014/main" id="{C0727CA6-9309-D04B-829F-614EF5BEA3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7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7" name="Rectangle 57">
              <a:extLst>
                <a:ext uri="{FF2B5EF4-FFF2-40B4-BE49-F238E27FC236}">
                  <a16:creationId xmlns:a16="http://schemas.microsoft.com/office/drawing/2014/main" id="{17B7496E-619F-B745-A3B6-4EDDE39B52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658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98" name="Group 58">
              <a:extLst>
                <a:ext uri="{FF2B5EF4-FFF2-40B4-BE49-F238E27FC236}">
                  <a16:creationId xmlns:a16="http://schemas.microsoft.com/office/drawing/2014/main" id="{B3F5CCBA-FB37-F741-A1BE-6A326312AB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14" name="AutoShape 59">
                <a:extLst>
                  <a:ext uri="{FF2B5EF4-FFF2-40B4-BE49-F238E27FC236}">
                    <a16:creationId xmlns:a16="http://schemas.microsoft.com/office/drawing/2014/main" id="{DEAAF06F-764B-A04C-A4F4-4AF808C89F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81"/>
                <a:ext cx="731" cy="12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5" name="AutoShape 60">
                <a:extLst>
                  <a:ext uri="{FF2B5EF4-FFF2-40B4-BE49-F238E27FC236}">
                    <a16:creationId xmlns:a16="http://schemas.microsoft.com/office/drawing/2014/main" id="{73A61CB6-ED08-FD4B-8F83-3336B8F827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86"/>
                <a:ext cx="698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99" name="Freeform 61">
              <a:extLst>
                <a:ext uri="{FF2B5EF4-FFF2-40B4-BE49-F238E27FC236}">
                  <a16:creationId xmlns:a16="http://schemas.microsoft.com/office/drawing/2014/main" id="{1AB063BC-5497-FD41-9B58-4C27970B62E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100" name="Group 62">
              <a:extLst>
                <a:ext uri="{FF2B5EF4-FFF2-40B4-BE49-F238E27FC236}">
                  <a16:creationId xmlns:a16="http://schemas.microsoft.com/office/drawing/2014/main" id="{20634D40-DCFD-8449-B684-70B31A9B35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12" name="AutoShape 63">
                <a:extLst>
                  <a:ext uri="{FF2B5EF4-FFF2-40B4-BE49-F238E27FC236}">
                    <a16:creationId xmlns:a16="http://schemas.microsoft.com/office/drawing/2014/main" id="{F58EC583-5702-1E4B-A6F2-1309BD877B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6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3" name="AutoShape 64">
                <a:extLst>
                  <a:ext uri="{FF2B5EF4-FFF2-40B4-BE49-F238E27FC236}">
                    <a16:creationId xmlns:a16="http://schemas.microsoft.com/office/drawing/2014/main" id="{DB3DA62B-8007-4E4C-93B9-0F102F104C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7"/>
                <a:ext cx="691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01" name="Rectangle 65">
              <a:extLst>
                <a:ext uri="{FF2B5EF4-FFF2-40B4-BE49-F238E27FC236}">
                  <a16:creationId xmlns:a16="http://schemas.microsoft.com/office/drawing/2014/main" id="{C31A2516-63E0-E740-AE1D-B59F6C9769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2" name="Freeform 66">
              <a:extLst>
                <a:ext uri="{FF2B5EF4-FFF2-40B4-BE49-F238E27FC236}">
                  <a16:creationId xmlns:a16="http://schemas.microsoft.com/office/drawing/2014/main" id="{B8246D8C-6855-C044-A8BA-8F170062C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3" name="Freeform 67">
              <a:extLst>
                <a:ext uri="{FF2B5EF4-FFF2-40B4-BE49-F238E27FC236}">
                  <a16:creationId xmlns:a16="http://schemas.microsoft.com/office/drawing/2014/main" id="{924E847A-F4E0-DA4B-8D4E-A56FEAA691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4" name="Oval 68">
              <a:extLst>
                <a:ext uri="{FF2B5EF4-FFF2-40B4-BE49-F238E27FC236}">
                  <a16:creationId xmlns:a16="http://schemas.microsoft.com/office/drawing/2014/main" id="{8CAE9087-3C8E-F24B-A512-CEB1940F02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5" name="Freeform 69">
              <a:extLst>
                <a:ext uri="{FF2B5EF4-FFF2-40B4-BE49-F238E27FC236}">
                  <a16:creationId xmlns:a16="http://schemas.microsoft.com/office/drawing/2014/main" id="{2AB5FE84-419E-EB41-B46F-B90EA8215F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6" name="AutoShape 70">
              <a:extLst>
                <a:ext uri="{FF2B5EF4-FFF2-40B4-BE49-F238E27FC236}">
                  <a16:creationId xmlns:a16="http://schemas.microsoft.com/office/drawing/2014/main" id="{5044997C-6434-1F4E-951A-58848E5284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201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7" name="AutoShape 71">
              <a:extLst>
                <a:ext uri="{FF2B5EF4-FFF2-40B4-BE49-F238E27FC236}">
                  <a16:creationId xmlns:a16="http://schemas.microsoft.com/office/drawing/2014/main" id="{E0E22BAF-7B23-B44C-827B-153E00211A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08"/>
              <a:ext cx="1073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8" name="Oval 72">
              <a:extLst>
                <a:ext uri="{FF2B5EF4-FFF2-40B4-BE49-F238E27FC236}">
                  <a16:creationId xmlns:a16="http://schemas.microsoft.com/office/drawing/2014/main" id="{E772A220-7A72-DF4C-B4F3-72E6DDF1F7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9" name="Oval 73">
              <a:extLst>
                <a:ext uri="{FF2B5EF4-FFF2-40B4-BE49-F238E27FC236}">
                  <a16:creationId xmlns:a16="http://schemas.microsoft.com/office/drawing/2014/main" id="{E52F28FE-19A0-E943-AE0B-DEEA922220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10" name="Oval 74">
              <a:extLst>
                <a:ext uri="{FF2B5EF4-FFF2-40B4-BE49-F238E27FC236}">
                  <a16:creationId xmlns:a16="http://schemas.microsoft.com/office/drawing/2014/main" id="{679A21A4-960E-C240-991F-7A91E9D33D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1" name="Rectangle 75">
              <a:extLst>
                <a:ext uri="{FF2B5EF4-FFF2-40B4-BE49-F238E27FC236}">
                  <a16:creationId xmlns:a16="http://schemas.microsoft.com/office/drawing/2014/main" id="{5FE7BC29-1F3A-FC4D-B0A8-E7C985E219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20" name="Group 76">
            <a:extLst>
              <a:ext uri="{FF2B5EF4-FFF2-40B4-BE49-F238E27FC236}">
                <a16:creationId xmlns:a16="http://schemas.microsoft.com/office/drawing/2014/main" id="{ACB35F9B-E584-6A4C-A928-821626F2884C}"/>
              </a:ext>
            </a:extLst>
          </p:cNvPr>
          <p:cNvGrpSpPr>
            <a:grpSpLocks/>
          </p:cNvGrpSpPr>
          <p:nvPr/>
        </p:nvGrpSpPr>
        <p:grpSpPr bwMode="auto">
          <a:xfrm>
            <a:off x="7686054" y="1920396"/>
            <a:ext cx="698500" cy="709613"/>
            <a:chOff x="-44" y="1473"/>
            <a:chExt cx="981" cy="1105"/>
          </a:xfrm>
        </p:grpSpPr>
        <p:pic>
          <p:nvPicPr>
            <p:cNvPr id="121" name="Picture 77" descr="desktop_computer_stylized_medium">
              <a:extLst>
                <a:ext uri="{FF2B5EF4-FFF2-40B4-BE49-F238E27FC236}">
                  <a16:creationId xmlns:a16="http://schemas.microsoft.com/office/drawing/2014/main" id="{C2C6AD66-1148-CD4D-99F7-5C6A689E28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2" name="Freeform 78">
              <a:extLst>
                <a:ext uri="{FF2B5EF4-FFF2-40B4-BE49-F238E27FC236}">
                  <a16:creationId xmlns:a16="http://schemas.microsoft.com/office/drawing/2014/main" id="{40C43405-EE8F-6348-9658-64CCF319FF4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Freeform 1">
            <a:extLst>
              <a:ext uri="{FF2B5EF4-FFF2-40B4-BE49-F238E27FC236}">
                <a16:creationId xmlns:a16="http://schemas.microsoft.com/office/drawing/2014/main" id="{2D3ED81E-7823-0B47-8E02-97411E72ACFD}"/>
              </a:ext>
            </a:extLst>
          </p:cNvPr>
          <p:cNvSpPr/>
          <p:nvPr/>
        </p:nvSpPr>
        <p:spPr>
          <a:xfrm>
            <a:off x="8188984" y="4246818"/>
            <a:ext cx="1700270" cy="558188"/>
          </a:xfrm>
          <a:custGeom>
            <a:avLst/>
            <a:gdLst>
              <a:gd name="connsiteX0" fmla="*/ 0 w 1700270"/>
              <a:gd name="connsiteY0" fmla="*/ 389262 h 543498"/>
              <a:gd name="connsiteX1" fmla="*/ 1700270 w 1700270"/>
              <a:gd name="connsiteY1" fmla="*/ 0 h 543498"/>
              <a:gd name="connsiteX2" fmla="*/ 1696598 w 1700270"/>
              <a:gd name="connsiteY2" fmla="*/ 176269 h 543498"/>
              <a:gd name="connsiteX3" fmla="*/ 0 w 1700270"/>
              <a:gd name="connsiteY3" fmla="*/ 543498 h 543498"/>
              <a:gd name="connsiteX4" fmla="*/ 0 w 1700270"/>
              <a:gd name="connsiteY4" fmla="*/ 389262 h 543498"/>
              <a:gd name="connsiteX0" fmla="*/ 0 w 1700270"/>
              <a:gd name="connsiteY0" fmla="*/ 389262 h 558188"/>
              <a:gd name="connsiteX1" fmla="*/ 1700270 w 1700270"/>
              <a:gd name="connsiteY1" fmla="*/ 0 h 558188"/>
              <a:gd name="connsiteX2" fmla="*/ 1696598 w 1700270"/>
              <a:gd name="connsiteY2" fmla="*/ 176269 h 558188"/>
              <a:gd name="connsiteX3" fmla="*/ 7344 w 1700270"/>
              <a:gd name="connsiteY3" fmla="*/ 558188 h 558188"/>
              <a:gd name="connsiteX4" fmla="*/ 0 w 1700270"/>
              <a:gd name="connsiteY4" fmla="*/ 389262 h 558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00270" h="558188">
                <a:moveTo>
                  <a:pt x="0" y="389262"/>
                </a:moveTo>
                <a:lnTo>
                  <a:pt x="1700270" y="0"/>
                </a:lnTo>
                <a:lnTo>
                  <a:pt x="1696598" y="176269"/>
                </a:lnTo>
                <a:lnTo>
                  <a:pt x="7344" y="558188"/>
                </a:lnTo>
                <a:lnTo>
                  <a:pt x="0" y="389262"/>
                </a:lnTo>
                <a:close/>
              </a:path>
            </a:pathLst>
          </a:custGeom>
          <a:solidFill>
            <a:srgbClr val="0000A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3" name="AutoShape 21">
            <a:extLst>
              <a:ext uri="{FF2B5EF4-FFF2-40B4-BE49-F238E27FC236}">
                <a16:creationId xmlns:a16="http://schemas.microsoft.com/office/drawing/2014/main" id="{B46E8531-A1AB-F94F-83A6-88018FC274AE}"/>
              </a:ext>
            </a:extLst>
          </p:cNvPr>
          <p:cNvSpPr>
            <a:spLocks/>
          </p:cNvSpPr>
          <p:nvPr/>
        </p:nvSpPr>
        <p:spPr bwMode="auto">
          <a:xfrm flipH="1" flipV="1">
            <a:off x="8069711" y="4643267"/>
            <a:ext cx="99857" cy="161739"/>
          </a:xfrm>
          <a:prstGeom prst="rightBrace">
            <a:avLst>
              <a:gd name="adj1" fmla="val 2039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BF7570-9992-2546-969B-3F60B086818E}"/>
              </a:ext>
            </a:extLst>
          </p:cNvPr>
          <p:cNvSpPr txBox="1"/>
          <p:nvPr/>
        </p:nvSpPr>
        <p:spPr>
          <a:xfrm>
            <a:off x="1056514" y="5919854"/>
            <a:ext cx="925724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Non-persistent HTTP response time =  2RTT+ file transmission  time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2D6F66C-8105-8A97-E378-286ACDA01B4D}"/>
                  </a:ext>
                </a:extLst>
              </p14:cNvPr>
              <p14:cNvContentPartPr/>
              <p14:nvPr/>
            </p14:nvContentPartPr>
            <p14:xfrm>
              <a:off x="7908480" y="4546440"/>
              <a:ext cx="483120" cy="565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2D6F66C-8105-8A97-E378-286ACDA01B4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99120" y="4537080"/>
                <a:ext cx="501840" cy="583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74712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Persistent HTTP </a:t>
            </a:r>
            <a:r>
              <a:rPr lang="en-US" altLang="en-US" sz="3200" dirty="0">
                <a:cs typeface="Calibri" panose="020F0502020204030204" pitchFamily="34" charset="0"/>
              </a:rPr>
              <a:t>(HTTP 1.1)</a:t>
            </a:r>
            <a:endParaRPr lang="en-US" sz="44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B14C937-79C9-6642-8B0C-15F130B4AF98}"/>
              </a:ext>
            </a:extLst>
          </p:cNvPr>
          <p:cNvSpPr txBox="1">
            <a:spLocks noChangeArrowheads="1"/>
          </p:cNvSpPr>
          <p:nvPr/>
        </p:nvSpPr>
        <p:spPr>
          <a:xfrm>
            <a:off x="798691" y="1401764"/>
            <a:ext cx="5165547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0188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Non-persistent HTTP issues:</a:t>
            </a:r>
          </a:p>
          <a:p>
            <a:pPr marL="346075" marR="0" lvl="0" indent="-2174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requires 2 RTTs per object</a:t>
            </a:r>
          </a:p>
          <a:p>
            <a:pPr marL="346075" marR="0" lvl="0" indent="-2174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OS overhead for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each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TCP connection</a:t>
            </a:r>
          </a:p>
          <a:p>
            <a:pPr marL="346075" marR="0" lvl="0" indent="-2174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browsers often open multiple parallel TCP connections to fetch referenced objects in parallel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996C596E-CBDC-1641-AE54-06AC7ADF3759}"/>
              </a:ext>
            </a:extLst>
          </p:cNvPr>
          <p:cNvSpPr txBox="1">
            <a:spLocks noChangeArrowheads="1"/>
          </p:cNvSpPr>
          <p:nvPr/>
        </p:nvSpPr>
        <p:spPr>
          <a:xfrm>
            <a:off x="6227762" y="1414463"/>
            <a:ext cx="5735053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0188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Persistent  HTTP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(HTTP1.1):</a:t>
            </a:r>
            <a:endParaRPr kumimoji="0" lang="en-US" sz="3200" b="0" i="1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6075" marR="0" lvl="0" indent="-2174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server leaves connection open after sending response</a:t>
            </a:r>
          </a:p>
          <a:p>
            <a:pPr marL="346075" marR="0" lvl="0" indent="-2174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subsequent HTTP messages  between same client/server sent over open connection</a:t>
            </a:r>
          </a:p>
          <a:p>
            <a:pPr marL="346075" marR="0" lvl="0" indent="-2174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client sends requests as soon as it encounters a referenced object</a:t>
            </a:r>
          </a:p>
          <a:p>
            <a:pPr marL="346075" marR="0" lvl="0" indent="-2174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 little as one RTT for all the referenced objects (cutting response time in half)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72127A0-341B-F6B0-2BC4-F3FEB1F0459A}"/>
                  </a:ext>
                </a:extLst>
              </p14:cNvPr>
              <p14:cNvContentPartPr/>
              <p14:nvPr/>
            </p14:nvContentPartPr>
            <p14:xfrm>
              <a:off x="10301400" y="3693240"/>
              <a:ext cx="26280" cy="16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72127A0-341B-F6B0-2BC4-F3FEB1F0459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292040" y="3683880"/>
                <a:ext cx="45000" cy="34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62596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Pipelining</a:t>
            </a:r>
          </a:p>
        </p:txBody>
      </p:sp>
      <p:sp>
        <p:nvSpPr>
          <p:cNvPr id="665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Issue multiple requests at a time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Don’t have to wait for previous response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More efficient use of link</a:t>
            </a: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Use carefully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POST requests should not be pipelined (changes server state)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GET/HEAD requests are usually okay</a:t>
            </a:r>
          </a:p>
        </p:txBody>
      </p:sp>
    </p:spTree>
    <p:extLst>
      <p:ext uri="{BB962C8B-B14F-4D97-AF65-F5344CB8AC3E}">
        <p14:creationId xmlns:p14="http://schemas.microsoft.com/office/powerpoint/2010/main" val="33463330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1003169" y="112894"/>
            <a:ext cx="7772400" cy="1122363"/>
          </a:xfrm>
        </p:spPr>
        <p:txBody>
          <a:bodyPr/>
          <a:lstStyle/>
          <a:p>
            <a:pPr eaLnBrk="1" hangingPunct="1"/>
            <a:r>
              <a:rPr lang="en-US" altLang="en-US" dirty="0"/>
              <a:t>Persistent HTTP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1003169" y="1234030"/>
            <a:ext cx="3933825" cy="5638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400" u="sng" dirty="0">
                <a:ea typeface="ＭＳ Ｐゴシック" panose="020B0600070205080204" pitchFamily="34" charset="-128"/>
              </a:rPr>
              <a:t>Non-persistent HTTP issues:</a:t>
            </a:r>
            <a:endParaRPr lang="en-US" altLang="en-US" sz="2400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 sz="2200" dirty="0">
                <a:ea typeface="ＭＳ Ｐゴシック" panose="020B0600070205080204" pitchFamily="34" charset="-128"/>
              </a:rPr>
              <a:t>Connection setup for each request</a:t>
            </a:r>
          </a:p>
          <a:p>
            <a:pPr eaLnBrk="1" hangingPunct="1"/>
            <a:r>
              <a:rPr lang="en-US" altLang="en-US" sz="2200" dirty="0">
                <a:ea typeface="ＭＳ Ｐゴシック" panose="020B0600070205080204" pitchFamily="34" charset="-128"/>
              </a:rPr>
              <a:t>But browsers often open parallel connections</a:t>
            </a:r>
          </a:p>
          <a:p>
            <a:pPr eaLnBrk="1" hangingPunct="1"/>
            <a:endParaRPr lang="en-US" altLang="en-US" sz="1800" dirty="0">
              <a:ea typeface="ＭＳ Ｐゴシック" panose="020B0600070205080204" pitchFamily="34" charset="-128"/>
            </a:endParaRPr>
          </a:p>
          <a:p>
            <a:pPr eaLnBrk="1" hangingPunct="1">
              <a:buFontTx/>
              <a:buNone/>
            </a:pPr>
            <a:r>
              <a:rPr lang="en-US" altLang="en-US" sz="2400" u="sng" dirty="0">
                <a:ea typeface="ＭＳ Ｐゴシック" panose="020B0600070205080204" pitchFamily="34" charset="-128"/>
              </a:rPr>
              <a:t>Persistent HTTP:</a:t>
            </a:r>
            <a:endParaRPr lang="en-US" altLang="en-US" sz="2400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 sz="2200" dirty="0">
                <a:ea typeface="ＭＳ Ｐゴシック" panose="020B0600070205080204" pitchFamily="34" charset="-128"/>
              </a:rPr>
              <a:t>Server leaves connection open after sending response</a:t>
            </a:r>
          </a:p>
          <a:p>
            <a:pPr eaLnBrk="1" hangingPunct="1"/>
            <a:r>
              <a:rPr lang="en-US" altLang="en-US" sz="2200" dirty="0">
                <a:ea typeface="ＭＳ Ｐゴシック" panose="020B0600070205080204" pitchFamily="34" charset="-128"/>
              </a:rPr>
              <a:t>Subsequent HTTP messages  between same client/server are sent over connection</a:t>
            </a:r>
          </a:p>
          <a:p>
            <a:pPr eaLnBrk="1" hangingPunct="1"/>
            <a:endParaRPr lang="en-US" altLang="en-US" sz="2000" dirty="0">
              <a:ea typeface="ＭＳ Ｐゴシック" panose="020B0600070205080204" pitchFamily="34" charset="-128"/>
            </a:endParaRPr>
          </a:p>
        </p:txBody>
      </p:sp>
      <p:sp>
        <p:nvSpPr>
          <p:cNvPr id="286724" name="Rectangle 4"/>
          <p:cNvSpPr>
            <a:spLocks noGrp="1" noChangeArrowheads="1"/>
          </p:cNvSpPr>
          <p:nvPr>
            <p:ph sz="half" idx="2"/>
          </p:nvPr>
        </p:nvSpPr>
        <p:spPr>
          <a:xfrm>
            <a:off x="5352953" y="1234030"/>
            <a:ext cx="4181475" cy="5605462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400" u="sng" dirty="0"/>
              <a:t>Persistent without pipelining:</a:t>
            </a:r>
          </a:p>
          <a:p>
            <a:pPr eaLnBrk="1" hangingPunct="1"/>
            <a:r>
              <a:rPr lang="en-US" altLang="en-US" sz="2200" dirty="0">
                <a:ea typeface="ＭＳ Ｐゴシック" panose="020B0600070205080204" pitchFamily="34" charset="-128"/>
              </a:rPr>
              <a:t>Client issues new request only when previous response has been received</a:t>
            </a:r>
          </a:p>
          <a:p>
            <a:pPr eaLnBrk="1" hangingPunct="1"/>
            <a:r>
              <a:rPr lang="en-US" altLang="en-US" sz="2200" dirty="0">
                <a:ea typeface="ＭＳ Ｐゴシック" panose="020B0600070205080204" pitchFamily="34" charset="-128"/>
              </a:rPr>
              <a:t>One RTT for each object</a:t>
            </a:r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sz="1600" dirty="0">
              <a:ea typeface="ＭＳ Ｐゴシック" panose="020B0600070205080204" pitchFamily="34" charset="-128"/>
            </a:endParaRPr>
          </a:p>
          <a:p>
            <a:pPr eaLnBrk="1" hangingPunct="1">
              <a:buFontTx/>
              <a:buNone/>
            </a:pPr>
            <a:r>
              <a:rPr lang="en-US" altLang="en-US" sz="2400" u="sng" dirty="0"/>
              <a:t>Persistent with pipelining:</a:t>
            </a:r>
          </a:p>
          <a:p>
            <a:pPr eaLnBrk="1" hangingPunct="1"/>
            <a:r>
              <a:rPr lang="en-US" altLang="en-US" sz="2200" dirty="0">
                <a:ea typeface="ＭＳ Ｐゴシック" panose="020B0600070205080204" pitchFamily="34" charset="-128"/>
              </a:rPr>
              <a:t>Default in HTTP/1.1 spec</a:t>
            </a:r>
          </a:p>
          <a:p>
            <a:pPr eaLnBrk="1" hangingPunct="1"/>
            <a:r>
              <a:rPr lang="en-US" altLang="en-US" sz="2200" dirty="0">
                <a:ea typeface="ＭＳ Ｐゴシック" panose="020B0600070205080204" pitchFamily="34" charset="-128"/>
              </a:rPr>
              <a:t>Client sends multiple requests</a:t>
            </a:r>
          </a:p>
          <a:p>
            <a:pPr eaLnBrk="1" hangingPunct="1"/>
            <a:r>
              <a:rPr lang="en-US" altLang="en-US" sz="2200" dirty="0">
                <a:ea typeface="ＭＳ Ｐゴシック" panose="020B0600070205080204" pitchFamily="34" charset="-128"/>
              </a:rPr>
              <a:t>As little as one RTT for all the referenced objects</a:t>
            </a:r>
          </a:p>
          <a:p>
            <a:pPr eaLnBrk="1" hangingPunct="1"/>
            <a:r>
              <a:rPr lang="en-US" altLang="en-US" sz="2200" dirty="0">
                <a:ea typeface="ＭＳ Ｐゴシック" panose="020B0600070205080204" pitchFamily="34" charset="-128"/>
              </a:rPr>
              <a:t>Server must handle responses in same order as requests</a:t>
            </a:r>
          </a:p>
          <a:p>
            <a:pPr eaLnBrk="1" hangingPunct="1"/>
            <a:endParaRPr lang="en-US" altLang="en-US" sz="2000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57935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24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3"/>
          <p:cNvSpPr>
            <a:spLocks noGrp="1"/>
          </p:cNvSpPr>
          <p:nvPr>
            <p:ph type="title"/>
          </p:nvPr>
        </p:nvSpPr>
        <p:spPr>
          <a:xfrm>
            <a:off x="914400" y="406138"/>
            <a:ext cx="77724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ja-JP" altLang="en-US" sz="4200" dirty="0">
                <a:ea typeface="ＭＳ Ｐゴシック" panose="020B0600070205080204" pitchFamily="34" charset="-128"/>
              </a:rPr>
              <a:t>“</a:t>
            </a:r>
            <a:r>
              <a:rPr lang="en-US" altLang="ja-JP" sz="4200" dirty="0">
                <a:ea typeface="ＭＳ Ｐゴシック" panose="020B0600070205080204" pitchFamily="34" charset="-128"/>
              </a:rPr>
              <a:t>Persistent without pipelining</a:t>
            </a:r>
            <a:r>
              <a:rPr lang="ja-JP" altLang="en-US" sz="4200" dirty="0">
                <a:ea typeface="ＭＳ Ｐゴシック" panose="020B0600070205080204" pitchFamily="34" charset="-128"/>
              </a:rPr>
              <a:t>”</a:t>
            </a:r>
            <a:r>
              <a:rPr lang="en-US" altLang="ja-JP" sz="4200" dirty="0">
                <a:ea typeface="ＭＳ Ｐゴシック" panose="020B0600070205080204" pitchFamily="34" charset="-128"/>
              </a:rPr>
              <a:t> most common</a:t>
            </a:r>
            <a:endParaRPr lang="en-US" altLang="en-US" sz="4200" dirty="0">
              <a:ea typeface="ＭＳ Ｐゴシック" panose="020B0600070205080204" pitchFamily="34" charset="-128"/>
            </a:endParaRPr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991386" y="1872006"/>
            <a:ext cx="8534400" cy="5181600"/>
          </a:xfrm>
        </p:spPr>
        <p:txBody>
          <a:bodyPr/>
          <a:lstStyle/>
          <a:p>
            <a:pPr>
              <a:lnSpc>
                <a:spcPts val="2863"/>
              </a:lnSpc>
              <a:spcAft>
                <a:spcPts val="600"/>
              </a:spcAft>
            </a:pPr>
            <a:r>
              <a:rPr lang="en-US" altLang="en-US" dirty="0"/>
              <a:t>When does pipelining work best?</a:t>
            </a:r>
          </a:p>
          <a:p>
            <a:pPr lvl="1">
              <a:lnSpc>
                <a:spcPts val="2863"/>
              </a:lnSpc>
              <a:spcAft>
                <a:spcPts val="600"/>
              </a:spcAft>
            </a:pPr>
            <a:r>
              <a:rPr lang="en-US" altLang="en-US" dirty="0">
                <a:ea typeface="ＭＳ Ｐゴシック" panose="020B0600070205080204" pitchFamily="34" charset="-128"/>
              </a:rPr>
              <a:t>Small objects, equal time to serve each object</a:t>
            </a:r>
          </a:p>
          <a:p>
            <a:pPr lvl="1">
              <a:lnSpc>
                <a:spcPts val="2863"/>
              </a:lnSpc>
              <a:spcAft>
                <a:spcPts val="1200"/>
              </a:spcAft>
            </a:pPr>
            <a:r>
              <a:rPr lang="en-US" altLang="en-US" dirty="0">
                <a:ea typeface="ＭＳ Ｐゴシック" panose="020B0600070205080204" pitchFamily="34" charset="-128"/>
              </a:rPr>
              <a:t>Small</a:t>
            </a:r>
            <a:r>
              <a:rPr lang="en-US" altLang="en-US" dirty="0">
                <a:ea typeface="ＭＳ Ｐゴシック" panose="020B0600070205080204" pitchFamily="34" charset="-128"/>
                <a:sym typeface="Wingdings" panose="05000000000000000000" pitchFamily="2" charset="2"/>
              </a:rPr>
              <a:t> because pipelining simply removes additional RTT delay to request new content</a:t>
            </a:r>
          </a:p>
        </p:txBody>
      </p:sp>
    </p:spTree>
    <p:extLst>
      <p:ext uri="{BB962C8B-B14F-4D97-AF65-F5344CB8AC3E}">
        <p14:creationId xmlns:p14="http://schemas.microsoft.com/office/powerpoint/2010/main" val="34759962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HTTP protocol – message format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28788" y="1371601"/>
            <a:ext cx="8578850" cy="4754563"/>
          </a:xfrm>
        </p:spPr>
        <p:txBody>
          <a:bodyPr/>
          <a:lstStyle/>
          <a:p>
            <a:r>
              <a:rPr lang="en-US" altLang="en-US" dirty="0"/>
              <a:t>two types of messages: </a:t>
            </a:r>
            <a:r>
              <a:rPr lang="en-US" altLang="en-US" u="sng" dirty="0">
                <a:solidFill>
                  <a:srgbClr val="3333CC"/>
                </a:solidFill>
              </a:rPr>
              <a:t>request</a:t>
            </a:r>
            <a:r>
              <a:rPr lang="en-US" altLang="en-US" dirty="0"/>
              <a:t> &amp; </a:t>
            </a:r>
            <a:r>
              <a:rPr lang="en-US" altLang="en-US" i="1" u="sng" dirty="0">
                <a:solidFill>
                  <a:srgbClr val="3333CC"/>
                </a:solidFill>
              </a:rPr>
              <a:t>response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ASCII (human-readable format)</a:t>
            </a:r>
            <a:endParaRPr lang="en-US" altLang="en-US" dirty="0">
              <a:solidFill>
                <a:schemeClr val="accent2"/>
              </a:solidFill>
              <a:ea typeface="ＭＳ Ｐゴシック" panose="020B0600070205080204" pitchFamily="34" charset="-128"/>
            </a:endParaRPr>
          </a:p>
        </p:txBody>
      </p:sp>
      <p:pic>
        <p:nvPicPr>
          <p:cNvPr id="542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4437" y="2494129"/>
            <a:ext cx="6240605" cy="40003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C333CA5-B726-29D3-346B-ED58198396AD}"/>
                  </a:ext>
                </a:extLst>
              </p14:cNvPr>
              <p14:cNvContentPartPr/>
              <p14:nvPr/>
            </p14:nvContentPartPr>
            <p14:xfrm>
              <a:off x="5511600" y="1156680"/>
              <a:ext cx="3098880" cy="33562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C333CA5-B726-29D3-346B-ED58198396A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02240" y="1147320"/>
                <a:ext cx="3117600" cy="337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910884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HTTP protocol – message format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HTTP request message</a:t>
            </a:r>
          </a:p>
        </p:txBody>
      </p:sp>
      <p:pic>
        <p:nvPicPr>
          <p:cNvPr id="522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1" y="2743201"/>
            <a:ext cx="2982913" cy="3084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2235" name="Group 11"/>
          <p:cNvGrpSpPr>
            <a:grpSpLocks/>
          </p:cNvGrpSpPr>
          <p:nvPr/>
        </p:nvGrpSpPr>
        <p:grpSpPr bwMode="auto">
          <a:xfrm>
            <a:off x="5029200" y="2209800"/>
            <a:ext cx="5099050" cy="1295400"/>
            <a:chOff x="2208" y="1392"/>
            <a:chExt cx="3212" cy="816"/>
          </a:xfrm>
        </p:grpSpPr>
        <p:pic>
          <p:nvPicPr>
            <p:cNvPr id="52229" name="Picture 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36" y="1392"/>
              <a:ext cx="2684" cy="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2230" name="Line 6"/>
            <p:cNvSpPr>
              <a:spLocks noChangeShapeType="1"/>
            </p:cNvSpPr>
            <p:nvPr/>
          </p:nvSpPr>
          <p:spPr bwMode="auto">
            <a:xfrm flipV="1">
              <a:off x="2208" y="1536"/>
              <a:ext cx="576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31" name="Line 7"/>
            <p:cNvSpPr>
              <a:spLocks noChangeShapeType="1"/>
            </p:cNvSpPr>
            <p:nvPr/>
          </p:nvSpPr>
          <p:spPr bwMode="auto">
            <a:xfrm>
              <a:off x="2208" y="2016"/>
              <a:ext cx="624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2236" name="Group 12"/>
          <p:cNvGrpSpPr>
            <a:grpSpLocks/>
          </p:cNvGrpSpPr>
          <p:nvPr/>
        </p:nvGrpSpPr>
        <p:grpSpPr bwMode="auto">
          <a:xfrm>
            <a:off x="6019800" y="3200400"/>
            <a:ext cx="4343400" cy="1341438"/>
            <a:chOff x="2832" y="2016"/>
            <a:chExt cx="2736" cy="845"/>
          </a:xfrm>
        </p:grpSpPr>
        <p:pic>
          <p:nvPicPr>
            <p:cNvPr id="52232" name="Picture 8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2352"/>
              <a:ext cx="2545" cy="5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2233" name="Line 9"/>
            <p:cNvSpPr>
              <a:spLocks noChangeShapeType="1"/>
            </p:cNvSpPr>
            <p:nvPr/>
          </p:nvSpPr>
          <p:spPr bwMode="auto">
            <a:xfrm flipH="1">
              <a:off x="2832" y="2016"/>
              <a:ext cx="864" cy="5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34" name="Line 10"/>
            <p:cNvSpPr>
              <a:spLocks noChangeShapeType="1"/>
            </p:cNvSpPr>
            <p:nvPr/>
          </p:nvSpPr>
          <p:spPr bwMode="auto">
            <a:xfrm>
              <a:off x="4464" y="2016"/>
              <a:ext cx="1104" cy="5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2237" name="Text Box 13"/>
          <p:cNvSpPr txBox="1">
            <a:spLocks noChangeArrowheads="1"/>
          </p:cNvSpPr>
          <p:nvPr/>
        </p:nvSpPr>
        <p:spPr bwMode="auto">
          <a:xfrm>
            <a:off x="9144000" y="1981200"/>
            <a:ext cx="1143000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400"/>
              <a:t>HTTP 0.9 HTTP 1.0 HTTP 1.1</a:t>
            </a:r>
          </a:p>
        </p:txBody>
      </p:sp>
      <p:sp>
        <p:nvSpPr>
          <p:cNvPr id="52238" name="Text Box 14"/>
          <p:cNvSpPr txBox="1">
            <a:spLocks noChangeArrowheads="1"/>
          </p:cNvSpPr>
          <p:nvPr/>
        </p:nvSpPr>
        <p:spPr bwMode="auto">
          <a:xfrm>
            <a:off x="5638800" y="4876800"/>
            <a:ext cx="4419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628650" indent="-571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rgbClr val="3333CC"/>
                </a:solidFill>
              </a:rPr>
              <a:t>GET</a:t>
            </a:r>
            <a:r>
              <a:rPr lang="en-US" altLang="en-US" sz="1400"/>
              <a:t> – when the client wants to retrieve a document              from the server</a:t>
            </a:r>
          </a:p>
        </p:txBody>
      </p:sp>
      <p:sp>
        <p:nvSpPr>
          <p:cNvPr id="52239" name="Text Box 15"/>
          <p:cNvSpPr txBox="1">
            <a:spLocks noChangeArrowheads="1"/>
          </p:cNvSpPr>
          <p:nvPr/>
        </p:nvSpPr>
        <p:spPr bwMode="auto">
          <a:xfrm>
            <a:off x="5562600" y="5334000"/>
            <a:ext cx="4419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685800" indent="-6286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rgbClr val="3333CC"/>
                </a:solidFill>
              </a:rPr>
              <a:t>HEAD</a:t>
            </a:r>
            <a:r>
              <a:rPr lang="en-US" altLang="en-US" sz="1400"/>
              <a:t> – when the client wants some info about a  document but not document itself</a:t>
            </a:r>
          </a:p>
        </p:txBody>
      </p:sp>
      <p:sp>
        <p:nvSpPr>
          <p:cNvPr id="52240" name="Text Box 16"/>
          <p:cNvSpPr txBox="1">
            <a:spLocks noChangeArrowheads="1"/>
          </p:cNvSpPr>
          <p:nvPr/>
        </p:nvSpPr>
        <p:spPr bwMode="auto">
          <a:xfrm>
            <a:off x="5638800" y="5791200"/>
            <a:ext cx="4419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628650" indent="-6286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rgbClr val="3333CC"/>
                </a:solidFill>
              </a:rPr>
              <a:t>COPY</a:t>
            </a:r>
            <a:r>
              <a:rPr lang="en-US" altLang="en-US" sz="1400"/>
              <a:t> – copies the file to another location                     </a:t>
            </a:r>
          </a:p>
        </p:txBody>
      </p:sp>
      <p:sp>
        <p:nvSpPr>
          <p:cNvPr id="52241" name="Line 17"/>
          <p:cNvSpPr>
            <a:spLocks noChangeShapeType="1"/>
          </p:cNvSpPr>
          <p:nvPr/>
        </p:nvSpPr>
        <p:spPr bwMode="auto">
          <a:xfrm>
            <a:off x="5943600" y="3352800"/>
            <a:ext cx="0" cy="1447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457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37" grpId="0"/>
      <p:bldP spid="52238" grpId="0"/>
      <p:bldP spid="52239" grpId="0"/>
      <p:bldP spid="5224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057400" y="1611313"/>
            <a:ext cx="3810000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HTTP/1.0:</a:t>
            </a:r>
          </a:p>
          <a:p>
            <a:r>
              <a:rPr lang="en-US" altLang="en-US" sz="2400" dirty="0">
                <a:ea typeface="ＭＳ Ｐゴシック" panose="020B0600070205080204" pitchFamily="34" charset="-128"/>
              </a:rPr>
              <a:t>GET</a:t>
            </a:r>
          </a:p>
          <a:p>
            <a:r>
              <a:rPr lang="en-US" altLang="en-US" sz="2400" dirty="0">
                <a:ea typeface="ＭＳ Ｐゴシック" panose="020B0600070205080204" pitchFamily="34" charset="-128"/>
              </a:rPr>
              <a:t>POST</a:t>
            </a:r>
          </a:p>
          <a:p>
            <a:r>
              <a:rPr lang="en-US" altLang="en-US" sz="2400" dirty="0">
                <a:ea typeface="ＭＳ Ｐゴシック" panose="020B0600070205080204" pitchFamily="34" charset="-128"/>
              </a:rPr>
              <a:t>HEAD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asks server to leave requested object out of response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i.e. request info about a doc</a:t>
            </a:r>
          </a:p>
        </p:txBody>
      </p:sp>
      <p:sp>
        <p:nvSpPr>
          <p:cNvPr id="48135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6019800" y="1611313"/>
            <a:ext cx="3810000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HTTP/1.1:</a:t>
            </a:r>
          </a:p>
          <a:p>
            <a:r>
              <a:rPr lang="en-US" altLang="en-US" sz="2400" dirty="0">
                <a:ea typeface="ＭＳ Ｐゴシック" panose="020B0600070205080204" pitchFamily="34" charset="-128"/>
              </a:rPr>
              <a:t>GET, POST, HEAD</a:t>
            </a:r>
          </a:p>
          <a:p>
            <a:r>
              <a:rPr lang="en-US" altLang="en-US" sz="2400" dirty="0">
                <a:ea typeface="ＭＳ Ｐゴシック" panose="020B0600070205080204" pitchFamily="34" charset="-128"/>
              </a:rPr>
              <a:t>PUT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uploads file in entity body to path specified in URL field</a:t>
            </a:r>
          </a:p>
          <a:p>
            <a:r>
              <a:rPr lang="en-US" altLang="en-US" sz="2400" dirty="0">
                <a:ea typeface="ＭＳ Ｐゴシック" panose="020B0600070205080204" pitchFamily="34" charset="-128"/>
              </a:rPr>
              <a:t>DELETE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deletes file specified in the URL field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51821"/>
            <a:ext cx="10515600" cy="894622"/>
          </a:xfrm>
        </p:spPr>
        <p:txBody>
          <a:bodyPr/>
          <a:lstStyle/>
          <a:p>
            <a:r>
              <a:rPr lang="en-US" altLang="en-US" dirty="0"/>
              <a:t>Method Types</a:t>
            </a:r>
          </a:p>
        </p:txBody>
      </p:sp>
    </p:spTree>
    <p:extLst>
      <p:ext uri="{BB962C8B-B14F-4D97-AF65-F5344CB8AC3E}">
        <p14:creationId xmlns:p14="http://schemas.microsoft.com/office/powerpoint/2010/main" val="2730741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HTTP protocol – message format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HTTP response message</a:t>
            </a:r>
          </a:p>
        </p:txBody>
      </p:sp>
      <p:pic>
        <p:nvPicPr>
          <p:cNvPr id="532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1" y="2433854"/>
            <a:ext cx="3211513" cy="330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3256" name="Group 8"/>
          <p:cNvGrpSpPr>
            <a:grpSpLocks/>
          </p:cNvGrpSpPr>
          <p:nvPr/>
        </p:nvGrpSpPr>
        <p:grpSpPr bwMode="auto">
          <a:xfrm>
            <a:off x="5334000" y="2129053"/>
            <a:ext cx="4718050" cy="1295400"/>
            <a:chOff x="2400" y="1152"/>
            <a:chExt cx="2972" cy="816"/>
          </a:xfrm>
        </p:grpSpPr>
        <p:pic>
          <p:nvPicPr>
            <p:cNvPr id="53253" name="Picture 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0" y="1200"/>
              <a:ext cx="2492" cy="5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3254" name="Line 6"/>
            <p:cNvSpPr>
              <a:spLocks noChangeShapeType="1"/>
            </p:cNvSpPr>
            <p:nvPr/>
          </p:nvSpPr>
          <p:spPr bwMode="auto">
            <a:xfrm flipV="1">
              <a:off x="2400" y="1152"/>
              <a:ext cx="72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55" name="Line 7"/>
            <p:cNvSpPr>
              <a:spLocks noChangeShapeType="1"/>
            </p:cNvSpPr>
            <p:nvPr/>
          </p:nvSpPr>
          <p:spPr bwMode="auto">
            <a:xfrm>
              <a:off x="2400" y="1632"/>
              <a:ext cx="816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3257" name="Rectangle 9"/>
          <p:cNvSpPr>
            <a:spLocks noChangeArrowheads="1"/>
          </p:cNvSpPr>
          <p:nvPr/>
        </p:nvSpPr>
        <p:spPr bwMode="auto">
          <a:xfrm>
            <a:off x="5746585" y="1709159"/>
            <a:ext cx="429354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600" dirty="0"/>
              <a:t>http://www.w3.org/Protocols/HTTP/HTRESP.html</a:t>
            </a:r>
          </a:p>
        </p:txBody>
      </p:sp>
      <p:sp>
        <p:nvSpPr>
          <p:cNvPr id="53258" name="Line 10"/>
          <p:cNvSpPr>
            <a:spLocks noChangeShapeType="1"/>
          </p:cNvSpPr>
          <p:nvPr/>
        </p:nvSpPr>
        <p:spPr bwMode="auto">
          <a:xfrm flipH="1">
            <a:off x="6096000" y="3119653"/>
            <a:ext cx="1752600" cy="14827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9" name="Line 11"/>
          <p:cNvSpPr>
            <a:spLocks noChangeShapeType="1"/>
          </p:cNvSpPr>
          <p:nvPr/>
        </p:nvSpPr>
        <p:spPr bwMode="auto">
          <a:xfrm>
            <a:off x="9296400" y="3195853"/>
            <a:ext cx="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60" name="Rectangle 12"/>
          <p:cNvSpPr>
            <a:spLocks noChangeArrowheads="1"/>
          </p:cNvSpPr>
          <p:nvPr/>
        </p:nvSpPr>
        <p:spPr bwMode="auto">
          <a:xfrm>
            <a:off x="8304213" y="3881654"/>
            <a:ext cx="217687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600"/>
              <a:t>explains the status code</a:t>
            </a:r>
          </a:p>
          <a:p>
            <a:r>
              <a:rPr lang="en-US" altLang="en-US" sz="1600"/>
              <a:t>in text form</a:t>
            </a:r>
          </a:p>
        </p:txBody>
      </p:sp>
      <p:sp>
        <p:nvSpPr>
          <p:cNvPr id="53262" name="Text Box 14"/>
          <p:cNvSpPr txBox="1">
            <a:spLocks noChangeArrowheads="1"/>
          </p:cNvSpPr>
          <p:nvPr/>
        </p:nvSpPr>
        <p:spPr bwMode="auto">
          <a:xfrm>
            <a:off x="5867400" y="4572001"/>
            <a:ext cx="4572000" cy="1604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>
                <a:solidFill>
                  <a:srgbClr val="3333CC"/>
                </a:solidFill>
              </a:rPr>
              <a:t>200 OK</a:t>
            </a:r>
            <a:r>
              <a:rPr lang="en-US" altLang="en-US" dirty="0"/>
              <a:t> – request succeeded </a:t>
            </a:r>
            <a:endParaRPr lang="en-US" altLang="en-US" dirty="0">
              <a:solidFill>
                <a:srgbClr val="3333CC"/>
              </a:solidFill>
            </a:endParaRPr>
          </a:p>
          <a:p>
            <a:pPr>
              <a:spcBef>
                <a:spcPct val="50000"/>
              </a:spcBef>
            </a:pPr>
            <a:r>
              <a:rPr lang="en-US" altLang="en-US" dirty="0">
                <a:solidFill>
                  <a:srgbClr val="3333CC"/>
                </a:solidFill>
              </a:rPr>
              <a:t>301 Moved Permanently</a:t>
            </a:r>
            <a:r>
              <a:rPr lang="en-US" altLang="en-US" dirty="0"/>
              <a:t> –  object moved</a:t>
            </a:r>
            <a:endParaRPr lang="en-US" altLang="en-US" dirty="0">
              <a:solidFill>
                <a:srgbClr val="3333CC"/>
              </a:solidFill>
            </a:endParaRPr>
          </a:p>
          <a:p>
            <a:pPr>
              <a:spcBef>
                <a:spcPct val="50000"/>
              </a:spcBef>
            </a:pPr>
            <a:r>
              <a:rPr lang="en-US" altLang="en-US" dirty="0">
                <a:solidFill>
                  <a:srgbClr val="3333CC"/>
                </a:solidFill>
              </a:rPr>
              <a:t>400 Bad Request – </a:t>
            </a:r>
            <a:r>
              <a:rPr lang="en-US" altLang="en-US" sz="1600" dirty="0"/>
              <a:t>not understood by server</a:t>
            </a:r>
          </a:p>
          <a:p>
            <a:pPr>
              <a:spcBef>
                <a:spcPct val="50000"/>
              </a:spcBef>
            </a:pPr>
            <a:r>
              <a:rPr lang="en-US" altLang="en-US" dirty="0">
                <a:solidFill>
                  <a:srgbClr val="3333CC"/>
                </a:solidFill>
              </a:rPr>
              <a:t>404 Not Found</a:t>
            </a:r>
            <a:r>
              <a:rPr lang="en-US" altLang="en-US" dirty="0"/>
              <a:t> – </a:t>
            </a:r>
            <a:r>
              <a:rPr lang="en-US" altLang="en-US" sz="1600" dirty="0"/>
              <a:t>req. document not found</a:t>
            </a:r>
            <a:endParaRPr lang="en-US" altLang="en-US" sz="1600" dirty="0">
              <a:solidFill>
                <a:srgbClr val="3333CC"/>
              </a:solidFill>
            </a:endParaRPr>
          </a:p>
        </p:txBody>
      </p:sp>
      <p:sp>
        <p:nvSpPr>
          <p:cNvPr id="53263" name="Line 15"/>
          <p:cNvSpPr>
            <a:spLocks noChangeShapeType="1"/>
          </p:cNvSpPr>
          <p:nvPr/>
        </p:nvSpPr>
        <p:spPr bwMode="auto">
          <a:xfrm flipH="1">
            <a:off x="6715126" y="4415054"/>
            <a:ext cx="1971674" cy="187325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64" name="Line 16"/>
          <p:cNvSpPr>
            <a:spLocks noChangeShapeType="1"/>
          </p:cNvSpPr>
          <p:nvPr/>
        </p:nvSpPr>
        <p:spPr bwMode="auto">
          <a:xfrm flipH="1">
            <a:off x="7146878" y="4415054"/>
            <a:ext cx="1539922" cy="620971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413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7" grpId="0"/>
      <p:bldP spid="53260" grpId="0"/>
      <p:bldP spid="5326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HTTP messages – an example</a:t>
            </a:r>
          </a:p>
        </p:txBody>
      </p:sp>
      <p:pic>
        <p:nvPicPr>
          <p:cNvPr id="553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0951" y="1295401"/>
            <a:ext cx="5070475" cy="3022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530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143000"/>
            <a:ext cx="2889250" cy="700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5302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971801"/>
            <a:ext cx="2266950" cy="69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5303" name="Rectangle 7"/>
          <p:cNvSpPr>
            <a:spLocks noChangeArrowheads="1"/>
          </p:cNvSpPr>
          <p:nvPr/>
        </p:nvSpPr>
        <p:spPr bwMode="auto">
          <a:xfrm>
            <a:off x="1728788" y="4419600"/>
            <a:ext cx="879633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/>
              <a:t>This example retrieves a document. </a:t>
            </a:r>
          </a:p>
          <a:p>
            <a:r>
              <a:rPr lang="en-US" altLang="en-US" dirty="0"/>
              <a:t>We use the GET method to retrieve an image with the path/</a:t>
            </a:r>
            <a:r>
              <a:rPr lang="en-US" altLang="en-US" dirty="0" err="1"/>
              <a:t>usr</a:t>
            </a:r>
            <a:r>
              <a:rPr lang="en-US" altLang="en-US" dirty="0"/>
              <a:t>/bin/image1. </a:t>
            </a:r>
          </a:p>
          <a:p>
            <a:r>
              <a:rPr lang="en-US" altLang="en-US" dirty="0"/>
              <a:t>The request line shows the method (GET), the URL, and the HTTP version (1.1). </a:t>
            </a:r>
          </a:p>
          <a:p>
            <a:r>
              <a:rPr lang="en-US" altLang="en-US" dirty="0"/>
              <a:t>The header has two lines that show that the client can accept images in GIF and JPEG format.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3A51FB2-D5B8-7B16-4A93-741074599A42}"/>
                  </a:ext>
                </a:extLst>
              </p14:cNvPr>
              <p14:cNvContentPartPr/>
              <p14:nvPr/>
            </p14:nvContentPartPr>
            <p14:xfrm>
              <a:off x="4893480" y="1640880"/>
              <a:ext cx="6877440" cy="2372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3A51FB2-D5B8-7B16-4A93-741074599A4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884120" y="1631520"/>
                <a:ext cx="6896160" cy="239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32957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1" name="Rectangle 2"/>
          <p:cNvSpPr>
            <a:spLocks noGrp="1" noChangeArrowheads="1"/>
          </p:cNvSpPr>
          <p:nvPr>
            <p:ph type="title"/>
          </p:nvPr>
        </p:nvSpPr>
        <p:spPr>
          <a:xfrm>
            <a:off x="2001838" y="147639"/>
            <a:ext cx="7772400" cy="979487"/>
          </a:xfrm>
        </p:spPr>
        <p:txBody>
          <a:bodyPr/>
          <a:lstStyle/>
          <a:p>
            <a:r>
              <a:rPr lang="en-US" altLang="en-US" sz="4000" dirty="0">
                <a:ea typeface="ＭＳ Ｐゴシック" panose="020B0600070205080204" pitchFamily="34" charset="-128"/>
              </a:rPr>
              <a:t>HTTP response status codes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50183" name="Rectangle 5"/>
          <p:cNvSpPr>
            <a:spLocks noChangeArrowheads="1"/>
          </p:cNvSpPr>
          <p:nvPr/>
        </p:nvSpPr>
        <p:spPr bwMode="auto">
          <a:xfrm>
            <a:off x="2012951" y="1190625"/>
            <a:ext cx="811212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buClr>
                <a:srgbClr val="000099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altLang="en-US" sz="2800" dirty="0"/>
              <a:t>status code appears in 1st line in server-to-client response message.</a:t>
            </a:r>
          </a:p>
          <a:p>
            <a:pPr>
              <a:buClr>
                <a:srgbClr val="000099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altLang="en-US" sz="2800" dirty="0"/>
              <a:t>some sample codes</a:t>
            </a:r>
            <a:r>
              <a:rPr lang="en-US" altLang="en-US" sz="2400" dirty="0">
                <a:latin typeface="Comic Sans MS" panose="030F0702030302020204" pitchFamily="66" charset="0"/>
              </a:rPr>
              <a:t>:</a:t>
            </a: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 bwMode="auto">
          <a:xfrm>
            <a:off x="2220914" y="2622550"/>
            <a:ext cx="7888287" cy="3625850"/>
            <a:chOff x="439" y="1652"/>
            <a:chExt cx="4969" cy="2284"/>
          </a:xfrm>
        </p:grpSpPr>
        <p:sp>
          <p:nvSpPr>
            <p:cNvPr id="5" name="AutoShape 3"/>
            <p:cNvSpPr>
              <a:spLocks noChangeAspect="1" noChangeArrowheads="1" noTextEdit="1"/>
            </p:cNvSpPr>
            <p:nvPr/>
          </p:nvSpPr>
          <p:spPr bwMode="auto">
            <a:xfrm>
              <a:off x="439" y="1652"/>
              <a:ext cx="4969" cy="2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pic>
          <p:nvPicPr>
            <p:cNvPr id="2053" name="Picture 5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9" y="1652"/>
              <a:ext cx="4971" cy="2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1724180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001838" y="147639"/>
            <a:ext cx="7772400" cy="97948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000" u="sng">
                <a:solidFill>
                  <a:schemeClr val="accent2"/>
                </a:solidFill>
                <a:latin typeface="Comic Sans MS" pitchFamily="66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000" u="sng">
                <a:solidFill>
                  <a:schemeClr val="accent2"/>
                </a:solidFill>
                <a:latin typeface="Comic Sans MS" pitchFamily="66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000" u="sng">
                <a:solidFill>
                  <a:schemeClr val="accent2"/>
                </a:solidFill>
                <a:latin typeface="Comic Sans MS" pitchFamily="66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000" u="sng">
                <a:solidFill>
                  <a:schemeClr val="accent2"/>
                </a:solidFill>
                <a:latin typeface="Comic Sans MS" pitchFamily="66" charset="0"/>
              </a:defRPr>
            </a:lvl9pPr>
          </a:lstStyle>
          <a:p>
            <a:pPr>
              <a:buClrTx/>
              <a:buSzTx/>
              <a:buFontTx/>
            </a:pPr>
            <a:r>
              <a:rPr lang="en-US" altLang="en-US" sz="4000" kern="0">
                <a:ea typeface="ＭＳ Ｐゴシック" panose="020B0600070205080204" pitchFamily="34" charset="-128"/>
              </a:rPr>
              <a:t>HTTP response status codes</a:t>
            </a:r>
            <a:endParaRPr lang="en-US" altLang="en-US" kern="0" dirty="0">
              <a:ea typeface="ＭＳ Ｐゴシック" panose="020B0600070205080204" pitchFamily="34" charset="-128"/>
            </a:endParaRPr>
          </a:p>
        </p:txBody>
      </p:sp>
      <p:grpSp>
        <p:nvGrpSpPr>
          <p:cNvPr id="2" name="Group 4"/>
          <p:cNvGrpSpPr>
            <a:grpSpLocks noChangeAspect="1"/>
          </p:cNvGrpSpPr>
          <p:nvPr/>
        </p:nvGrpSpPr>
        <p:grpSpPr bwMode="auto">
          <a:xfrm>
            <a:off x="2465388" y="1127126"/>
            <a:ext cx="7129462" cy="5205413"/>
            <a:chOff x="593" y="710"/>
            <a:chExt cx="4491" cy="3279"/>
          </a:xfrm>
        </p:grpSpPr>
        <p:sp>
          <p:nvSpPr>
            <p:cNvPr id="3" name="AutoShape 3"/>
            <p:cNvSpPr>
              <a:spLocks noChangeAspect="1" noChangeArrowheads="1" noTextEdit="1"/>
            </p:cNvSpPr>
            <p:nvPr/>
          </p:nvSpPr>
          <p:spPr bwMode="auto">
            <a:xfrm>
              <a:off x="593" y="710"/>
              <a:ext cx="4491" cy="3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pic>
          <p:nvPicPr>
            <p:cNvPr id="3077" name="Picture 5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3" y="710"/>
              <a:ext cx="4493" cy="3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15E0D41-9550-E2C9-8ABE-48A4C6DF1546}"/>
                  </a:ext>
                </a:extLst>
              </p14:cNvPr>
              <p14:cNvContentPartPr/>
              <p14:nvPr/>
            </p14:nvContentPartPr>
            <p14:xfrm>
              <a:off x="2245680" y="2801520"/>
              <a:ext cx="948600" cy="20214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15E0D41-9550-E2C9-8ABE-48A4C6DF154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36320" y="2792160"/>
                <a:ext cx="967320" cy="2040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095916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Other HTTP request </a:t>
            </a:r>
            <a:r>
              <a:rPr lang="en-US" altLang="en-US" dirty="0">
                <a:ea typeface="ＭＳ Ｐゴシック" panose="020B0600070205080204" pitchFamily="34" charset="-128"/>
              </a:rPr>
              <a:t>m</a:t>
            </a:r>
            <a:r>
              <a:rPr lang="en-US" altLang="en-US" sz="4400" dirty="0">
                <a:ea typeface="ＭＳ Ｐゴシック" panose="020B0600070205080204" pitchFamily="34" charset="-128"/>
              </a:rPr>
              <a:t>essages</a:t>
            </a:r>
            <a:endParaRPr lang="en-US" sz="4400" dirty="0"/>
          </a:p>
        </p:txBody>
      </p:sp>
      <p:sp>
        <p:nvSpPr>
          <p:cNvPr id="87" name="Rectangle 3">
            <a:extLst>
              <a:ext uri="{FF2B5EF4-FFF2-40B4-BE49-F238E27FC236}">
                <a16:creationId xmlns:a16="http://schemas.microsoft.com/office/drawing/2014/main" id="{25316CA5-99B5-7F45-AFB7-B3A2CBFABDDC}"/>
              </a:ext>
            </a:extLst>
          </p:cNvPr>
          <p:cNvSpPr txBox="1">
            <a:spLocks noChangeArrowheads="1"/>
          </p:cNvSpPr>
          <p:nvPr/>
        </p:nvSpPr>
        <p:spPr>
          <a:xfrm>
            <a:off x="685573" y="1727394"/>
            <a:ext cx="4684713" cy="1701606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8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POST method: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web page often includes form input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user input sent from client to server in entity body of HTTP POST request message</a:t>
            </a:r>
          </a:p>
        </p:txBody>
      </p:sp>
      <p:sp>
        <p:nvSpPr>
          <p:cNvPr id="88" name="Rectangle 3">
            <a:extLst>
              <a:ext uri="{FF2B5EF4-FFF2-40B4-BE49-F238E27FC236}">
                <a16:creationId xmlns:a16="http://schemas.microsoft.com/office/drawing/2014/main" id="{EC7D421B-4EDF-C343-AB2D-4624467F5415}"/>
              </a:ext>
            </a:extLst>
          </p:cNvPr>
          <p:cNvSpPr txBox="1">
            <a:spLocks noChangeArrowheads="1"/>
          </p:cNvSpPr>
          <p:nvPr/>
        </p:nvSpPr>
        <p:spPr>
          <a:xfrm>
            <a:off x="685573" y="4466964"/>
            <a:ext cx="5541055" cy="1701606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8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GET method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(for sending data to server):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include user data in URL field of HTTP GET request message (following a ‘?’):</a:t>
            </a:r>
          </a:p>
        </p:txBody>
      </p:sp>
      <p:sp>
        <p:nvSpPr>
          <p:cNvPr id="89" name="Text Box 5">
            <a:extLst>
              <a:ext uri="{FF2B5EF4-FFF2-40B4-BE49-F238E27FC236}">
                <a16:creationId xmlns:a16="http://schemas.microsoft.com/office/drawing/2014/main" id="{B785588B-2DEA-474F-89CA-2613413F75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692" y="5806133"/>
            <a:ext cx="6280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www.somesite.com/animalsearch?monkeys&amp;banana</a:t>
            </a:r>
          </a:p>
        </p:txBody>
      </p:sp>
      <p:sp>
        <p:nvSpPr>
          <p:cNvPr id="90" name="Rectangle 3">
            <a:extLst>
              <a:ext uri="{FF2B5EF4-FFF2-40B4-BE49-F238E27FC236}">
                <a16:creationId xmlns:a16="http://schemas.microsoft.com/office/drawing/2014/main" id="{F9FB5262-4D63-A149-A391-3CDD424427AC}"/>
              </a:ext>
            </a:extLst>
          </p:cNvPr>
          <p:cNvSpPr txBox="1">
            <a:spLocks noChangeArrowheads="1"/>
          </p:cNvSpPr>
          <p:nvPr/>
        </p:nvSpPr>
        <p:spPr>
          <a:xfrm>
            <a:off x="6991758" y="1752600"/>
            <a:ext cx="4684713" cy="1701606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8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HEAD method: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requests headers (only) that would be returned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if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specified URL were requested  with an HTTP GET method. </a:t>
            </a:r>
          </a:p>
        </p:txBody>
      </p:sp>
      <p:sp>
        <p:nvSpPr>
          <p:cNvPr id="91" name="Rectangle 3">
            <a:extLst>
              <a:ext uri="{FF2B5EF4-FFF2-40B4-BE49-F238E27FC236}">
                <a16:creationId xmlns:a16="http://schemas.microsoft.com/office/drawing/2014/main" id="{2D3C6453-B336-C04B-8A91-4E7D3B632FEB}"/>
              </a:ext>
            </a:extLst>
          </p:cNvPr>
          <p:cNvSpPr txBox="1">
            <a:spLocks noChangeArrowheads="1"/>
          </p:cNvSpPr>
          <p:nvPr/>
        </p:nvSpPr>
        <p:spPr>
          <a:xfrm>
            <a:off x="6993371" y="3839527"/>
            <a:ext cx="4684713" cy="1701606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8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PUT method: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uploads new file (object) to server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completely replaces file that exists at specified URL with content in entity body of POST HTTP request message</a:t>
            </a:r>
          </a:p>
        </p:txBody>
      </p:sp>
    </p:spTree>
    <p:extLst>
      <p:ext uri="{BB962C8B-B14F-4D97-AF65-F5344CB8AC3E}">
        <p14:creationId xmlns:p14="http://schemas.microsoft.com/office/powerpoint/2010/main" val="3691248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/>
      <p:bldP spid="9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Trying out HTTP (client side) for yourself</a:t>
            </a:r>
            <a:endParaRPr lang="en-US" sz="44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4162CB5-536A-4D40-94FC-6A99B52D37CF}"/>
              </a:ext>
            </a:extLst>
          </p:cNvPr>
          <p:cNvSpPr txBox="1">
            <a:spLocks noChangeArrowheads="1"/>
          </p:cNvSpPr>
          <p:nvPr/>
        </p:nvSpPr>
        <p:spPr>
          <a:xfrm>
            <a:off x="579438" y="1474924"/>
            <a:ext cx="8096250" cy="46672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1. netcat to your favorite Web server: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5AD8FC5E-7EF6-5D4A-947A-76F9FAC50B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1461" y="1932221"/>
            <a:ext cx="5852372" cy="14003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38125" marR="0" lvl="0" indent="-23812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opens TCP connection to port 80 (default HTTP server port)  at gaia.cs.umass.edu.</a:t>
            </a:r>
          </a:p>
          <a:p>
            <a:pPr marL="238125" marR="0" lvl="0" indent="-23812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anything typed in will be sent  to port 80 at gaia.cs.umass.edu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8AAC288-3206-534D-929C-FFD2305EC27E}"/>
              </a:ext>
            </a:extLst>
          </p:cNvPr>
          <p:cNvGrpSpPr/>
          <p:nvPr/>
        </p:nvGrpSpPr>
        <p:grpSpPr>
          <a:xfrm>
            <a:off x="711200" y="5286696"/>
            <a:ext cx="8289126" cy="996484"/>
            <a:chOff x="711200" y="5286696"/>
            <a:chExt cx="8289126" cy="99648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06E2A86-603C-764E-9AF8-0B2F20CD26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1200" y="5286696"/>
              <a:ext cx="8096250" cy="466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3. look at response message sent by HTTP server!</a:t>
              </a:r>
            </a:p>
          </p:txBody>
        </p:sp>
        <p:sp>
          <p:nvSpPr>
            <p:cNvPr id="16" name="Text Box 17">
              <a:extLst>
                <a:ext uri="{FF2B5EF4-FFF2-40B4-BE49-F238E27FC236}">
                  <a16:creationId xmlns:a16="http://schemas.microsoft.com/office/drawing/2014/main" id="{A3659547-E754-6B44-903F-76BD7A3006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295" y="5821515"/>
              <a:ext cx="793403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(or use Wireshark to look at captured HTTP request/response)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6E12EFF-E52A-B84D-934A-7405FA201329}"/>
              </a:ext>
            </a:extLst>
          </p:cNvPr>
          <p:cNvGrpSpPr/>
          <p:nvPr/>
        </p:nvGrpSpPr>
        <p:grpSpPr>
          <a:xfrm>
            <a:off x="727530" y="3145663"/>
            <a:ext cx="10979788" cy="2045073"/>
            <a:chOff x="727530" y="3145663"/>
            <a:chExt cx="10979788" cy="2045073"/>
          </a:xfrm>
        </p:grpSpPr>
        <p:sp>
          <p:nvSpPr>
            <p:cNvPr id="10" name="Rectangle 7">
              <a:extLst>
                <a:ext uri="{FF2B5EF4-FFF2-40B4-BE49-F238E27FC236}">
                  <a16:creationId xmlns:a16="http://schemas.microsoft.com/office/drawing/2014/main" id="{CF530C45-E591-C948-8561-E3D1A663C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7530" y="3145663"/>
              <a:ext cx="8096250" cy="466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2. type in a GET HTTP request:</a:t>
              </a:r>
            </a:p>
            <a:p>
              <a:pPr marL="1143000" marR="0" lvl="2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" name="Text Box 8">
              <a:extLst>
                <a:ext uri="{FF2B5EF4-FFF2-40B4-BE49-F238E27FC236}">
                  <a16:creationId xmlns:a16="http://schemas.microsoft.com/office/drawing/2014/main" id="{44F32261-DA96-6645-A103-A806625BC4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8273" y="3748006"/>
              <a:ext cx="7417415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anose="020B0600070205080204" pitchFamily="34" charset="-128"/>
                  <a:cs typeface="+mn-cs"/>
                </a:rPr>
                <a:t>GET /kurose_ross/interactive/index.php HTTP/1.1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anose="020B0600070205080204" pitchFamily="34" charset="-128"/>
                  <a:cs typeface="+mn-cs"/>
                </a:rPr>
                <a:t>Host: gaia.cs.umass.edu</a:t>
              </a:r>
            </a:p>
          </p:txBody>
        </p:sp>
        <p:sp>
          <p:nvSpPr>
            <p:cNvPr id="19" name="Text Box 5">
              <a:extLst>
                <a:ext uri="{FF2B5EF4-FFF2-40B4-BE49-F238E27FC236}">
                  <a16:creationId xmlns:a16="http://schemas.microsoft.com/office/drawing/2014/main" id="{A5628D90-F44C-0944-B370-D915188786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63577" y="4175073"/>
              <a:ext cx="5543741" cy="101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38125" marR="0" lvl="0" indent="-238125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pitchFamily="2" charset="2"/>
                <a:buChar char="§"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by typing this in (hit carriage return twice), you send this minimal (but complete)  GET request to HTTP server</a:t>
              </a:r>
            </a:p>
          </p:txBody>
        </p:sp>
      </p:grpSp>
      <p:sp>
        <p:nvSpPr>
          <p:cNvPr id="3" name="Text Box 6">
            <a:extLst>
              <a:ext uri="{FF2B5EF4-FFF2-40B4-BE49-F238E27FC236}">
                <a16:creationId xmlns:a16="http://schemas.microsoft.com/office/drawing/2014/main" id="{72EC16EB-48D6-6F60-9003-B5E809F452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273" y="2039943"/>
            <a:ext cx="4887620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% nc -c -v gaia.cs.umass.edu 80 (for Mac)</a:t>
            </a:r>
            <a:endParaRPr lang="en-US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 –C gaia.cs.umass.edu 80 (for Windows)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682D1D2-DD57-7B4B-259E-9DCF32BB7D0F}"/>
                  </a:ext>
                </a:extLst>
              </p14:cNvPr>
              <p14:cNvContentPartPr/>
              <p14:nvPr/>
            </p14:nvContentPartPr>
            <p14:xfrm>
              <a:off x="8426880" y="4295520"/>
              <a:ext cx="411480" cy="36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682D1D2-DD57-7B4B-259E-9DCF32BB7D0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17520" y="4286160"/>
                <a:ext cx="430200" cy="55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13424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Maintaining user/server state: cookies</a:t>
            </a:r>
            <a:endParaRPr lang="en-US" sz="4400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3635EFC9-A521-0240-B257-CD458B330808}"/>
              </a:ext>
            </a:extLst>
          </p:cNvPr>
          <p:cNvSpPr txBox="1">
            <a:spLocks noChangeArrowheads="1"/>
          </p:cNvSpPr>
          <p:nvPr/>
        </p:nvSpPr>
        <p:spPr>
          <a:xfrm>
            <a:off x="751523" y="1368109"/>
            <a:ext cx="5877880" cy="4836748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Recall:  HTTP GET/response interaction is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stateless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no notion of multi-step exchanges of HTTP messages to complete a Web “transaction” 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no need for client/server to track “state” of multi-step exchange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all HTTP requests are independent of each other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no need for client/server to “recover” from a partially-completed-but-never-completely-completed transaction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1F961A-6387-0345-9591-6D8E9EDB9801}"/>
              </a:ext>
            </a:extLst>
          </p:cNvPr>
          <p:cNvSpPr txBox="1"/>
          <p:nvPr/>
        </p:nvSpPr>
        <p:spPr>
          <a:xfrm>
            <a:off x="7777183" y="1266045"/>
            <a:ext cx="33473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stateful protocol: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client makes two changes to X, or none at all</a:t>
            </a:r>
          </a:p>
        </p:txBody>
      </p:sp>
      <p:sp>
        <p:nvSpPr>
          <p:cNvPr id="14" name="Line 15">
            <a:extLst>
              <a:ext uri="{FF2B5EF4-FFF2-40B4-BE49-F238E27FC236}">
                <a16:creationId xmlns:a16="http://schemas.microsoft.com/office/drawing/2014/main" id="{E1896121-77D8-FD42-BC74-F51FD18D8659}"/>
              </a:ext>
            </a:extLst>
          </p:cNvPr>
          <p:cNvSpPr>
            <a:spLocks noChangeShapeType="1"/>
          </p:cNvSpPr>
          <p:nvPr/>
        </p:nvSpPr>
        <p:spPr bwMode="auto">
          <a:xfrm>
            <a:off x="8211743" y="2818375"/>
            <a:ext cx="0" cy="2832100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Line 16">
            <a:extLst>
              <a:ext uri="{FF2B5EF4-FFF2-40B4-BE49-F238E27FC236}">
                <a16:creationId xmlns:a16="http://schemas.microsoft.com/office/drawing/2014/main" id="{7668C468-5627-F641-A1D5-CCCD71D47636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2430" y="2812025"/>
            <a:ext cx="0" cy="2881312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Text Box 37">
            <a:extLst>
              <a:ext uri="{FF2B5EF4-FFF2-40B4-BE49-F238E27FC236}">
                <a16:creationId xmlns:a16="http://schemas.microsoft.com/office/drawing/2014/main" id="{4D29A06D-1A18-BA46-8999-A8C319B065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6318" y="5664762"/>
            <a:ext cx="51969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time</a:t>
            </a:r>
          </a:p>
        </p:txBody>
      </p:sp>
      <p:sp>
        <p:nvSpPr>
          <p:cNvPr id="35" name="Text Box 38">
            <a:extLst>
              <a:ext uri="{FF2B5EF4-FFF2-40B4-BE49-F238E27FC236}">
                <a16:creationId xmlns:a16="http://schemas.microsoft.com/office/drawing/2014/main" id="{27466D26-729A-A04F-8FFC-34F73F8EF3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64305" y="5647300"/>
            <a:ext cx="51969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time</a:t>
            </a:r>
          </a:p>
        </p:txBody>
      </p:sp>
      <p:grpSp>
        <p:nvGrpSpPr>
          <p:cNvPr id="36" name="Group 43">
            <a:extLst>
              <a:ext uri="{FF2B5EF4-FFF2-40B4-BE49-F238E27FC236}">
                <a16:creationId xmlns:a16="http://schemas.microsoft.com/office/drawing/2014/main" id="{FAE9785A-4169-E940-B94F-671A4AB9F406}"/>
              </a:ext>
            </a:extLst>
          </p:cNvPr>
          <p:cNvGrpSpPr>
            <a:grpSpLocks/>
          </p:cNvGrpSpPr>
          <p:nvPr/>
        </p:nvGrpSpPr>
        <p:grpSpPr bwMode="auto">
          <a:xfrm>
            <a:off x="9702405" y="2045262"/>
            <a:ext cx="423863" cy="684213"/>
            <a:chOff x="4140" y="429"/>
            <a:chExt cx="1425" cy="2396"/>
          </a:xfrm>
        </p:grpSpPr>
        <p:sp>
          <p:nvSpPr>
            <p:cNvPr id="37" name="Freeform 44">
              <a:extLst>
                <a:ext uri="{FF2B5EF4-FFF2-40B4-BE49-F238E27FC236}">
                  <a16:creationId xmlns:a16="http://schemas.microsoft.com/office/drawing/2014/main" id="{6CED6B20-429D-A742-A5A8-C560D22732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8" name="Rectangle 45">
              <a:extLst>
                <a:ext uri="{FF2B5EF4-FFF2-40B4-BE49-F238E27FC236}">
                  <a16:creationId xmlns:a16="http://schemas.microsoft.com/office/drawing/2014/main" id="{3217673F-28F2-7F49-B23F-A3ED64A05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51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" name="Freeform 46">
              <a:extLst>
                <a:ext uri="{FF2B5EF4-FFF2-40B4-BE49-F238E27FC236}">
                  <a16:creationId xmlns:a16="http://schemas.microsoft.com/office/drawing/2014/main" id="{2C8F4947-7476-8140-9308-A091DA1251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0" name="Freeform 47">
              <a:extLst>
                <a:ext uri="{FF2B5EF4-FFF2-40B4-BE49-F238E27FC236}">
                  <a16:creationId xmlns:a16="http://schemas.microsoft.com/office/drawing/2014/main" id="{C324215D-D2F8-D640-866A-AD06AEA388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1" name="Rectangle 48">
              <a:extLst>
                <a:ext uri="{FF2B5EF4-FFF2-40B4-BE49-F238E27FC236}">
                  <a16:creationId xmlns:a16="http://schemas.microsoft.com/office/drawing/2014/main" id="{AF16B93D-625D-BF47-B9C3-3122406F6C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0"/>
              <a:ext cx="598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2" name="Group 49">
              <a:extLst>
                <a:ext uri="{FF2B5EF4-FFF2-40B4-BE49-F238E27FC236}">
                  <a16:creationId xmlns:a16="http://schemas.microsoft.com/office/drawing/2014/main" id="{E5823F1D-E46B-E542-BA9A-BE7B2ADB2B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7" name="AutoShape 50">
                <a:extLst>
                  <a:ext uri="{FF2B5EF4-FFF2-40B4-BE49-F238E27FC236}">
                    <a16:creationId xmlns:a16="http://schemas.microsoft.com/office/drawing/2014/main" id="{5EDFB4BA-9ECC-1D4B-9DE1-6892D81BDD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6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8" name="AutoShape 51">
                <a:extLst>
                  <a:ext uri="{FF2B5EF4-FFF2-40B4-BE49-F238E27FC236}">
                    <a16:creationId xmlns:a16="http://schemas.microsoft.com/office/drawing/2014/main" id="{322B0365-5AB5-FB41-8CFB-D0A89CDC6C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" name="Rectangle 52">
              <a:extLst>
                <a:ext uri="{FF2B5EF4-FFF2-40B4-BE49-F238E27FC236}">
                  <a16:creationId xmlns:a16="http://schemas.microsoft.com/office/drawing/2014/main" id="{29C26A51-8119-1C45-B765-0A6FDC4204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8"/>
              <a:ext cx="592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4" name="Group 53">
              <a:extLst>
                <a:ext uri="{FF2B5EF4-FFF2-40B4-BE49-F238E27FC236}">
                  <a16:creationId xmlns:a16="http://schemas.microsoft.com/office/drawing/2014/main" id="{A0E07450-02B5-944A-993E-ED4E720D6C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5" name="AutoShape 54">
                <a:extLst>
                  <a:ext uri="{FF2B5EF4-FFF2-40B4-BE49-F238E27FC236}">
                    <a16:creationId xmlns:a16="http://schemas.microsoft.com/office/drawing/2014/main" id="{B895EECE-8814-364B-ABEF-BDFDB5B690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6" name="AutoShape 55">
                <a:extLst>
                  <a:ext uri="{FF2B5EF4-FFF2-40B4-BE49-F238E27FC236}">
                    <a16:creationId xmlns:a16="http://schemas.microsoft.com/office/drawing/2014/main" id="{19862CEA-43CD-F949-9939-14C77DA0F5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7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5" name="Rectangle 56">
              <a:extLst>
                <a:ext uri="{FF2B5EF4-FFF2-40B4-BE49-F238E27FC236}">
                  <a16:creationId xmlns:a16="http://schemas.microsoft.com/office/drawing/2014/main" id="{AF3B098B-3C77-8047-942A-938B768ECD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7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6" name="Rectangle 57">
              <a:extLst>
                <a:ext uri="{FF2B5EF4-FFF2-40B4-BE49-F238E27FC236}">
                  <a16:creationId xmlns:a16="http://schemas.microsoft.com/office/drawing/2014/main" id="{B55EF1A5-9C91-874D-A21C-9283813B9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658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7" name="Group 58">
              <a:extLst>
                <a:ext uri="{FF2B5EF4-FFF2-40B4-BE49-F238E27FC236}">
                  <a16:creationId xmlns:a16="http://schemas.microsoft.com/office/drawing/2014/main" id="{4BE447F1-4065-604D-9C52-935316AF90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63" name="AutoShape 59">
                <a:extLst>
                  <a:ext uri="{FF2B5EF4-FFF2-40B4-BE49-F238E27FC236}">
                    <a16:creationId xmlns:a16="http://schemas.microsoft.com/office/drawing/2014/main" id="{B6AF28E0-3DFD-B648-BA8B-C954368CED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81"/>
                <a:ext cx="731" cy="12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4" name="AutoShape 60">
                <a:extLst>
                  <a:ext uri="{FF2B5EF4-FFF2-40B4-BE49-F238E27FC236}">
                    <a16:creationId xmlns:a16="http://schemas.microsoft.com/office/drawing/2014/main" id="{CD352178-7C9F-9247-ADEE-3A9C5EEDD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86"/>
                <a:ext cx="698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8" name="Freeform 61">
              <a:extLst>
                <a:ext uri="{FF2B5EF4-FFF2-40B4-BE49-F238E27FC236}">
                  <a16:creationId xmlns:a16="http://schemas.microsoft.com/office/drawing/2014/main" id="{167E2C73-34F7-5443-B80D-3E31BC2668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49" name="Group 62">
              <a:extLst>
                <a:ext uri="{FF2B5EF4-FFF2-40B4-BE49-F238E27FC236}">
                  <a16:creationId xmlns:a16="http://schemas.microsoft.com/office/drawing/2014/main" id="{FD3C1C1A-4BE2-8A4D-B7D1-6FE82CCD5E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61" name="AutoShape 63">
                <a:extLst>
                  <a:ext uri="{FF2B5EF4-FFF2-40B4-BE49-F238E27FC236}">
                    <a16:creationId xmlns:a16="http://schemas.microsoft.com/office/drawing/2014/main" id="{37F891D2-79F1-BA40-9E94-2CB7F92C3A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6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2" name="AutoShape 64">
                <a:extLst>
                  <a:ext uri="{FF2B5EF4-FFF2-40B4-BE49-F238E27FC236}">
                    <a16:creationId xmlns:a16="http://schemas.microsoft.com/office/drawing/2014/main" id="{A6F14F93-50F0-1D44-A328-C58C4810E5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7"/>
                <a:ext cx="691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50" name="Rectangle 65">
              <a:extLst>
                <a:ext uri="{FF2B5EF4-FFF2-40B4-BE49-F238E27FC236}">
                  <a16:creationId xmlns:a16="http://schemas.microsoft.com/office/drawing/2014/main" id="{002C4B61-E0A4-9947-A2B8-C5E4A183D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1" name="Freeform 66">
              <a:extLst>
                <a:ext uri="{FF2B5EF4-FFF2-40B4-BE49-F238E27FC236}">
                  <a16:creationId xmlns:a16="http://schemas.microsoft.com/office/drawing/2014/main" id="{03750C04-4651-264E-A820-846CC991E1D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2" name="Freeform 67">
              <a:extLst>
                <a:ext uri="{FF2B5EF4-FFF2-40B4-BE49-F238E27FC236}">
                  <a16:creationId xmlns:a16="http://schemas.microsoft.com/office/drawing/2014/main" id="{8FAC3F30-F8EF-E042-AB16-84DEBD8CDD0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3" name="Oval 68">
              <a:extLst>
                <a:ext uri="{FF2B5EF4-FFF2-40B4-BE49-F238E27FC236}">
                  <a16:creationId xmlns:a16="http://schemas.microsoft.com/office/drawing/2014/main" id="{0AC7D83A-6568-AE4B-9387-52663F18F9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4" name="Freeform 69">
              <a:extLst>
                <a:ext uri="{FF2B5EF4-FFF2-40B4-BE49-F238E27FC236}">
                  <a16:creationId xmlns:a16="http://schemas.microsoft.com/office/drawing/2014/main" id="{1F36BF90-AD45-4E43-863B-F70935197C4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5" name="AutoShape 70">
              <a:extLst>
                <a:ext uri="{FF2B5EF4-FFF2-40B4-BE49-F238E27FC236}">
                  <a16:creationId xmlns:a16="http://schemas.microsoft.com/office/drawing/2014/main" id="{F5B54DD4-D0E2-AF41-9405-9DCDB2D7E8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201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6" name="AutoShape 71">
              <a:extLst>
                <a:ext uri="{FF2B5EF4-FFF2-40B4-BE49-F238E27FC236}">
                  <a16:creationId xmlns:a16="http://schemas.microsoft.com/office/drawing/2014/main" id="{23D73537-49F7-C342-B924-696A08B3BD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08"/>
              <a:ext cx="1073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7" name="Oval 72">
              <a:extLst>
                <a:ext uri="{FF2B5EF4-FFF2-40B4-BE49-F238E27FC236}">
                  <a16:creationId xmlns:a16="http://schemas.microsoft.com/office/drawing/2014/main" id="{BC45042D-B8F2-A44D-9D8F-FC3BBA5D97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8" name="Oval 73">
              <a:extLst>
                <a:ext uri="{FF2B5EF4-FFF2-40B4-BE49-F238E27FC236}">
                  <a16:creationId xmlns:a16="http://schemas.microsoft.com/office/drawing/2014/main" id="{B9F22805-FC3E-6544-AABA-20E89AF959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59" name="Oval 74">
              <a:extLst>
                <a:ext uri="{FF2B5EF4-FFF2-40B4-BE49-F238E27FC236}">
                  <a16:creationId xmlns:a16="http://schemas.microsoft.com/office/drawing/2014/main" id="{EB68854B-BAC2-D941-B3A2-A5819DC3E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0" name="Rectangle 75">
              <a:extLst>
                <a:ext uri="{FF2B5EF4-FFF2-40B4-BE49-F238E27FC236}">
                  <a16:creationId xmlns:a16="http://schemas.microsoft.com/office/drawing/2014/main" id="{D02DEB6D-1661-D243-AA4D-D82ACE64AE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69" name="Group 76">
            <a:extLst>
              <a:ext uri="{FF2B5EF4-FFF2-40B4-BE49-F238E27FC236}">
                <a16:creationId xmlns:a16="http://schemas.microsoft.com/office/drawing/2014/main" id="{DCF55C78-47F8-BB4D-B7DC-932793317724}"/>
              </a:ext>
            </a:extLst>
          </p:cNvPr>
          <p:cNvGrpSpPr>
            <a:grpSpLocks/>
          </p:cNvGrpSpPr>
          <p:nvPr/>
        </p:nvGrpSpPr>
        <p:grpSpPr bwMode="auto">
          <a:xfrm>
            <a:off x="7700568" y="2067487"/>
            <a:ext cx="698500" cy="709613"/>
            <a:chOff x="-44" y="1473"/>
            <a:chExt cx="981" cy="1105"/>
          </a:xfrm>
        </p:grpSpPr>
        <p:pic>
          <p:nvPicPr>
            <p:cNvPr id="70" name="Picture 77" descr="desktop_computer_stylized_medium">
              <a:extLst>
                <a:ext uri="{FF2B5EF4-FFF2-40B4-BE49-F238E27FC236}">
                  <a16:creationId xmlns:a16="http://schemas.microsoft.com/office/drawing/2014/main" id="{DA88C7F5-3379-274A-B44E-AF12E56C27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" name="Freeform 78">
              <a:extLst>
                <a:ext uri="{FF2B5EF4-FFF2-40B4-BE49-F238E27FC236}">
                  <a16:creationId xmlns:a16="http://schemas.microsoft.com/office/drawing/2014/main" id="{FAA003F1-DCEB-8040-A71C-4C8DD7155DD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E2F7DE24-824D-8B4E-BB5F-5FEDF024EC8E}"/>
              </a:ext>
            </a:extLst>
          </p:cNvPr>
          <p:cNvGrpSpPr/>
          <p:nvPr/>
        </p:nvGrpSpPr>
        <p:grpSpPr>
          <a:xfrm>
            <a:off x="8211743" y="3942941"/>
            <a:ext cx="1673225" cy="337184"/>
            <a:chOff x="8211743" y="3942941"/>
            <a:chExt cx="1673225" cy="337184"/>
          </a:xfrm>
        </p:grpSpPr>
        <p:sp>
          <p:nvSpPr>
            <p:cNvPr id="77" name="Line 18">
              <a:extLst>
                <a:ext uri="{FF2B5EF4-FFF2-40B4-BE49-F238E27FC236}">
                  <a16:creationId xmlns:a16="http://schemas.microsoft.com/office/drawing/2014/main" id="{3D07B504-4294-484D-A15A-873F55BFA7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211743" y="3942941"/>
              <a:ext cx="1673225" cy="242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DC44DF33-D418-CB41-BFC5-96705F979CCC}"/>
                </a:ext>
              </a:extLst>
            </p:cNvPr>
            <p:cNvSpPr txBox="1"/>
            <p:nvPr/>
          </p:nvSpPr>
          <p:spPr>
            <a:xfrm rot="21106037">
              <a:off x="9382305" y="3972348"/>
              <a:ext cx="4620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OK</a:t>
              </a:r>
              <a:endPara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9C6582D8-E5C3-E94C-91FA-DD082657187F}"/>
              </a:ext>
            </a:extLst>
          </p:cNvPr>
          <p:cNvGrpSpPr/>
          <p:nvPr/>
        </p:nvGrpSpPr>
        <p:grpSpPr>
          <a:xfrm>
            <a:off x="8220565" y="4654247"/>
            <a:ext cx="1673225" cy="307777"/>
            <a:chOff x="8220565" y="4654247"/>
            <a:chExt cx="1673225" cy="307777"/>
          </a:xfrm>
        </p:grpSpPr>
        <p:sp>
          <p:nvSpPr>
            <p:cNvPr id="82" name="Line 18">
              <a:extLst>
                <a:ext uri="{FF2B5EF4-FFF2-40B4-BE49-F238E27FC236}">
                  <a16:creationId xmlns:a16="http://schemas.microsoft.com/office/drawing/2014/main" id="{4C9BF12C-724F-3C4B-9FC7-C0EB274091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220565" y="4655320"/>
              <a:ext cx="1673225" cy="242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DF7DB85B-1569-344D-AC0D-B969F2CD0B87}"/>
                </a:ext>
              </a:extLst>
            </p:cNvPr>
            <p:cNvSpPr txBox="1"/>
            <p:nvPr/>
          </p:nvSpPr>
          <p:spPr>
            <a:xfrm rot="21106037">
              <a:off x="9360647" y="4654247"/>
              <a:ext cx="4620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OK</a:t>
              </a:r>
              <a:endPara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6AAF2513-9DD5-1A4B-B41D-1AFE8BDB247D}"/>
              </a:ext>
            </a:extLst>
          </p:cNvPr>
          <p:cNvGrpSpPr/>
          <p:nvPr/>
        </p:nvGrpSpPr>
        <p:grpSpPr>
          <a:xfrm>
            <a:off x="8226030" y="4881121"/>
            <a:ext cx="1684338" cy="344172"/>
            <a:chOff x="8226030" y="4881121"/>
            <a:chExt cx="1684338" cy="344172"/>
          </a:xfrm>
        </p:grpSpPr>
        <p:sp>
          <p:nvSpPr>
            <p:cNvPr id="86" name="Line 17">
              <a:extLst>
                <a:ext uri="{FF2B5EF4-FFF2-40B4-BE49-F238E27FC236}">
                  <a16:creationId xmlns:a16="http://schemas.microsoft.com/office/drawing/2014/main" id="{33143F67-A599-EE4C-988D-1E52584BCB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26030" y="4990711"/>
              <a:ext cx="1684338" cy="2345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6F421034-4844-1843-9EDF-80D2D2191FFC}"/>
                </a:ext>
              </a:extLst>
            </p:cNvPr>
            <p:cNvSpPr txBox="1"/>
            <p:nvPr/>
          </p:nvSpPr>
          <p:spPr>
            <a:xfrm rot="460210">
              <a:off x="8601378" y="4881121"/>
              <a:ext cx="112698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unlock </a:t>
              </a: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X</a:t>
              </a:r>
            </a:p>
          </p:txBody>
        </p: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02E6B42D-EC51-CD42-8E76-639F17FF9C82}"/>
              </a:ext>
            </a:extLst>
          </p:cNvPr>
          <p:cNvGrpSpPr/>
          <p:nvPr/>
        </p:nvGrpSpPr>
        <p:grpSpPr>
          <a:xfrm>
            <a:off x="8211743" y="5253900"/>
            <a:ext cx="1673225" cy="336684"/>
            <a:chOff x="8211743" y="5253900"/>
            <a:chExt cx="1673225" cy="336684"/>
          </a:xfrm>
        </p:grpSpPr>
        <p:sp>
          <p:nvSpPr>
            <p:cNvPr id="87" name="Line 18">
              <a:extLst>
                <a:ext uri="{FF2B5EF4-FFF2-40B4-BE49-F238E27FC236}">
                  <a16:creationId xmlns:a16="http://schemas.microsoft.com/office/drawing/2014/main" id="{981C6A97-493C-1541-8F46-FB6401EE6D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211743" y="5253900"/>
              <a:ext cx="1673225" cy="242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4E6BC057-143C-EA4C-9758-617A540239BE}"/>
                </a:ext>
              </a:extLst>
            </p:cNvPr>
            <p:cNvSpPr txBox="1"/>
            <p:nvPr/>
          </p:nvSpPr>
          <p:spPr>
            <a:xfrm rot="21106037">
              <a:off x="9373746" y="5282807"/>
              <a:ext cx="4620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OK</a:t>
              </a:r>
              <a:endPara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812585BB-270F-6343-8338-140BA89C7E52}"/>
              </a:ext>
            </a:extLst>
          </p:cNvPr>
          <p:cNvGrpSpPr/>
          <p:nvPr/>
        </p:nvGrpSpPr>
        <p:grpSpPr>
          <a:xfrm>
            <a:off x="8226030" y="3575737"/>
            <a:ext cx="1696234" cy="338597"/>
            <a:chOff x="8226030" y="3575737"/>
            <a:chExt cx="1696234" cy="338597"/>
          </a:xfrm>
        </p:grpSpPr>
        <p:sp>
          <p:nvSpPr>
            <p:cNvPr id="76" name="Line 17">
              <a:extLst>
                <a:ext uri="{FF2B5EF4-FFF2-40B4-BE49-F238E27FC236}">
                  <a16:creationId xmlns:a16="http://schemas.microsoft.com/office/drawing/2014/main" id="{06976B72-BDF3-7C48-82E3-924EF74F53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26030" y="3679752"/>
              <a:ext cx="1684338" cy="2345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A7D38CDC-448B-6D46-8D67-92FCAC24452A}"/>
                </a:ext>
              </a:extLst>
            </p:cNvPr>
            <p:cNvSpPr txBox="1"/>
            <p:nvPr/>
          </p:nvSpPr>
          <p:spPr>
            <a:xfrm rot="460210">
              <a:off x="8589335" y="3575737"/>
              <a:ext cx="13329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update </a:t>
              </a: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X      X’</a:t>
              </a:r>
            </a:p>
          </p:txBody>
        </p: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196C1467-1B22-FD48-8EA3-AAA9DBA798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31367" y="3750644"/>
              <a:ext cx="221806" cy="2811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0BE549BD-AAEC-8444-851F-3374194952CD}"/>
              </a:ext>
            </a:extLst>
          </p:cNvPr>
          <p:cNvGrpSpPr/>
          <p:nvPr/>
        </p:nvGrpSpPr>
        <p:grpSpPr>
          <a:xfrm>
            <a:off x="8234852" y="4259764"/>
            <a:ext cx="1684338" cy="366949"/>
            <a:chOff x="8234852" y="4259764"/>
            <a:chExt cx="1684338" cy="366949"/>
          </a:xfrm>
        </p:grpSpPr>
        <p:sp>
          <p:nvSpPr>
            <p:cNvPr id="81" name="Line 17">
              <a:extLst>
                <a:ext uri="{FF2B5EF4-FFF2-40B4-BE49-F238E27FC236}">
                  <a16:creationId xmlns:a16="http://schemas.microsoft.com/office/drawing/2014/main" id="{BD9CD2B5-5BAD-F64E-ABCA-CBF632B90A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34852" y="4392131"/>
              <a:ext cx="1684338" cy="2345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9C94E783-4022-4840-9168-04845DD3C6E1}"/>
                </a:ext>
              </a:extLst>
            </p:cNvPr>
            <p:cNvSpPr txBox="1"/>
            <p:nvPr/>
          </p:nvSpPr>
          <p:spPr>
            <a:xfrm rot="460210">
              <a:off x="8600615" y="4259764"/>
              <a:ext cx="125704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update </a:t>
              </a: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X      X’’</a:t>
              </a:r>
            </a:p>
          </p:txBody>
        </p: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E91273DD-2DB7-7D46-A38E-BB2C165693F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39955" y="4436145"/>
              <a:ext cx="221806" cy="2811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67AF7376-17A3-D741-91E5-0D8534607D08}"/>
              </a:ext>
            </a:extLst>
          </p:cNvPr>
          <p:cNvGrpSpPr/>
          <p:nvPr/>
        </p:nvGrpSpPr>
        <p:grpSpPr>
          <a:xfrm>
            <a:off x="8226030" y="2820539"/>
            <a:ext cx="1684338" cy="362594"/>
            <a:chOff x="8226030" y="2820539"/>
            <a:chExt cx="1684338" cy="36259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770E437-30BF-E34D-A36A-B1465B8979C1}"/>
                </a:ext>
              </a:extLst>
            </p:cNvPr>
            <p:cNvSpPr txBox="1"/>
            <p:nvPr/>
          </p:nvSpPr>
          <p:spPr>
            <a:xfrm rot="460210">
              <a:off x="8283881" y="2820539"/>
              <a:ext cx="156069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lock data record </a:t>
              </a: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8" name="Line 17">
              <a:extLst>
                <a:ext uri="{FF2B5EF4-FFF2-40B4-BE49-F238E27FC236}">
                  <a16:creationId xmlns:a16="http://schemas.microsoft.com/office/drawing/2014/main" id="{226EF0C1-2237-8E46-AB56-8D689EE5CD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26030" y="2948551"/>
              <a:ext cx="1684338" cy="2345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6D140EC4-5DA8-F040-BC23-C3A90A90AE49}"/>
              </a:ext>
            </a:extLst>
          </p:cNvPr>
          <p:cNvGrpSpPr/>
          <p:nvPr/>
        </p:nvGrpSpPr>
        <p:grpSpPr>
          <a:xfrm>
            <a:off x="8211743" y="3211740"/>
            <a:ext cx="1673225" cy="326272"/>
            <a:chOff x="8211743" y="3211740"/>
            <a:chExt cx="1673225" cy="326272"/>
          </a:xfrm>
        </p:grpSpPr>
        <p:sp>
          <p:nvSpPr>
            <p:cNvPr id="20" name="Line 18">
              <a:extLst>
                <a:ext uri="{FF2B5EF4-FFF2-40B4-BE49-F238E27FC236}">
                  <a16:creationId xmlns:a16="http://schemas.microsoft.com/office/drawing/2014/main" id="{C78912E7-84E1-824B-B855-60DAC36E52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211743" y="3211740"/>
              <a:ext cx="1673225" cy="242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39CDE70-7C81-BB40-B7E7-D376841A3505}"/>
                </a:ext>
              </a:extLst>
            </p:cNvPr>
            <p:cNvSpPr txBox="1"/>
            <p:nvPr/>
          </p:nvSpPr>
          <p:spPr>
            <a:xfrm rot="21106037">
              <a:off x="9368027" y="3230235"/>
              <a:ext cx="4620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OK</a:t>
              </a:r>
              <a:endPara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3FE3FF41-4F60-4C4F-85AB-4CC4494FF63A}"/>
              </a:ext>
            </a:extLst>
          </p:cNvPr>
          <p:cNvGrpSpPr/>
          <p:nvPr/>
        </p:nvGrpSpPr>
        <p:grpSpPr>
          <a:xfrm>
            <a:off x="10136156" y="2957082"/>
            <a:ext cx="522425" cy="400110"/>
            <a:chOff x="10136156" y="2957082"/>
            <a:chExt cx="522425" cy="400110"/>
          </a:xfrm>
        </p:grpSpPr>
        <p:sp>
          <p:nvSpPr>
            <p:cNvPr id="91" name="AutoShape 327">
              <a:extLst>
                <a:ext uri="{FF2B5EF4-FFF2-40B4-BE49-F238E27FC236}">
                  <a16:creationId xmlns:a16="http://schemas.microsoft.com/office/drawing/2014/main" id="{819E3430-D00B-DE4A-BF76-DA4F707FA9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38333" y="2957082"/>
              <a:ext cx="510086" cy="400110"/>
            </a:xfrm>
            <a:prstGeom prst="can">
              <a:avLst>
                <a:gd name="adj" fmla="val 31004"/>
              </a:avLst>
            </a:prstGeom>
            <a:gradFill rotWithShape="1">
              <a:gsLst>
                <a:gs pos="0">
                  <a:schemeClr val="accent5">
                    <a:lumMod val="75000"/>
                  </a:schemeClr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9A7AE3A8-B4B7-5D45-9040-2EECD223536E}"/>
                </a:ext>
              </a:extLst>
            </p:cNvPr>
            <p:cNvSpPr txBox="1"/>
            <p:nvPr/>
          </p:nvSpPr>
          <p:spPr>
            <a:xfrm>
              <a:off x="10364121" y="3049415"/>
              <a:ext cx="2944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X</a:t>
              </a:r>
            </a:p>
          </p:txBody>
        </p:sp>
        <p:pic>
          <p:nvPicPr>
            <p:cNvPr id="101" name="Picture 100">
              <a:extLst>
                <a:ext uri="{FF2B5EF4-FFF2-40B4-BE49-F238E27FC236}">
                  <a16:creationId xmlns:a16="http://schemas.microsoft.com/office/drawing/2014/main" id="{E64171ED-8243-0748-A18D-E9E66AB8CC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36156" y="2995160"/>
              <a:ext cx="307778" cy="307778"/>
            </a:xfrm>
            <a:prstGeom prst="rect">
              <a:avLst/>
            </a:prstGeom>
          </p:spPr>
        </p:pic>
      </p:grpSp>
      <p:sp>
        <p:nvSpPr>
          <p:cNvPr id="102" name="AutoShape 327">
            <a:extLst>
              <a:ext uri="{FF2B5EF4-FFF2-40B4-BE49-F238E27FC236}">
                <a16:creationId xmlns:a16="http://schemas.microsoft.com/office/drawing/2014/main" id="{94D2C5FA-36D2-234A-8CDE-D9DE43DC6B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7378" y="2195369"/>
            <a:ext cx="510086" cy="400110"/>
          </a:xfrm>
          <a:prstGeom prst="can">
            <a:avLst>
              <a:gd name="adj" fmla="val 31004"/>
            </a:avLst>
          </a:prstGeom>
          <a:gradFill rotWithShape="1">
            <a:gsLst>
              <a:gs pos="0">
                <a:schemeClr val="accent5">
                  <a:lumMod val="75000"/>
                </a:schemeClr>
              </a:gs>
              <a:gs pos="100000">
                <a:srgbClr val="FFFFFF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0E67923B-2554-D94F-98BF-5970F66E0A80}"/>
              </a:ext>
            </a:extLst>
          </p:cNvPr>
          <p:cNvSpPr txBox="1"/>
          <p:nvPr/>
        </p:nvSpPr>
        <p:spPr>
          <a:xfrm>
            <a:off x="10383166" y="2287702"/>
            <a:ext cx="294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</a:t>
            </a: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2B5B74FE-39C8-5B43-9432-6DE5518154FD}"/>
              </a:ext>
            </a:extLst>
          </p:cNvPr>
          <p:cNvGrpSpPr/>
          <p:nvPr/>
        </p:nvGrpSpPr>
        <p:grpSpPr>
          <a:xfrm>
            <a:off x="10132163" y="3702128"/>
            <a:ext cx="592569" cy="400110"/>
            <a:chOff x="10136156" y="2957082"/>
            <a:chExt cx="592569" cy="400110"/>
          </a:xfrm>
        </p:grpSpPr>
        <p:sp>
          <p:nvSpPr>
            <p:cNvPr id="107" name="AutoShape 327">
              <a:extLst>
                <a:ext uri="{FF2B5EF4-FFF2-40B4-BE49-F238E27FC236}">
                  <a16:creationId xmlns:a16="http://schemas.microsoft.com/office/drawing/2014/main" id="{8B16F450-5DEA-8B45-B210-945CA6750C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38333" y="2957082"/>
              <a:ext cx="510086" cy="400110"/>
            </a:xfrm>
            <a:prstGeom prst="can">
              <a:avLst>
                <a:gd name="adj" fmla="val 31004"/>
              </a:avLst>
            </a:prstGeom>
            <a:gradFill rotWithShape="1">
              <a:gsLst>
                <a:gs pos="0">
                  <a:schemeClr val="accent5">
                    <a:lumMod val="75000"/>
                  </a:schemeClr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72167ECA-B9B2-4E40-82B0-9F43976F24FE}"/>
                </a:ext>
              </a:extLst>
            </p:cNvPr>
            <p:cNvSpPr txBox="1"/>
            <p:nvPr/>
          </p:nvSpPr>
          <p:spPr>
            <a:xfrm>
              <a:off x="10364121" y="3049415"/>
              <a:ext cx="3646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X’</a:t>
              </a:r>
            </a:p>
          </p:txBody>
        </p:sp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06DE726C-08C5-5346-B762-9B140BCB88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36156" y="2995160"/>
              <a:ext cx="307778" cy="307778"/>
            </a:xfrm>
            <a:prstGeom prst="rect">
              <a:avLst/>
            </a:prstGeom>
          </p:spPr>
        </p:pic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6E55A0D6-71A5-1D45-8A52-331867F92A1A}"/>
              </a:ext>
            </a:extLst>
          </p:cNvPr>
          <p:cNvGrpSpPr/>
          <p:nvPr/>
        </p:nvGrpSpPr>
        <p:grpSpPr>
          <a:xfrm>
            <a:off x="10128170" y="4447174"/>
            <a:ext cx="592569" cy="400110"/>
            <a:chOff x="10136156" y="2957082"/>
            <a:chExt cx="592569" cy="400110"/>
          </a:xfrm>
        </p:grpSpPr>
        <p:sp>
          <p:nvSpPr>
            <p:cNvPr id="111" name="AutoShape 327">
              <a:extLst>
                <a:ext uri="{FF2B5EF4-FFF2-40B4-BE49-F238E27FC236}">
                  <a16:creationId xmlns:a16="http://schemas.microsoft.com/office/drawing/2014/main" id="{AD90F81E-B5AA-6341-8460-5E051080AA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38333" y="2957082"/>
              <a:ext cx="510086" cy="400110"/>
            </a:xfrm>
            <a:prstGeom prst="can">
              <a:avLst>
                <a:gd name="adj" fmla="val 31004"/>
              </a:avLst>
            </a:prstGeom>
            <a:gradFill rotWithShape="1">
              <a:gsLst>
                <a:gs pos="0">
                  <a:schemeClr val="accent5">
                    <a:lumMod val="75000"/>
                  </a:schemeClr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C02956FF-BB8D-6149-9012-24692DD7049D}"/>
                </a:ext>
              </a:extLst>
            </p:cNvPr>
            <p:cNvSpPr txBox="1"/>
            <p:nvPr/>
          </p:nvSpPr>
          <p:spPr>
            <a:xfrm>
              <a:off x="10364121" y="3049415"/>
              <a:ext cx="3646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X’’</a:t>
              </a:r>
            </a:p>
          </p:txBody>
        </p:sp>
        <p:pic>
          <p:nvPicPr>
            <p:cNvPr id="113" name="Picture 112">
              <a:extLst>
                <a:ext uri="{FF2B5EF4-FFF2-40B4-BE49-F238E27FC236}">
                  <a16:creationId xmlns:a16="http://schemas.microsoft.com/office/drawing/2014/main" id="{7E37BA2D-D932-D14B-9FD2-5FE1BA0B72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36156" y="2995160"/>
              <a:ext cx="307778" cy="307778"/>
            </a:xfrm>
            <a:prstGeom prst="rect">
              <a:avLst/>
            </a:prstGeom>
          </p:spPr>
        </p:pic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CEB7CAB0-F376-054D-A184-1987E69E5578}"/>
              </a:ext>
            </a:extLst>
          </p:cNvPr>
          <p:cNvGrpSpPr/>
          <p:nvPr/>
        </p:nvGrpSpPr>
        <p:grpSpPr>
          <a:xfrm>
            <a:off x="10126354" y="5192220"/>
            <a:ext cx="726072" cy="400110"/>
            <a:chOff x="10138333" y="2957082"/>
            <a:chExt cx="726072" cy="400110"/>
          </a:xfrm>
        </p:grpSpPr>
        <p:sp>
          <p:nvSpPr>
            <p:cNvPr id="115" name="AutoShape 327">
              <a:extLst>
                <a:ext uri="{FF2B5EF4-FFF2-40B4-BE49-F238E27FC236}">
                  <a16:creationId xmlns:a16="http://schemas.microsoft.com/office/drawing/2014/main" id="{0D7E10F2-D009-F14B-82D2-F08AB2218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38333" y="2957082"/>
              <a:ext cx="510086" cy="400110"/>
            </a:xfrm>
            <a:prstGeom prst="can">
              <a:avLst>
                <a:gd name="adj" fmla="val 31004"/>
              </a:avLst>
            </a:prstGeom>
            <a:gradFill rotWithShape="1">
              <a:gsLst>
                <a:gs pos="0">
                  <a:schemeClr val="accent5">
                    <a:lumMod val="75000"/>
                  </a:schemeClr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87935EAA-1BE1-5D4A-BB6F-A7C69F071ADD}"/>
                </a:ext>
              </a:extLst>
            </p:cNvPr>
            <p:cNvSpPr txBox="1"/>
            <p:nvPr/>
          </p:nvSpPr>
          <p:spPr>
            <a:xfrm>
              <a:off x="10364121" y="3049415"/>
              <a:ext cx="5002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X’’</a:t>
              </a:r>
            </a:p>
          </p:txBody>
        </p:sp>
      </p:grpSp>
      <p:sp>
        <p:nvSpPr>
          <p:cNvPr id="118" name="TextBox 117">
            <a:extLst>
              <a:ext uri="{FF2B5EF4-FFF2-40B4-BE49-F238E27FC236}">
                <a16:creationId xmlns:a16="http://schemas.microsoft.com/office/drawing/2014/main" id="{6F306746-EF4C-B446-9F1D-1D85D8A99FAC}"/>
              </a:ext>
            </a:extLst>
          </p:cNvPr>
          <p:cNvSpPr txBox="1"/>
          <p:nvPr/>
        </p:nvSpPr>
        <p:spPr>
          <a:xfrm>
            <a:off x="7895870" y="4140346"/>
            <a:ext cx="4142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t’</a:t>
            </a:r>
            <a:endParaRPr kumimoji="0" lang="en-US" sz="16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80C0AC55-7635-2346-85C0-10B75BF4C445}"/>
              </a:ext>
            </a:extLst>
          </p:cNvPr>
          <p:cNvSpPr txBox="1"/>
          <p:nvPr/>
        </p:nvSpPr>
        <p:spPr>
          <a:xfrm>
            <a:off x="7384517" y="5969340"/>
            <a:ext cx="41155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happens if network connection or client crashes at </a:t>
            </a: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t’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?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08101FE-FEA1-6400-CA80-EF4ABC8C7041}"/>
                  </a:ext>
                </a:extLst>
              </p14:cNvPr>
              <p14:cNvContentPartPr/>
              <p14:nvPr/>
            </p14:nvContentPartPr>
            <p14:xfrm>
              <a:off x="9744480" y="3817440"/>
              <a:ext cx="270720" cy="359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08101FE-FEA1-6400-CA80-EF4ABC8C704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735120" y="3808080"/>
                <a:ext cx="289440" cy="378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45911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Maintaining user/server state: cookies</a:t>
            </a:r>
            <a:endParaRPr lang="en-US" sz="4400" dirty="0"/>
          </a:p>
        </p:txBody>
      </p:sp>
      <p:sp>
        <p:nvSpPr>
          <p:cNvPr id="93" name="Rectangle 3">
            <a:extLst>
              <a:ext uri="{FF2B5EF4-FFF2-40B4-BE49-F238E27FC236}">
                <a16:creationId xmlns:a16="http://schemas.microsoft.com/office/drawing/2014/main" id="{044314F4-5E29-A342-9469-ED1D194C2BEE}"/>
              </a:ext>
            </a:extLst>
          </p:cNvPr>
          <p:cNvSpPr txBox="1">
            <a:spLocks noChangeArrowheads="1"/>
          </p:cNvSpPr>
          <p:nvPr/>
        </p:nvSpPr>
        <p:spPr>
          <a:xfrm>
            <a:off x="622608" y="1452389"/>
            <a:ext cx="6335547" cy="4887912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Web sites and client browser  use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cookies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to maintain some state between transactions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four components: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1) cookie header line of HTTP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response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message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2) cookie header line in next HTTP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request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message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3) cookie file kept on user</a:t>
            </a:r>
            <a:r>
              <a:rPr kumimoji="0" lang="ja-JP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’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 host, managed by user</a:t>
            </a:r>
            <a:r>
              <a:rPr kumimoji="0" lang="ja-JP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’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 browser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4) back-end database at Web site</a:t>
            </a:r>
          </a:p>
        </p:txBody>
      </p:sp>
      <p:sp>
        <p:nvSpPr>
          <p:cNvPr id="94" name="Rectangle 4">
            <a:extLst>
              <a:ext uri="{FF2B5EF4-FFF2-40B4-BE49-F238E27FC236}">
                <a16:creationId xmlns:a16="http://schemas.microsoft.com/office/drawing/2014/main" id="{26408C84-4366-9C43-B55D-97AC8C9FA33A}"/>
              </a:ext>
            </a:extLst>
          </p:cNvPr>
          <p:cNvSpPr txBox="1">
            <a:spLocks noChangeArrowheads="1"/>
          </p:cNvSpPr>
          <p:nvPr/>
        </p:nvSpPr>
        <p:spPr>
          <a:xfrm>
            <a:off x="7599363" y="1452389"/>
            <a:ext cx="4363453" cy="5025732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" marR="0" lvl="0" indent="1111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Example: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Susan uses browser on laptop, visits specific e-commerce site for first time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when initial HTTP requests arrives at site, site creates: 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unique ID (aka “cookie”)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entry in backend database for ID</a:t>
            </a:r>
          </a:p>
          <a:p>
            <a:pPr marL="342900" marR="0" lvl="0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subsequent HTTP requests from Susan to this site will contain cookie ID value, allowing site to “identify” Susan</a:t>
            </a:r>
          </a:p>
        </p:txBody>
      </p:sp>
    </p:spTree>
    <p:extLst>
      <p:ext uri="{BB962C8B-B14F-4D97-AF65-F5344CB8AC3E}">
        <p14:creationId xmlns:p14="http://schemas.microsoft.com/office/powerpoint/2010/main" val="147584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Maintaining user/server state: cookies</a:t>
            </a:r>
            <a:endParaRPr lang="en-US" sz="4400" dirty="0"/>
          </a:p>
        </p:txBody>
      </p:sp>
      <p:sp>
        <p:nvSpPr>
          <p:cNvPr id="96" name="Text Box 5">
            <a:extLst>
              <a:ext uri="{FF2B5EF4-FFF2-40B4-BE49-F238E27FC236}">
                <a16:creationId xmlns:a16="http://schemas.microsoft.com/office/drawing/2014/main" id="{BDD58876-57D5-6242-A5A0-1F4F57BBD4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2674" y="1266659"/>
            <a:ext cx="87395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client</a:t>
            </a:r>
          </a:p>
        </p:txBody>
      </p:sp>
      <p:sp>
        <p:nvSpPr>
          <p:cNvPr id="97" name="Text Box 6">
            <a:extLst>
              <a:ext uri="{FF2B5EF4-FFF2-40B4-BE49-F238E27FC236}">
                <a16:creationId xmlns:a16="http://schemas.microsoft.com/office/drawing/2014/main" id="{2C7DB634-32FD-8242-867E-9B9E0867E9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5557" y="1520844"/>
            <a:ext cx="205216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Amazon server</a:t>
            </a:r>
          </a:p>
        </p:txBody>
      </p:sp>
      <p:grpSp>
        <p:nvGrpSpPr>
          <p:cNvPr id="98" name="Group 90">
            <a:extLst>
              <a:ext uri="{FF2B5EF4-FFF2-40B4-BE49-F238E27FC236}">
                <a16:creationId xmlns:a16="http://schemas.microsoft.com/office/drawing/2014/main" id="{94011BFB-FD4F-E449-8218-8F0FBC795682}"/>
              </a:ext>
            </a:extLst>
          </p:cNvPr>
          <p:cNvGrpSpPr>
            <a:grpSpLocks/>
          </p:cNvGrpSpPr>
          <p:nvPr/>
        </p:nvGrpSpPr>
        <p:grpSpPr bwMode="auto">
          <a:xfrm>
            <a:off x="2996806" y="4057653"/>
            <a:ext cx="3873500" cy="458788"/>
            <a:chOff x="1414" y="2657"/>
            <a:chExt cx="2440" cy="289"/>
          </a:xfrm>
        </p:grpSpPr>
        <p:sp>
          <p:nvSpPr>
            <p:cNvPr id="99" name="Line 16">
              <a:extLst>
                <a:ext uri="{FF2B5EF4-FFF2-40B4-BE49-F238E27FC236}">
                  <a16:creationId xmlns:a16="http://schemas.microsoft.com/office/drawing/2014/main" id="{88BDB1BC-CF22-D740-8FD0-3286D32A2A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14" y="2657"/>
              <a:ext cx="2440" cy="24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00" name="Group 17">
              <a:extLst>
                <a:ext uri="{FF2B5EF4-FFF2-40B4-BE49-F238E27FC236}">
                  <a16:creationId xmlns:a16="http://schemas.microsoft.com/office/drawing/2014/main" id="{1663D802-36E9-1C4C-BFE3-BD3D003350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53" y="2694"/>
              <a:ext cx="1897" cy="252"/>
              <a:chOff x="3268" y="2846"/>
              <a:chExt cx="1897" cy="252"/>
            </a:xfrm>
          </p:grpSpPr>
          <p:sp>
            <p:nvSpPr>
              <p:cNvPr id="101" name="Rectangle 18">
                <a:extLst>
                  <a:ext uri="{FF2B5EF4-FFF2-40B4-BE49-F238E27FC236}">
                    <a16:creationId xmlns:a16="http://schemas.microsoft.com/office/drawing/2014/main" id="{F3795387-184E-6040-B5E5-4A94444CF8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2" y="2856"/>
                <a:ext cx="1692" cy="19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2" name="Text Box 19">
                <a:extLst>
                  <a:ext uri="{FF2B5EF4-FFF2-40B4-BE49-F238E27FC236}">
                    <a16:creationId xmlns:a16="http://schemas.microsoft.com/office/drawing/2014/main" id="{1E8E6531-8FF1-1C40-8C70-630F4E1475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68" y="2846"/>
                <a:ext cx="1897" cy="25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rPr>
                  <a:t>usual HTTP response msg</a:t>
                </a: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grpSp>
        <p:nvGrpSpPr>
          <p:cNvPr id="103" name="Group 94">
            <a:extLst>
              <a:ext uri="{FF2B5EF4-FFF2-40B4-BE49-F238E27FC236}">
                <a16:creationId xmlns:a16="http://schemas.microsoft.com/office/drawing/2014/main" id="{A02DFDF0-ACF5-0944-BB01-BEA857B2408F}"/>
              </a:ext>
            </a:extLst>
          </p:cNvPr>
          <p:cNvGrpSpPr>
            <a:grpSpLocks/>
          </p:cNvGrpSpPr>
          <p:nvPr/>
        </p:nvGrpSpPr>
        <p:grpSpPr bwMode="auto">
          <a:xfrm>
            <a:off x="3002432" y="5867498"/>
            <a:ext cx="3859213" cy="463549"/>
            <a:chOff x="1392" y="3579"/>
            <a:chExt cx="2431" cy="292"/>
          </a:xfrm>
        </p:grpSpPr>
        <p:sp>
          <p:nvSpPr>
            <p:cNvPr id="104" name="Line 24">
              <a:extLst>
                <a:ext uri="{FF2B5EF4-FFF2-40B4-BE49-F238E27FC236}">
                  <a16:creationId xmlns:a16="http://schemas.microsoft.com/office/drawing/2014/main" id="{EEB16C5E-89E3-9248-A0E9-068D3F51C4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92" y="3579"/>
              <a:ext cx="2431" cy="26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7" name="Text Box 27">
              <a:extLst>
                <a:ext uri="{FF2B5EF4-FFF2-40B4-BE49-F238E27FC236}">
                  <a16:creationId xmlns:a16="http://schemas.microsoft.com/office/drawing/2014/main" id="{474B7C25-022E-B449-BFB7-79520686A1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8" y="3619"/>
              <a:ext cx="1852" cy="25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usual HTTP response msg</a:t>
              </a:r>
              <a:endPara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08" name="Text Box 59">
            <a:extLst>
              <a:ext uri="{FF2B5EF4-FFF2-40B4-BE49-F238E27FC236}">
                <a16:creationId xmlns:a16="http://schemas.microsoft.com/office/drawing/2014/main" id="{8FCE1392-BEBB-7649-A72C-5DBA317615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3156" y="2293935"/>
            <a:ext cx="17875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cookie file</a:t>
            </a:r>
          </a:p>
        </p:txBody>
      </p:sp>
      <p:sp>
        <p:nvSpPr>
          <p:cNvPr id="109" name="Text Box 66">
            <a:extLst>
              <a:ext uri="{FF2B5EF4-FFF2-40B4-BE49-F238E27FC236}">
                <a16:creationId xmlns:a16="http://schemas.microsoft.com/office/drawing/2014/main" id="{0A6A1E02-F6BE-5D46-AD20-D1F7027FB4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0772" y="4672055"/>
            <a:ext cx="181011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one week later:</a:t>
            </a:r>
          </a:p>
        </p:txBody>
      </p:sp>
      <p:grpSp>
        <p:nvGrpSpPr>
          <p:cNvPr id="110" name="Group 89">
            <a:extLst>
              <a:ext uri="{FF2B5EF4-FFF2-40B4-BE49-F238E27FC236}">
                <a16:creationId xmlns:a16="http://schemas.microsoft.com/office/drawing/2014/main" id="{40D8E44C-8C6C-D542-9BE7-10406B51CDF5}"/>
              </a:ext>
            </a:extLst>
          </p:cNvPr>
          <p:cNvGrpSpPr>
            <a:grpSpLocks/>
          </p:cNvGrpSpPr>
          <p:nvPr/>
        </p:nvGrpSpPr>
        <p:grpSpPr bwMode="auto">
          <a:xfrm>
            <a:off x="2998327" y="3429000"/>
            <a:ext cx="6777024" cy="1128713"/>
            <a:chOff x="1411" y="2261"/>
            <a:chExt cx="3533" cy="711"/>
          </a:xfrm>
        </p:grpSpPr>
        <p:sp>
          <p:nvSpPr>
            <p:cNvPr id="111" name="Line 12">
              <a:extLst>
                <a:ext uri="{FF2B5EF4-FFF2-40B4-BE49-F238E27FC236}">
                  <a16:creationId xmlns:a16="http://schemas.microsoft.com/office/drawing/2014/main" id="{153DBCD9-AEFE-0D4C-84B4-A29E1AAACC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1" y="2361"/>
              <a:ext cx="2016" cy="2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2" name="Text Box 15">
              <a:extLst>
                <a:ext uri="{FF2B5EF4-FFF2-40B4-BE49-F238E27FC236}">
                  <a16:creationId xmlns:a16="http://schemas.microsoft.com/office/drawing/2014/main" id="{B4EE3ACA-27BC-0046-99A0-E10CEAF864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8" y="2261"/>
              <a:ext cx="1689" cy="4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usual HTTP request msg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cookie: 1678</a:t>
              </a:r>
            </a:p>
          </p:txBody>
        </p:sp>
        <p:sp>
          <p:nvSpPr>
            <p:cNvPr id="113" name="Text Box 28">
              <a:extLst>
                <a:ext uri="{FF2B5EF4-FFF2-40B4-BE49-F238E27FC236}">
                  <a16:creationId xmlns:a16="http://schemas.microsoft.com/office/drawing/2014/main" id="{E0C8E058-016B-9643-8EC4-38404A2A2E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9" y="2332"/>
              <a:ext cx="607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cookie-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specific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action</a:t>
              </a:r>
            </a:p>
          </p:txBody>
        </p:sp>
        <p:sp>
          <p:nvSpPr>
            <p:cNvPr id="114" name="Line 42">
              <a:extLst>
                <a:ext uri="{FF2B5EF4-FFF2-40B4-BE49-F238E27FC236}">
                  <a16:creationId xmlns:a16="http://schemas.microsoft.com/office/drawing/2014/main" id="{AEE1E959-6738-514B-BC11-A0C6268B08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52" y="2367"/>
              <a:ext cx="692" cy="26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15" name="Group 83">
              <a:extLst>
                <a:ext uri="{FF2B5EF4-FFF2-40B4-BE49-F238E27FC236}">
                  <a16:creationId xmlns:a16="http://schemas.microsoft.com/office/drawing/2014/main" id="{B7857F88-08E3-E240-A20C-5162D29690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06" y="2363"/>
              <a:ext cx="539" cy="252"/>
              <a:chOff x="4306" y="2273"/>
              <a:chExt cx="539" cy="252"/>
            </a:xfrm>
          </p:grpSpPr>
          <p:sp>
            <p:nvSpPr>
              <p:cNvPr id="116" name="Rectangle 72">
                <a:extLst>
                  <a:ext uri="{FF2B5EF4-FFF2-40B4-BE49-F238E27FC236}">
                    <a16:creationId xmlns:a16="http://schemas.microsoft.com/office/drawing/2014/main" id="{597ACCEC-4FF2-6B40-8454-C2F1F6A7C1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09" y="2365"/>
                <a:ext cx="384" cy="9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7" name="Text Box 43">
                <a:extLst>
                  <a:ext uri="{FF2B5EF4-FFF2-40B4-BE49-F238E27FC236}">
                    <a16:creationId xmlns:a16="http://schemas.microsoft.com/office/drawing/2014/main" id="{361D7D30-A4D4-5C44-878A-9FE3CEA441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06" y="2273"/>
                <a:ext cx="53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</p:txBody>
          </p:sp>
        </p:grpSp>
      </p:grpSp>
      <p:grpSp>
        <p:nvGrpSpPr>
          <p:cNvPr id="118" name="Group 81">
            <a:extLst>
              <a:ext uri="{FF2B5EF4-FFF2-40B4-BE49-F238E27FC236}">
                <a16:creationId xmlns:a16="http://schemas.microsoft.com/office/drawing/2014/main" id="{CCEC4E82-EFC9-4646-BCEE-C0B8C7E94B5A}"/>
              </a:ext>
            </a:extLst>
          </p:cNvPr>
          <p:cNvGrpSpPr>
            <a:grpSpLocks/>
          </p:cNvGrpSpPr>
          <p:nvPr/>
        </p:nvGrpSpPr>
        <p:grpSpPr bwMode="auto">
          <a:xfrm>
            <a:off x="1704581" y="1762123"/>
            <a:ext cx="1066800" cy="565150"/>
            <a:chOff x="527" y="1047"/>
            <a:chExt cx="855" cy="486"/>
          </a:xfrm>
        </p:grpSpPr>
        <p:sp>
          <p:nvSpPr>
            <p:cNvPr id="119" name="AutoShape 67">
              <a:extLst>
                <a:ext uri="{FF2B5EF4-FFF2-40B4-BE49-F238E27FC236}">
                  <a16:creationId xmlns:a16="http://schemas.microsoft.com/office/drawing/2014/main" id="{3FF0F743-E4ED-2B41-96D3-06A33C2442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" y="1047"/>
              <a:ext cx="855" cy="486"/>
            </a:xfrm>
            <a:prstGeom prst="can">
              <a:avLst>
                <a:gd name="adj" fmla="val 25000"/>
              </a:avLst>
            </a:prstGeom>
            <a:solidFill>
              <a:srgbClr val="3333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0" name="Text Box 60">
              <a:extLst>
                <a:ext uri="{FF2B5EF4-FFF2-40B4-BE49-F238E27FC236}">
                  <a16:creationId xmlns:a16="http://schemas.microsoft.com/office/drawing/2014/main" id="{6117DA15-C6DD-B847-B11A-0D6EFDBC12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2" y="1193"/>
              <a:ext cx="805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ebay 8734</a:t>
              </a:r>
            </a:p>
          </p:txBody>
        </p:sp>
      </p:grpSp>
      <p:grpSp>
        <p:nvGrpSpPr>
          <p:cNvPr id="121" name="Group 95">
            <a:extLst>
              <a:ext uri="{FF2B5EF4-FFF2-40B4-BE49-F238E27FC236}">
                <a16:creationId xmlns:a16="http://schemas.microsoft.com/office/drawing/2014/main" id="{6419469C-19C4-3947-B461-0398BDE5A56E}"/>
              </a:ext>
            </a:extLst>
          </p:cNvPr>
          <p:cNvGrpSpPr>
            <a:grpSpLocks/>
          </p:cNvGrpSpPr>
          <p:nvPr/>
        </p:nvGrpSpPr>
        <p:grpSpPr bwMode="auto">
          <a:xfrm>
            <a:off x="2952356" y="1946272"/>
            <a:ext cx="6972540" cy="1301749"/>
            <a:chOff x="1386" y="1327"/>
            <a:chExt cx="3730" cy="820"/>
          </a:xfrm>
        </p:grpSpPr>
        <p:sp>
          <p:nvSpPr>
            <p:cNvPr id="122" name="Line 4">
              <a:extLst>
                <a:ext uri="{FF2B5EF4-FFF2-40B4-BE49-F238E27FC236}">
                  <a16:creationId xmlns:a16="http://schemas.microsoft.com/office/drawing/2014/main" id="{53358BBA-04B8-9D40-89A7-C1749138D1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6" y="1355"/>
              <a:ext cx="2082" cy="2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3" name="Text Box 8">
              <a:extLst>
                <a:ext uri="{FF2B5EF4-FFF2-40B4-BE49-F238E27FC236}">
                  <a16:creationId xmlns:a16="http://schemas.microsoft.com/office/drawing/2014/main" id="{437463ED-2B74-A04D-85BF-36A6CD1ADB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4" y="1327"/>
              <a:ext cx="1689" cy="25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usual HTTP request msg</a:t>
              </a:r>
            </a:p>
          </p:txBody>
        </p:sp>
        <p:sp>
          <p:nvSpPr>
            <p:cNvPr id="124" name="Text Box 31">
              <a:extLst>
                <a:ext uri="{FF2B5EF4-FFF2-40B4-BE49-F238E27FC236}">
                  <a16:creationId xmlns:a16="http://schemas.microsoft.com/office/drawing/2014/main" id="{8689192D-F56C-1640-861C-3C443D419F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0" y="1390"/>
              <a:ext cx="848" cy="5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Amazon server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creates ID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1678 for user</a:t>
              </a: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25" name="Group 82">
              <a:extLst>
                <a:ext uri="{FF2B5EF4-FFF2-40B4-BE49-F238E27FC236}">
                  <a16:creationId xmlns:a16="http://schemas.microsoft.com/office/drawing/2014/main" id="{03DF1B1A-A9A9-854D-8891-346BB0DBAA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77" y="1730"/>
              <a:ext cx="739" cy="417"/>
              <a:chOff x="4377" y="1640"/>
              <a:chExt cx="739" cy="417"/>
            </a:xfrm>
          </p:grpSpPr>
          <p:sp>
            <p:nvSpPr>
              <p:cNvPr id="126" name="Line 40">
                <a:extLst>
                  <a:ext uri="{FF2B5EF4-FFF2-40B4-BE49-F238E27FC236}">
                    <a16:creationId xmlns:a16="http://schemas.microsoft.com/office/drawing/2014/main" id="{52C051AD-65C2-504B-9A70-F8E72303C4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77" y="1640"/>
                <a:ext cx="659" cy="41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27" name="Rectangle 73">
                <a:extLst>
                  <a:ext uri="{FF2B5EF4-FFF2-40B4-BE49-F238E27FC236}">
                    <a16:creationId xmlns:a16="http://schemas.microsoft.com/office/drawing/2014/main" id="{7F34673E-5298-3241-9317-86EC3DD70F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70" y="1729"/>
                <a:ext cx="602" cy="24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28" name="Text Box 41">
                <a:extLst>
                  <a:ext uri="{FF2B5EF4-FFF2-40B4-BE49-F238E27FC236}">
                    <a16:creationId xmlns:a16="http://schemas.microsoft.com/office/drawing/2014/main" id="{F17F9C36-958E-4C47-BE78-4A1A5F0726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81" y="1702"/>
                <a:ext cx="735" cy="3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7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rPr>
                  <a:t>create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7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rPr>
                  <a:t>    entry</a:t>
                </a:r>
              </a:p>
            </p:txBody>
          </p:sp>
        </p:grpSp>
      </p:grpSp>
      <p:grpSp>
        <p:nvGrpSpPr>
          <p:cNvPr id="129" name="Group 88">
            <a:extLst>
              <a:ext uri="{FF2B5EF4-FFF2-40B4-BE49-F238E27FC236}">
                <a16:creationId xmlns:a16="http://schemas.microsoft.com/office/drawing/2014/main" id="{7A1CD3F5-FA12-5E48-9AC5-0FFB79FB2A15}"/>
              </a:ext>
            </a:extLst>
          </p:cNvPr>
          <p:cNvGrpSpPr>
            <a:grpSpLocks/>
          </p:cNvGrpSpPr>
          <p:nvPr/>
        </p:nvGrpSpPr>
        <p:grpSpPr bwMode="auto">
          <a:xfrm>
            <a:off x="1675603" y="2474086"/>
            <a:ext cx="5151555" cy="890270"/>
            <a:chOff x="462" y="1603"/>
            <a:chExt cx="3550" cy="719"/>
          </a:xfrm>
        </p:grpSpPr>
        <p:sp>
          <p:nvSpPr>
            <p:cNvPr id="130" name="Line 9">
              <a:extLst>
                <a:ext uri="{FF2B5EF4-FFF2-40B4-BE49-F238E27FC236}">
                  <a16:creationId xmlns:a16="http://schemas.microsoft.com/office/drawing/2014/main" id="{34D0E0B7-0FCE-BB41-80D4-74036A2750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04" y="1603"/>
              <a:ext cx="2608" cy="27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1" name="Text Box 11">
              <a:extLst>
                <a:ext uri="{FF2B5EF4-FFF2-40B4-BE49-F238E27FC236}">
                  <a16:creationId xmlns:a16="http://schemas.microsoft.com/office/drawing/2014/main" id="{C2A582BF-35AD-EC42-8C5E-BCF7C4420C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2" y="1650"/>
              <a:ext cx="1665" cy="51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usual HTTP response 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set-cookie: 1678 </a:t>
              </a:r>
            </a:p>
          </p:txBody>
        </p:sp>
        <p:grpSp>
          <p:nvGrpSpPr>
            <p:cNvPr id="132" name="Group 76">
              <a:extLst>
                <a:ext uri="{FF2B5EF4-FFF2-40B4-BE49-F238E27FC236}">
                  <a16:creationId xmlns:a16="http://schemas.microsoft.com/office/drawing/2014/main" id="{9B50E41F-6BE8-5B41-B57A-83E988A059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2" y="1836"/>
              <a:ext cx="1004" cy="486"/>
              <a:chOff x="687" y="1746"/>
              <a:chExt cx="1004" cy="486"/>
            </a:xfrm>
          </p:grpSpPr>
          <p:sp>
            <p:nvSpPr>
              <p:cNvPr id="133" name="AutoShape 74">
                <a:extLst>
                  <a:ext uri="{FF2B5EF4-FFF2-40B4-BE49-F238E27FC236}">
                    <a16:creationId xmlns:a16="http://schemas.microsoft.com/office/drawing/2014/main" id="{0B53BA64-2104-564F-AC68-42F70CD18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2" y="1746"/>
                <a:ext cx="735" cy="486"/>
              </a:xfrm>
              <a:prstGeom prst="can">
                <a:avLst>
                  <a:gd name="adj" fmla="val 25000"/>
                </a:avLst>
              </a:prstGeom>
              <a:solidFill>
                <a:srgbClr val="3333CC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4" name="Text Box 75">
                <a:extLst>
                  <a:ext uri="{FF2B5EF4-FFF2-40B4-BE49-F238E27FC236}">
                    <a16:creationId xmlns:a16="http://schemas.microsoft.com/office/drawing/2014/main" id="{40EF6721-60A7-E646-8306-ACE2C580AA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7" y="1836"/>
                <a:ext cx="1004" cy="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rPr>
                  <a:t>ebay 8734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rPr>
                  <a:t>amazon 1678</a:t>
                </a:r>
              </a:p>
            </p:txBody>
          </p:sp>
        </p:grpSp>
      </p:grpSp>
      <p:grpSp>
        <p:nvGrpSpPr>
          <p:cNvPr id="135" name="Group 93">
            <a:extLst>
              <a:ext uri="{FF2B5EF4-FFF2-40B4-BE49-F238E27FC236}">
                <a16:creationId xmlns:a16="http://schemas.microsoft.com/office/drawing/2014/main" id="{3301D1A0-4332-D44D-9339-6985DCD61D45}"/>
              </a:ext>
            </a:extLst>
          </p:cNvPr>
          <p:cNvGrpSpPr>
            <a:grpSpLocks/>
          </p:cNvGrpSpPr>
          <p:nvPr/>
        </p:nvGrpSpPr>
        <p:grpSpPr bwMode="auto">
          <a:xfrm>
            <a:off x="2994226" y="4365354"/>
            <a:ext cx="6781125" cy="2001838"/>
            <a:chOff x="1406" y="2641"/>
            <a:chExt cx="3562" cy="1261"/>
          </a:xfrm>
        </p:grpSpPr>
        <p:sp>
          <p:nvSpPr>
            <p:cNvPr id="136" name="Line 20">
              <a:extLst>
                <a:ext uri="{FF2B5EF4-FFF2-40B4-BE49-F238E27FC236}">
                  <a16:creationId xmlns:a16="http://schemas.microsoft.com/office/drawing/2014/main" id="{27A08B61-84D4-974B-B631-032C83422C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6" y="3293"/>
              <a:ext cx="2032" cy="24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7" name="Text Box 23">
              <a:extLst>
                <a:ext uri="{FF2B5EF4-FFF2-40B4-BE49-F238E27FC236}">
                  <a16:creationId xmlns:a16="http://schemas.microsoft.com/office/drawing/2014/main" id="{C0FE6E20-0831-D147-9963-B3CABC0FF1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1" y="3171"/>
              <a:ext cx="1689" cy="4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usual HTTP request msg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cookie: 1678</a:t>
              </a:r>
            </a:p>
          </p:txBody>
        </p:sp>
        <p:sp>
          <p:nvSpPr>
            <p:cNvPr id="138" name="Text Box 29">
              <a:extLst>
                <a:ext uri="{FF2B5EF4-FFF2-40B4-BE49-F238E27FC236}">
                  <a16:creationId xmlns:a16="http://schemas.microsoft.com/office/drawing/2014/main" id="{8241B379-77A9-114B-8D91-05EAB5E6DC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9" y="3262"/>
              <a:ext cx="607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cookie-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specific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action</a:t>
              </a:r>
            </a:p>
          </p:txBody>
        </p:sp>
        <p:sp>
          <p:nvSpPr>
            <p:cNvPr id="139" name="Line 44">
              <a:extLst>
                <a:ext uri="{FF2B5EF4-FFF2-40B4-BE49-F238E27FC236}">
                  <a16:creationId xmlns:a16="http://schemas.microsoft.com/office/drawing/2014/main" id="{E200A986-F657-7343-BB4C-41C023FA53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81" y="2641"/>
              <a:ext cx="787" cy="86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0" name="Text Box 71">
              <a:extLst>
                <a:ext uri="{FF2B5EF4-FFF2-40B4-BE49-F238E27FC236}">
                  <a16:creationId xmlns:a16="http://schemas.microsoft.com/office/drawing/2014/main" id="{CCBDD99D-1C5A-2749-9C7B-9D0A6E0A3C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7" y="2939"/>
              <a:ext cx="539" cy="2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access</a:t>
              </a:r>
            </a:p>
          </p:txBody>
        </p:sp>
      </p:grpSp>
      <p:grpSp>
        <p:nvGrpSpPr>
          <p:cNvPr id="141" name="Group 77">
            <a:extLst>
              <a:ext uri="{FF2B5EF4-FFF2-40B4-BE49-F238E27FC236}">
                <a16:creationId xmlns:a16="http://schemas.microsoft.com/office/drawing/2014/main" id="{147D74CA-2DA8-1241-A8E8-3EF2E932E88E}"/>
              </a:ext>
            </a:extLst>
          </p:cNvPr>
          <p:cNvGrpSpPr>
            <a:grpSpLocks/>
          </p:cNvGrpSpPr>
          <p:nvPr/>
        </p:nvGrpSpPr>
        <p:grpSpPr bwMode="auto">
          <a:xfrm>
            <a:off x="1655687" y="5113066"/>
            <a:ext cx="1389062" cy="633978"/>
            <a:chOff x="702" y="1746"/>
            <a:chExt cx="1004" cy="486"/>
          </a:xfrm>
        </p:grpSpPr>
        <p:sp>
          <p:nvSpPr>
            <p:cNvPr id="142" name="AutoShape 78">
              <a:extLst>
                <a:ext uri="{FF2B5EF4-FFF2-40B4-BE49-F238E27FC236}">
                  <a16:creationId xmlns:a16="http://schemas.microsoft.com/office/drawing/2014/main" id="{19C72BA2-8506-044E-A290-911BA7AE5D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5" y="1746"/>
              <a:ext cx="773" cy="486"/>
            </a:xfrm>
            <a:prstGeom prst="can">
              <a:avLst>
                <a:gd name="adj" fmla="val 25000"/>
              </a:avLst>
            </a:prstGeom>
            <a:solidFill>
              <a:srgbClr val="3333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3" name="Text Box 79">
              <a:extLst>
                <a:ext uri="{FF2B5EF4-FFF2-40B4-BE49-F238E27FC236}">
                  <a16:creationId xmlns:a16="http://schemas.microsoft.com/office/drawing/2014/main" id="{DF0A1B9A-EFCF-7042-A14D-D22FE4D35A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" y="1851"/>
              <a:ext cx="1004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ebay 8734</a:t>
              </a:r>
            </a:p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amazon 1678</a:t>
              </a:r>
              <a:endPara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44" name="Text Box 80">
            <a:extLst>
              <a:ext uri="{FF2B5EF4-FFF2-40B4-BE49-F238E27FC236}">
                <a16:creationId xmlns:a16="http://schemas.microsoft.com/office/drawing/2014/main" id="{EC583638-A99A-9144-B11A-E459DCDD4B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34963" y="2582111"/>
            <a:ext cx="114005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backend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database</a:t>
            </a:r>
          </a:p>
        </p:txBody>
      </p:sp>
      <p:sp>
        <p:nvSpPr>
          <p:cNvPr id="145" name="AutoShape 327">
            <a:extLst>
              <a:ext uri="{FF2B5EF4-FFF2-40B4-BE49-F238E27FC236}">
                <a16:creationId xmlns:a16="http://schemas.microsoft.com/office/drawing/2014/main" id="{774E3BE6-BFC9-C849-B588-B56E574DA6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4838" y="3202824"/>
            <a:ext cx="592138" cy="908050"/>
          </a:xfrm>
          <a:prstGeom prst="can">
            <a:avLst>
              <a:gd name="adj" fmla="val 31004"/>
            </a:avLst>
          </a:prstGeom>
          <a:gradFill rotWithShape="1">
            <a:gsLst>
              <a:gs pos="0">
                <a:srgbClr val="000099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46" name="Group 63">
            <a:extLst>
              <a:ext uri="{FF2B5EF4-FFF2-40B4-BE49-F238E27FC236}">
                <a16:creationId xmlns:a16="http://schemas.microsoft.com/office/drawing/2014/main" id="{1D650FE6-EFAF-DA42-B6C3-89E2D30D6710}"/>
              </a:ext>
            </a:extLst>
          </p:cNvPr>
          <p:cNvGrpSpPr>
            <a:grpSpLocks/>
          </p:cNvGrpSpPr>
          <p:nvPr/>
        </p:nvGrpSpPr>
        <p:grpSpPr bwMode="auto">
          <a:xfrm>
            <a:off x="6709231" y="1274501"/>
            <a:ext cx="351110" cy="610396"/>
            <a:chOff x="4140" y="429"/>
            <a:chExt cx="1425" cy="2396"/>
          </a:xfrm>
        </p:grpSpPr>
        <p:sp>
          <p:nvSpPr>
            <p:cNvPr id="147" name="Freeform 64">
              <a:extLst>
                <a:ext uri="{FF2B5EF4-FFF2-40B4-BE49-F238E27FC236}">
                  <a16:creationId xmlns:a16="http://schemas.microsoft.com/office/drawing/2014/main" id="{23F46B7A-88B4-C64E-A298-064AE8ED2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8" name="Rectangle 65">
              <a:extLst>
                <a:ext uri="{FF2B5EF4-FFF2-40B4-BE49-F238E27FC236}">
                  <a16:creationId xmlns:a16="http://schemas.microsoft.com/office/drawing/2014/main" id="{932E7E2F-358A-204B-ACA1-ECA34C748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5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9" name="Freeform 66">
              <a:extLst>
                <a:ext uri="{FF2B5EF4-FFF2-40B4-BE49-F238E27FC236}">
                  <a16:creationId xmlns:a16="http://schemas.microsoft.com/office/drawing/2014/main" id="{5AD2CC4E-2BC1-3742-B273-CCF9557498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0" name="Freeform 67">
              <a:extLst>
                <a:ext uri="{FF2B5EF4-FFF2-40B4-BE49-F238E27FC236}">
                  <a16:creationId xmlns:a16="http://schemas.microsoft.com/office/drawing/2014/main" id="{1DBFB074-4990-854E-B454-9FF52C6C40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1" name="Rectangle 68">
              <a:extLst>
                <a:ext uri="{FF2B5EF4-FFF2-40B4-BE49-F238E27FC236}">
                  <a16:creationId xmlns:a16="http://schemas.microsoft.com/office/drawing/2014/main" id="{BE0EBEA8-CD1D-5047-B6F1-2FAA1FF32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5"/>
              <a:ext cx="594" cy="44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52" name="Group 69">
              <a:extLst>
                <a:ext uri="{FF2B5EF4-FFF2-40B4-BE49-F238E27FC236}">
                  <a16:creationId xmlns:a16="http://schemas.microsoft.com/office/drawing/2014/main" id="{FB3D83DD-33C0-D64F-AEA3-0EDE478970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77" name="AutoShape 70">
                <a:extLst>
                  <a:ext uri="{FF2B5EF4-FFF2-40B4-BE49-F238E27FC236}">
                    <a16:creationId xmlns:a16="http://schemas.microsoft.com/office/drawing/2014/main" id="{9F58D14A-E308-6E43-8765-29117CEB2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1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8" name="AutoShape 71">
                <a:extLst>
                  <a:ext uri="{FF2B5EF4-FFF2-40B4-BE49-F238E27FC236}">
                    <a16:creationId xmlns:a16="http://schemas.microsoft.com/office/drawing/2014/main" id="{990E0E9A-D7D4-F540-994A-F5A32D42A3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0"/>
                <a:ext cx="687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53" name="Rectangle 72">
              <a:extLst>
                <a:ext uri="{FF2B5EF4-FFF2-40B4-BE49-F238E27FC236}">
                  <a16:creationId xmlns:a16="http://schemas.microsoft.com/office/drawing/2014/main" id="{914BF847-475C-7C47-96A4-CAFCCACEC2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" y="1021"/>
              <a:ext cx="600" cy="44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54" name="Group 73">
              <a:extLst>
                <a:ext uri="{FF2B5EF4-FFF2-40B4-BE49-F238E27FC236}">
                  <a16:creationId xmlns:a16="http://schemas.microsoft.com/office/drawing/2014/main" id="{A276F146-AB6A-8C4E-BD8B-856A510CB0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75" name="AutoShape 74">
                <a:extLst>
                  <a:ext uri="{FF2B5EF4-FFF2-40B4-BE49-F238E27FC236}">
                    <a16:creationId xmlns:a16="http://schemas.microsoft.com/office/drawing/2014/main" id="{FB783255-C8AF-CD4E-84DF-1573DF917D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8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6" name="AutoShape 75">
                <a:extLst>
                  <a:ext uri="{FF2B5EF4-FFF2-40B4-BE49-F238E27FC236}">
                    <a16:creationId xmlns:a16="http://schemas.microsoft.com/office/drawing/2014/main" id="{46E81119-BF44-D945-96D2-7A6A2F19EC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5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55" name="Rectangle 76">
              <a:extLst>
                <a:ext uri="{FF2B5EF4-FFF2-40B4-BE49-F238E27FC236}">
                  <a16:creationId xmlns:a16="http://schemas.microsoft.com/office/drawing/2014/main" id="{823BB60D-416A-0746-BBEF-9DC4528B9F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7" y="1356"/>
              <a:ext cx="594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6" name="Rectangle 77">
              <a:extLst>
                <a:ext uri="{FF2B5EF4-FFF2-40B4-BE49-F238E27FC236}">
                  <a16:creationId xmlns:a16="http://schemas.microsoft.com/office/drawing/2014/main" id="{500EA440-64F5-FE43-A9CD-EC38855A5B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7"/>
              <a:ext cx="594" cy="44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57" name="Group 78">
              <a:extLst>
                <a:ext uri="{FF2B5EF4-FFF2-40B4-BE49-F238E27FC236}">
                  <a16:creationId xmlns:a16="http://schemas.microsoft.com/office/drawing/2014/main" id="{014CE493-B3CF-454F-97A3-BF80992E34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73" name="AutoShape 79">
                <a:extLst>
                  <a:ext uri="{FF2B5EF4-FFF2-40B4-BE49-F238E27FC236}">
                    <a16:creationId xmlns:a16="http://schemas.microsoft.com/office/drawing/2014/main" id="{40259673-2628-3C41-9A32-A9512F4B29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7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4" name="AutoShape 80">
                <a:extLst>
                  <a:ext uri="{FF2B5EF4-FFF2-40B4-BE49-F238E27FC236}">
                    <a16:creationId xmlns:a16="http://schemas.microsoft.com/office/drawing/2014/main" id="{F5B75204-14D3-4949-85E6-E03DC06378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6"/>
                <a:ext cx="692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58" name="Freeform 81">
              <a:extLst>
                <a:ext uri="{FF2B5EF4-FFF2-40B4-BE49-F238E27FC236}">
                  <a16:creationId xmlns:a16="http://schemas.microsoft.com/office/drawing/2014/main" id="{C088528D-4021-6642-8A80-03351DCF25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59" name="Group 82">
              <a:extLst>
                <a:ext uri="{FF2B5EF4-FFF2-40B4-BE49-F238E27FC236}">
                  <a16:creationId xmlns:a16="http://schemas.microsoft.com/office/drawing/2014/main" id="{1859255F-C0C6-124B-9F92-5E236F8BD3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71" name="AutoShape 83">
                <a:extLst>
                  <a:ext uri="{FF2B5EF4-FFF2-40B4-BE49-F238E27FC236}">
                    <a16:creationId xmlns:a16="http://schemas.microsoft.com/office/drawing/2014/main" id="{C035ED52-DDB2-C843-9FFF-5BC45A6C06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7"/>
                <a:ext cx="727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2" name="AutoShape 84">
                <a:extLst>
                  <a:ext uri="{FF2B5EF4-FFF2-40B4-BE49-F238E27FC236}">
                    <a16:creationId xmlns:a16="http://schemas.microsoft.com/office/drawing/2014/main" id="{E3C20259-037C-3641-A789-24D0DCCDCA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2"/>
                <a:ext cx="692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60" name="Rectangle 85">
              <a:extLst>
                <a:ext uri="{FF2B5EF4-FFF2-40B4-BE49-F238E27FC236}">
                  <a16:creationId xmlns:a16="http://schemas.microsoft.com/office/drawing/2014/main" id="{AAA45EA2-DB28-264A-8894-70368F48D2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6" cy="2288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1" name="Freeform 86">
              <a:extLst>
                <a:ext uri="{FF2B5EF4-FFF2-40B4-BE49-F238E27FC236}">
                  <a16:creationId xmlns:a16="http://schemas.microsoft.com/office/drawing/2014/main" id="{056A9634-8A28-174F-BB52-3C9B4E9694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2" name="Freeform 87">
              <a:extLst>
                <a:ext uri="{FF2B5EF4-FFF2-40B4-BE49-F238E27FC236}">
                  <a16:creationId xmlns:a16="http://schemas.microsoft.com/office/drawing/2014/main" id="{28B4EE70-3F36-D84A-BBF7-26FCDCAB2C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3" name="Oval 88">
              <a:extLst>
                <a:ext uri="{FF2B5EF4-FFF2-40B4-BE49-F238E27FC236}">
                  <a16:creationId xmlns:a16="http://schemas.microsoft.com/office/drawing/2014/main" id="{AFA23CDD-2C19-364F-8CB6-E34A3A50AA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3"/>
              <a:ext cx="50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4" name="Freeform 89">
              <a:extLst>
                <a:ext uri="{FF2B5EF4-FFF2-40B4-BE49-F238E27FC236}">
                  <a16:creationId xmlns:a16="http://schemas.microsoft.com/office/drawing/2014/main" id="{C80FF08C-B05A-5742-B82B-9D6BFBFA2EF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5" name="AutoShape 90">
              <a:extLst>
                <a:ext uri="{FF2B5EF4-FFF2-40B4-BE49-F238E27FC236}">
                  <a16:creationId xmlns:a16="http://schemas.microsoft.com/office/drawing/2014/main" id="{D46EF758-7531-924C-8A33-5AC571E08E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6" name="AutoShape 91">
              <a:extLst>
                <a:ext uri="{FF2B5EF4-FFF2-40B4-BE49-F238E27FC236}">
                  <a16:creationId xmlns:a16="http://schemas.microsoft.com/office/drawing/2014/main" id="{E252E208-3522-884B-9DE7-7EB157685A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2"/>
              <a:ext cx="1067" cy="8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7" name="Oval 92">
              <a:extLst>
                <a:ext uri="{FF2B5EF4-FFF2-40B4-BE49-F238E27FC236}">
                  <a16:creationId xmlns:a16="http://schemas.microsoft.com/office/drawing/2014/main" id="{957DD520-6280-3E4E-BAD7-651F514139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1" y="2381"/>
              <a:ext cx="154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8" name="Oval 93">
              <a:extLst>
                <a:ext uri="{FF2B5EF4-FFF2-40B4-BE49-F238E27FC236}">
                  <a16:creationId xmlns:a16="http://schemas.microsoft.com/office/drawing/2014/main" id="{ECF80637-5F56-1F4E-A6A8-ED0FA8AC53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60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69" name="Oval 94">
              <a:extLst>
                <a:ext uri="{FF2B5EF4-FFF2-40B4-BE49-F238E27FC236}">
                  <a16:creationId xmlns:a16="http://schemas.microsoft.com/office/drawing/2014/main" id="{FFEB5237-B81D-9B45-A444-21BB499020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1"/>
              <a:ext cx="160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0" name="Rectangle 95">
              <a:extLst>
                <a:ext uri="{FF2B5EF4-FFF2-40B4-BE49-F238E27FC236}">
                  <a16:creationId xmlns:a16="http://schemas.microsoft.com/office/drawing/2014/main" id="{8C2A523A-6ED6-094A-8260-B51956D795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1834"/>
              <a:ext cx="83" cy="764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79" name="Group 96">
            <a:extLst>
              <a:ext uri="{FF2B5EF4-FFF2-40B4-BE49-F238E27FC236}">
                <a16:creationId xmlns:a16="http://schemas.microsoft.com/office/drawing/2014/main" id="{079DFC6E-4E8A-7B4D-8113-190A0989D0FB}"/>
              </a:ext>
            </a:extLst>
          </p:cNvPr>
          <p:cNvGrpSpPr>
            <a:grpSpLocks/>
          </p:cNvGrpSpPr>
          <p:nvPr/>
        </p:nvGrpSpPr>
        <p:grpSpPr bwMode="auto">
          <a:xfrm>
            <a:off x="2734523" y="1369488"/>
            <a:ext cx="667783" cy="586047"/>
            <a:chOff x="-44" y="1473"/>
            <a:chExt cx="981" cy="1105"/>
          </a:xfrm>
        </p:grpSpPr>
        <p:pic>
          <p:nvPicPr>
            <p:cNvPr id="180" name="Picture 97" descr="desktop_computer_stylized_medium">
              <a:extLst>
                <a:ext uri="{FF2B5EF4-FFF2-40B4-BE49-F238E27FC236}">
                  <a16:creationId xmlns:a16="http://schemas.microsoft.com/office/drawing/2014/main" id="{FB14A9C2-A921-3747-8B81-81EE51820A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" name="Freeform 98">
              <a:extLst>
                <a:ext uri="{FF2B5EF4-FFF2-40B4-BE49-F238E27FC236}">
                  <a16:creationId xmlns:a16="http://schemas.microsoft.com/office/drawing/2014/main" id="{9C2960BD-B3C9-AE44-9E68-217EF326BFC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88" name="Line 15">
            <a:extLst>
              <a:ext uri="{FF2B5EF4-FFF2-40B4-BE49-F238E27FC236}">
                <a16:creationId xmlns:a16="http://schemas.microsoft.com/office/drawing/2014/main" id="{9030FA43-2615-A74C-949D-871EDD5258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99897" y="1993139"/>
            <a:ext cx="510" cy="4465805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9" name="Text Box 37">
            <a:extLst>
              <a:ext uri="{FF2B5EF4-FFF2-40B4-BE49-F238E27FC236}">
                <a16:creationId xmlns:a16="http://schemas.microsoft.com/office/drawing/2014/main" id="{7717F97B-37DE-2442-8F9E-81FB9F33AB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6707" y="6459827"/>
            <a:ext cx="51969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time</a:t>
            </a:r>
          </a:p>
        </p:txBody>
      </p:sp>
      <p:sp>
        <p:nvSpPr>
          <p:cNvPr id="90" name="Line 15">
            <a:extLst>
              <a:ext uri="{FF2B5EF4-FFF2-40B4-BE49-F238E27FC236}">
                <a16:creationId xmlns:a16="http://schemas.microsoft.com/office/drawing/2014/main" id="{6E5A588C-0539-7140-B8E3-80735DCD2D4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67352" y="2001551"/>
            <a:ext cx="510" cy="4465805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1" name="Text Box 37">
            <a:extLst>
              <a:ext uri="{FF2B5EF4-FFF2-40B4-BE49-F238E27FC236}">
                <a16:creationId xmlns:a16="http://schemas.microsoft.com/office/drawing/2014/main" id="{716E4165-7532-204E-993F-D649CD8713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4162" y="6468239"/>
            <a:ext cx="51969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2680331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2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3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2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/>
      <p:bldP spid="10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sz="4400" dirty="0">
                <a:ea typeface="ＭＳ Ｐゴシック" panose="020B0600070205080204" pitchFamily="34" charset="-128"/>
              </a:rPr>
              <a:t>HTTP cookies: comments</a:t>
            </a:r>
            <a:endParaRPr lang="en-US" sz="4400" dirty="0"/>
          </a:p>
        </p:txBody>
      </p:sp>
      <p:sp>
        <p:nvSpPr>
          <p:cNvPr id="88" name="Rectangle 3">
            <a:extLst>
              <a:ext uri="{FF2B5EF4-FFF2-40B4-BE49-F238E27FC236}">
                <a16:creationId xmlns:a16="http://schemas.microsoft.com/office/drawing/2014/main" id="{7CD5F1C3-47BC-1645-A288-078B99127C22}"/>
              </a:ext>
            </a:extLst>
          </p:cNvPr>
          <p:cNvSpPr txBox="1">
            <a:spLocks noChangeArrowheads="1"/>
          </p:cNvSpPr>
          <p:nvPr/>
        </p:nvSpPr>
        <p:spPr>
          <a:xfrm>
            <a:off x="648049" y="1556443"/>
            <a:ext cx="6034668" cy="26416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What cookies can be used for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:</a:t>
            </a:r>
          </a:p>
          <a:p>
            <a:pPr marL="352425" marR="0" lvl="0" indent="-222250" algn="l" defTabSz="914400" rtl="0" eaLnBrk="1" fontAlgn="auto" latinLnBrk="0" hangingPunct="1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authorization</a:t>
            </a:r>
          </a:p>
          <a:p>
            <a:pPr marL="352425" marR="0" lvl="0" indent="-222250" algn="l" defTabSz="914400" rtl="0" eaLnBrk="1" fontAlgn="auto" latinLnBrk="0" hangingPunct="1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shopping carts</a:t>
            </a:r>
          </a:p>
          <a:p>
            <a:pPr marL="352425" marR="0" lvl="0" indent="-222250" algn="l" defTabSz="914400" rtl="0" eaLnBrk="1" fontAlgn="auto" latinLnBrk="0" hangingPunct="1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recommendations</a:t>
            </a:r>
          </a:p>
          <a:p>
            <a:pPr marL="352425" marR="0" lvl="0" indent="-222250" algn="l" defTabSz="914400" rtl="0" eaLnBrk="1" fontAlgn="auto" latinLnBrk="0" hangingPunct="1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user session state (Web e-mail)</a:t>
            </a:r>
          </a:p>
        </p:txBody>
      </p:sp>
      <p:sp>
        <p:nvSpPr>
          <p:cNvPr id="89" name="Rectangle 13">
            <a:extLst>
              <a:ext uri="{FF2B5EF4-FFF2-40B4-BE49-F238E27FC236}">
                <a16:creationId xmlns:a16="http://schemas.microsoft.com/office/drawing/2014/main" id="{BC2253F6-EA38-7C47-9CAD-4C2EC6BB22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4291" y="1568189"/>
            <a:ext cx="3810000" cy="3553646"/>
          </a:xfrm>
          <a:prstGeom prst="rect">
            <a:avLst/>
          </a:prstGeom>
          <a:noFill/>
          <a:ln w="1905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cookies and privacy: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cookies permit sites to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learn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a lot about you on their site.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third party persistent cookies (tracking cookies) allow common identity (cookie value) to be tracked across multiple web sites</a:t>
            </a:r>
          </a:p>
        </p:txBody>
      </p:sp>
      <p:sp>
        <p:nvSpPr>
          <p:cNvPr id="90" name="Text Box 14">
            <a:extLst>
              <a:ext uri="{FF2B5EF4-FFF2-40B4-BE49-F238E27FC236}">
                <a16:creationId xmlns:a16="http://schemas.microsoft.com/office/drawing/2014/main" id="{D023EC46-D7D8-D04C-9048-D7EFE18FF3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49568" y="1325611"/>
            <a:ext cx="838691" cy="46166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aside</a:t>
            </a:r>
          </a:p>
        </p:txBody>
      </p:sp>
      <p:sp>
        <p:nvSpPr>
          <p:cNvPr id="91" name="Rectangle 15">
            <a:extLst>
              <a:ext uri="{FF2B5EF4-FFF2-40B4-BE49-F238E27FC236}">
                <a16:creationId xmlns:a16="http://schemas.microsoft.com/office/drawing/2014/main" id="{2C2FE22D-B17F-7C44-AE2F-824976586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562" y="3980757"/>
            <a:ext cx="6267067" cy="264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Challenge: How to keep </a:t>
            </a:r>
            <a:r>
              <a:rPr kumimoji="0" lang="en-US" altLang="ja-JP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state?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at protocol endpoints: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maintain state at sender/receiver over multiple transactions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in messages: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cookies in HTTP messages carry state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87D97F8-8D98-A794-2174-3BF53978325B}"/>
                  </a:ext>
                </a:extLst>
              </p14:cNvPr>
              <p14:cNvContentPartPr/>
              <p14:nvPr/>
            </p14:nvContentPartPr>
            <p14:xfrm>
              <a:off x="8478000" y="3836880"/>
              <a:ext cx="1328400" cy="282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87D97F8-8D98-A794-2174-3BF53978325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68640" y="3827520"/>
                <a:ext cx="1347120" cy="30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96498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animBg="1"/>
      <p:bldP spid="90" grpId="0" animBg="1"/>
      <p:bldP spid="9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B051B04-ACBF-DB44-80A7-0D40AAB4EC53}"/>
              </a:ext>
            </a:extLst>
          </p:cNvPr>
          <p:cNvSpPr txBox="1"/>
          <p:nvPr/>
        </p:nvSpPr>
        <p:spPr>
          <a:xfrm>
            <a:off x="360491" y="261258"/>
            <a:ext cx="980608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E01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Example:  displaying a NY Times web page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0E01A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3" name="Group 57">
            <a:extLst>
              <a:ext uri="{FF2B5EF4-FFF2-40B4-BE49-F238E27FC236}">
                <a16:creationId xmlns:a16="http://schemas.microsoft.com/office/drawing/2014/main" id="{C28FCCAF-E5F2-4945-8BC3-5A0D78DCA4B7}"/>
              </a:ext>
            </a:extLst>
          </p:cNvPr>
          <p:cNvGrpSpPr>
            <a:grpSpLocks/>
          </p:cNvGrpSpPr>
          <p:nvPr/>
        </p:nvGrpSpPr>
        <p:grpSpPr bwMode="auto">
          <a:xfrm>
            <a:off x="4421414" y="1364343"/>
            <a:ext cx="519313" cy="1096646"/>
            <a:chOff x="4140" y="429"/>
            <a:chExt cx="1425" cy="2396"/>
          </a:xfrm>
        </p:grpSpPr>
        <p:sp>
          <p:nvSpPr>
            <p:cNvPr id="14" name="Freeform 58">
              <a:extLst>
                <a:ext uri="{FF2B5EF4-FFF2-40B4-BE49-F238E27FC236}">
                  <a16:creationId xmlns:a16="http://schemas.microsoft.com/office/drawing/2014/main" id="{3E0ABDD2-372E-3E4A-B89E-371FFA05F26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5" name="Rectangle 59">
              <a:extLst>
                <a:ext uri="{FF2B5EF4-FFF2-40B4-BE49-F238E27FC236}">
                  <a16:creationId xmlns:a16="http://schemas.microsoft.com/office/drawing/2014/main" id="{E0E6AB63-2D8D-FD4A-8D08-0DCE294538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6" name="Freeform 60">
              <a:extLst>
                <a:ext uri="{FF2B5EF4-FFF2-40B4-BE49-F238E27FC236}">
                  <a16:creationId xmlns:a16="http://schemas.microsoft.com/office/drawing/2014/main" id="{F2DF5CCD-3A3D-8946-BB0F-B72F144D130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7" name="Freeform 61">
              <a:extLst>
                <a:ext uri="{FF2B5EF4-FFF2-40B4-BE49-F238E27FC236}">
                  <a16:creationId xmlns:a16="http://schemas.microsoft.com/office/drawing/2014/main" id="{F4AF3F5F-1964-934E-A22C-CAAAC82B89F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8" name="Rectangle 62">
              <a:extLst>
                <a:ext uri="{FF2B5EF4-FFF2-40B4-BE49-F238E27FC236}">
                  <a16:creationId xmlns:a16="http://schemas.microsoft.com/office/drawing/2014/main" id="{60DC56E6-B22B-2D4A-A532-797BE2BECE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691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19" name="Group 63">
              <a:extLst>
                <a:ext uri="{FF2B5EF4-FFF2-40B4-BE49-F238E27FC236}">
                  <a16:creationId xmlns:a16="http://schemas.microsoft.com/office/drawing/2014/main" id="{3F3ABA47-6EE0-1142-9310-EFA5245E70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5" name="AutoShape 64">
                <a:extLst>
                  <a:ext uri="{FF2B5EF4-FFF2-40B4-BE49-F238E27FC236}">
                    <a16:creationId xmlns:a16="http://schemas.microsoft.com/office/drawing/2014/main" id="{3EFA4FBC-2313-4A44-9498-E5B0E1F1CB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6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6" name="AutoShape 65">
                <a:extLst>
                  <a:ext uri="{FF2B5EF4-FFF2-40B4-BE49-F238E27FC236}">
                    <a16:creationId xmlns:a16="http://schemas.microsoft.com/office/drawing/2014/main" id="{53A490A2-F773-064D-9E4E-79006A985B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0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1" name="Rectangle 66">
              <a:extLst>
                <a:ext uri="{FF2B5EF4-FFF2-40B4-BE49-F238E27FC236}">
                  <a16:creationId xmlns:a16="http://schemas.microsoft.com/office/drawing/2014/main" id="{9B1FF5E8-D30B-2443-8F1C-49E8171DB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8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22" name="Group 67">
              <a:extLst>
                <a:ext uri="{FF2B5EF4-FFF2-40B4-BE49-F238E27FC236}">
                  <a16:creationId xmlns:a16="http://schemas.microsoft.com/office/drawing/2014/main" id="{647CD9E2-B875-D040-B501-259F20276F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3" name="AutoShape 68">
                <a:extLst>
                  <a:ext uri="{FF2B5EF4-FFF2-40B4-BE49-F238E27FC236}">
                    <a16:creationId xmlns:a16="http://schemas.microsoft.com/office/drawing/2014/main" id="{8B40E7A0-7F87-CB42-91AF-8495B15D1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7"/>
                <a:ext cx="726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4" name="AutoShape 69">
                <a:extLst>
                  <a:ext uri="{FF2B5EF4-FFF2-40B4-BE49-F238E27FC236}">
                    <a16:creationId xmlns:a16="http://schemas.microsoft.com/office/drawing/2014/main" id="{E1BA0D48-E378-0841-B21E-B216A3DEBC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3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3" name="Rectangle 70">
              <a:extLst>
                <a:ext uri="{FF2B5EF4-FFF2-40B4-BE49-F238E27FC236}">
                  <a16:creationId xmlns:a16="http://schemas.microsoft.com/office/drawing/2014/main" id="{A8FEB5CD-1C02-994C-9CD3-7210669BAB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9" y="1360"/>
              <a:ext cx="592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24" name="Rectangle 71">
              <a:extLst>
                <a:ext uri="{FF2B5EF4-FFF2-40B4-BE49-F238E27FC236}">
                  <a16:creationId xmlns:a16="http://schemas.microsoft.com/office/drawing/2014/main" id="{3F0453AB-5611-FD40-B862-F64CDAA10D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25" name="Group 72">
              <a:extLst>
                <a:ext uri="{FF2B5EF4-FFF2-40B4-BE49-F238E27FC236}">
                  <a16:creationId xmlns:a16="http://schemas.microsoft.com/office/drawing/2014/main" id="{4E495B47-7D7F-AE48-BF68-5F048DC528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1" name="AutoShape 73">
                <a:extLst>
                  <a:ext uri="{FF2B5EF4-FFF2-40B4-BE49-F238E27FC236}">
                    <a16:creationId xmlns:a16="http://schemas.microsoft.com/office/drawing/2014/main" id="{52081D9E-64FD-9241-9EEA-BFC2848F38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8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2" name="AutoShape 74">
                <a:extLst>
                  <a:ext uri="{FF2B5EF4-FFF2-40B4-BE49-F238E27FC236}">
                    <a16:creationId xmlns:a16="http://schemas.microsoft.com/office/drawing/2014/main" id="{89B07DC2-8E24-B048-B84D-C525C9AA2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2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6" name="Freeform 75">
              <a:extLst>
                <a:ext uri="{FF2B5EF4-FFF2-40B4-BE49-F238E27FC236}">
                  <a16:creationId xmlns:a16="http://schemas.microsoft.com/office/drawing/2014/main" id="{00275AA5-20F4-4B40-8A7B-56C022B44C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grpSp>
          <p:nvGrpSpPr>
            <p:cNvPr id="27" name="Group 76">
              <a:extLst>
                <a:ext uri="{FF2B5EF4-FFF2-40B4-BE49-F238E27FC236}">
                  <a16:creationId xmlns:a16="http://schemas.microsoft.com/office/drawing/2014/main" id="{E089CEBF-EE46-794F-82AC-9A64510349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9" name="AutoShape 77">
                <a:extLst>
                  <a:ext uri="{FF2B5EF4-FFF2-40B4-BE49-F238E27FC236}">
                    <a16:creationId xmlns:a16="http://schemas.microsoft.com/office/drawing/2014/main" id="{4DB9DFE4-1869-F54F-9D86-B1C3308910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4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0" name="AutoShape 78">
                <a:extLst>
                  <a:ext uri="{FF2B5EF4-FFF2-40B4-BE49-F238E27FC236}">
                    <a16:creationId xmlns:a16="http://schemas.microsoft.com/office/drawing/2014/main" id="{1D4272DE-9783-504C-B24E-985066EBD4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2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8" name="Rectangle 79">
              <a:extLst>
                <a:ext uri="{FF2B5EF4-FFF2-40B4-BE49-F238E27FC236}">
                  <a16:creationId xmlns:a16="http://schemas.microsoft.com/office/drawing/2014/main" id="{5FE88211-5391-9B42-9155-73A19A273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29" name="Freeform 80">
              <a:extLst>
                <a:ext uri="{FF2B5EF4-FFF2-40B4-BE49-F238E27FC236}">
                  <a16:creationId xmlns:a16="http://schemas.microsoft.com/office/drawing/2014/main" id="{05E256D3-88AF-EE40-9D8D-E6162627B7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0" name="Freeform 81">
              <a:extLst>
                <a:ext uri="{FF2B5EF4-FFF2-40B4-BE49-F238E27FC236}">
                  <a16:creationId xmlns:a16="http://schemas.microsoft.com/office/drawing/2014/main" id="{2B1E13A7-1340-1449-8740-70AFA3DE6C8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1" name="Oval 82">
              <a:extLst>
                <a:ext uri="{FF2B5EF4-FFF2-40B4-BE49-F238E27FC236}">
                  <a16:creationId xmlns:a16="http://schemas.microsoft.com/office/drawing/2014/main" id="{DAC0CC86-045F-6F4E-9391-E07245D698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2" name="Freeform 83">
              <a:extLst>
                <a:ext uri="{FF2B5EF4-FFF2-40B4-BE49-F238E27FC236}">
                  <a16:creationId xmlns:a16="http://schemas.microsoft.com/office/drawing/2014/main" id="{A27EE01C-A7F3-EB4C-B539-16929E3E83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3" name="AutoShape 84">
              <a:extLst>
                <a:ext uri="{FF2B5EF4-FFF2-40B4-BE49-F238E27FC236}">
                  <a16:creationId xmlns:a16="http://schemas.microsoft.com/office/drawing/2014/main" id="{881A1C8F-54F2-8948-B760-2762B01F47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200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4" name="AutoShape 85">
              <a:extLst>
                <a:ext uri="{FF2B5EF4-FFF2-40B4-BE49-F238E27FC236}">
                  <a16:creationId xmlns:a16="http://schemas.microsoft.com/office/drawing/2014/main" id="{5AE8BE14-C3E6-D84F-A9AC-E4E0F707C9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09"/>
              <a:ext cx="1069" cy="8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5" name="Oval 86">
              <a:extLst>
                <a:ext uri="{FF2B5EF4-FFF2-40B4-BE49-F238E27FC236}">
                  <a16:creationId xmlns:a16="http://schemas.microsoft.com/office/drawing/2014/main" id="{FD11E9D2-4386-FF49-8E96-2E035F92F9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6" name="Oval 87">
              <a:extLst>
                <a:ext uri="{FF2B5EF4-FFF2-40B4-BE49-F238E27FC236}">
                  <a16:creationId xmlns:a16="http://schemas.microsoft.com/office/drawing/2014/main" id="{A698DF12-44DE-B34A-9F3A-FC02DEBBF9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7" name="Oval 88">
              <a:extLst>
                <a:ext uri="{FF2B5EF4-FFF2-40B4-BE49-F238E27FC236}">
                  <a16:creationId xmlns:a16="http://schemas.microsoft.com/office/drawing/2014/main" id="{C070DEEB-91AB-C142-9143-5974D8EB70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8" name="Rectangle 89">
              <a:extLst>
                <a:ext uri="{FF2B5EF4-FFF2-40B4-BE49-F238E27FC236}">
                  <a16:creationId xmlns:a16="http://schemas.microsoft.com/office/drawing/2014/main" id="{73990BF0-CEC8-384B-BF26-4A0885AAFA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AC613071-8BFC-5349-80C0-902020637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7471" y="1230461"/>
            <a:ext cx="1797957" cy="12995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1FB3A00-B2D9-7443-B666-0ABA7347B5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6057" y="4524829"/>
            <a:ext cx="1783443" cy="249682"/>
          </a:xfrm>
          <a:prstGeom prst="rect">
            <a:avLst/>
          </a:prstGeom>
        </p:spPr>
      </p:pic>
      <p:grpSp>
        <p:nvGrpSpPr>
          <p:cNvPr id="83" name="Group 57">
            <a:extLst>
              <a:ext uri="{FF2B5EF4-FFF2-40B4-BE49-F238E27FC236}">
                <a16:creationId xmlns:a16="http://schemas.microsoft.com/office/drawing/2014/main" id="{C5D7863B-AD69-FC47-BA2D-38FCE4992417}"/>
              </a:ext>
            </a:extLst>
          </p:cNvPr>
          <p:cNvGrpSpPr>
            <a:grpSpLocks/>
          </p:cNvGrpSpPr>
          <p:nvPr/>
        </p:nvGrpSpPr>
        <p:grpSpPr bwMode="auto">
          <a:xfrm>
            <a:off x="8178799" y="4820558"/>
            <a:ext cx="519313" cy="1096646"/>
            <a:chOff x="4140" y="429"/>
            <a:chExt cx="1425" cy="2396"/>
          </a:xfrm>
        </p:grpSpPr>
        <p:sp>
          <p:nvSpPr>
            <p:cNvPr id="84" name="Freeform 58">
              <a:extLst>
                <a:ext uri="{FF2B5EF4-FFF2-40B4-BE49-F238E27FC236}">
                  <a16:creationId xmlns:a16="http://schemas.microsoft.com/office/drawing/2014/main" id="{49D083FD-79A2-E74D-A776-974520EEA5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85" name="Rectangle 59">
              <a:extLst>
                <a:ext uri="{FF2B5EF4-FFF2-40B4-BE49-F238E27FC236}">
                  <a16:creationId xmlns:a16="http://schemas.microsoft.com/office/drawing/2014/main" id="{C160A5F6-4243-0B4D-A694-687DE9C0BA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86" name="Freeform 60">
              <a:extLst>
                <a:ext uri="{FF2B5EF4-FFF2-40B4-BE49-F238E27FC236}">
                  <a16:creationId xmlns:a16="http://schemas.microsoft.com/office/drawing/2014/main" id="{DCE1287F-730A-864C-AD9E-9FB46028714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87" name="Freeform 61">
              <a:extLst>
                <a:ext uri="{FF2B5EF4-FFF2-40B4-BE49-F238E27FC236}">
                  <a16:creationId xmlns:a16="http://schemas.microsoft.com/office/drawing/2014/main" id="{1A9CE9AE-3F0C-CB4A-AFB4-667C998F6D0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88" name="Rectangle 62">
              <a:extLst>
                <a:ext uri="{FF2B5EF4-FFF2-40B4-BE49-F238E27FC236}">
                  <a16:creationId xmlns:a16="http://schemas.microsoft.com/office/drawing/2014/main" id="{01EB0058-0984-934E-8EBD-78F44D93B7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691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89" name="Group 63">
              <a:extLst>
                <a:ext uri="{FF2B5EF4-FFF2-40B4-BE49-F238E27FC236}">
                  <a16:creationId xmlns:a16="http://schemas.microsoft.com/office/drawing/2014/main" id="{6DEFB971-8A0D-D54B-BB2F-A5A52EC70D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14" name="AutoShape 64">
                <a:extLst>
                  <a:ext uri="{FF2B5EF4-FFF2-40B4-BE49-F238E27FC236}">
                    <a16:creationId xmlns:a16="http://schemas.microsoft.com/office/drawing/2014/main" id="{CB3AB1FF-68E6-B747-BBE7-AB75206133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6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15" name="AutoShape 65">
                <a:extLst>
                  <a:ext uri="{FF2B5EF4-FFF2-40B4-BE49-F238E27FC236}">
                    <a16:creationId xmlns:a16="http://schemas.microsoft.com/office/drawing/2014/main" id="{E93F508C-CA28-204B-8B27-C54D968A70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0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0" name="Rectangle 66">
              <a:extLst>
                <a:ext uri="{FF2B5EF4-FFF2-40B4-BE49-F238E27FC236}">
                  <a16:creationId xmlns:a16="http://schemas.microsoft.com/office/drawing/2014/main" id="{5B1AC563-B14E-A64A-B619-7D4BA23817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8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91" name="Group 67">
              <a:extLst>
                <a:ext uri="{FF2B5EF4-FFF2-40B4-BE49-F238E27FC236}">
                  <a16:creationId xmlns:a16="http://schemas.microsoft.com/office/drawing/2014/main" id="{48FCBC14-90E7-EB46-8ABD-7C73B72514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12" name="AutoShape 68">
                <a:extLst>
                  <a:ext uri="{FF2B5EF4-FFF2-40B4-BE49-F238E27FC236}">
                    <a16:creationId xmlns:a16="http://schemas.microsoft.com/office/drawing/2014/main" id="{A898FDCB-872C-6440-BCF5-39CC5BB4E2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7"/>
                <a:ext cx="726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13" name="AutoShape 69">
                <a:extLst>
                  <a:ext uri="{FF2B5EF4-FFF2-40B4-BE49-F238E27FC236}">
                    <a16:creationId xmlns:a16="http://schemas.microsoft.com/office/drawing/2014/main" id="{146DD0F8-ADA8-4F48-B1C0-6C48443ABC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3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2" name="Rectangle 70">
              <a:extLst>
                <a:ext uri="{FF2B5EF4-FFF2-40B4-BE49-F238E27FC236}">
                  <a16:creationId xmlns:a16="http://schemas.microsoft.com/office/drawing/2014/main" id="{AECADF08-F932-F64F-83DE-4FB9C12540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9" y="1360"/>
              <a:ext cx="592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93" name="Rectangle 71">
              <a:extLst>
                <a:ext uri="{FF2B5EF4-FFF2-40B4-BE49-F238E27FC236}">
                  <a16:creationId xmlns:a16="http://schemas.microsoft.com/office/drawing/2014/main" id="{AAB7C3D1-8C2B-BE49-A8B9-C1F76FC88D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94" name="Group 72">
              <a:extLst>
                <a:ext uri="{FF2B5EF4-FFF2-40B4-BE49-F238E27FC236}">
                  <a16:creationId xmlns:a16="http://schemas.microsoft.com/office/drawing/2014/main" id="{3DEC4CAB-1840-6D4B-83A5-245A38500C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10" name="AutoShape 73">
                <a:extLst>
                  <a:ext uri="{FF2B5EF4-FFF2-40B4-BE49-F238E27FC236}">
                    <a16:creationId xmlns:a16="http://schemas.microsoft.com/office/drawing/2014/main" id="{A0F018FE-D678-C348-92C8-C541D45EC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8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11" name="AutoShape 74">
                <a:extLst>
                  <a:ext uri="{FF2B5EF4-FFF2-40B4-BE49-F238E27FC236}">
                    <a16:creationId xmlns:a16="http://schemas.microsoft.com/office/drawing/2014/main" id="{438A18AE-96B9-634D-B0C6-94D6136C1B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2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5" name="Freeform 75">
              <a:extLst>
                <a:ext uri="{FF2B5EF4-FFF2-40B4-BE49-F238E27FC236}">
                  <a16:creationId xmlns:a16="http://schemas.microsoft.com/office/drawing/2014/main" id="{D0CF0AA3-AC56-5B4A-AAB7-C4F4A10396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grpSp>
          <p:nvGrpSpPr>
            <p:cNvPr id="96" name="Group 76">
              <a:extLst>
                <a:ext uri="{FF2B5EF4-FFF2-40B4-BE49-F238E27FC236}">
                  <a16:creationId xmlns:a16="http://schemas.microsoft.com/office/drawing/2014/main" id="{2F69551B-EBA3-BF40-8C0D-28FC3540F9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08" name="AutoShape 77">
                <a:extLst>
                  <a:ext uri="{FF2B5EF4-FFF2-40B4-BE49-F238E27FC236}">
                    <a16:creationId xmlns:a16="http://schemas.microsoft.com/office/drawing/2014/main" id="{F24A03FE-CC74-2E4C-A1C8-914AEE73C2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4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09" name="AutoShape 78">
                <a:extLst>
                  <a:ext uri="{FF2B5EF4-FFF2-40B4-BE49-F238E27FC236}">
                    <a16:creationId xmlns:a16="http://schemas.microsoft.com/office/drawing/2014/main" id="{1A088830-47CE-554E-891D-383BDC7C10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2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7" name="Rectangle 79">
              <a:extLst>
                <a:ext uri="{FF2B5EF4-FFF2-40B4-BE49-F238E27FC236}">
                  <a16:creationId xmlns:a16="http://schemas.microsoft.com/office/drawing/2014/main" id="{4B8B1DBC-053B-454B-AA6A-93DD7A17D9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98" name="Freeform 80">
              <a:extLst>
                <a:ext uri="{FF2B5EF4-FFF2-40B4-BE49-F238E27FC236}">
                  <a16:creationId xmlns:a16="http://schemas.microsoft.com/office/drawing/2014/main" id="{0C9C506E-2927-3944-A4CD-50E996AE2C6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99" name="Freeform 81">
              <a:extLst>
                <a:ext uri="{FF2B5EF4-FFF2-40B4-BE49-F238E27FC236}">
                  <a16:creationId xmlns:a16="http://schemas.microsoft.com/office/drawing/2014/main" id="{EB949747-1183-E946-A591-654096BEA6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00" name="Oval 82">
              <a:extLst>
                <a:ext uri="{FF2B5EF4-FFF2-40B4-BE49-F238E27FC236}">
                  <a16:creationId xmlns:a16="http://schemas.microsoft.com/office/drawing/2014/main" id="{568FECAB-8B6E-D148-BC17-44303ACE0E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1" name="Freeform 83">
              <a:extLst>
                <a:ext uri="{FF2B5EF4-FFF2-40B4-BE49-F238E27FC236}">
                  <a16:creationId xmlns:a16="http://schemas.microsoft.com/office/drawing/2014/main" id="{638205AE-B922-264E-A776-6C571A51D0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02" name="AutoShape 84">
              <a:extLst>
                <a:ext uri="{FF2B5EF4-FFF2-40B4-BE49-F238E27FC236}">
                  <a16:creationId xmlns:a16="http://schemas.microsoft.com/office/drawing/2014/main" id="{68D17880-2BFD-AB45-8EE6-655F1EE28C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200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3" name="AutoShape 85">
              <a:extLst>
                <a:ext uri="{FF2B5EF4-FFF2-40B4-BE49-F238E27FC236}">
                  <a16:creationId xmlns:a16="http://schemas.microsoft.com/office/drawing/2014/main" id="{38FF6123-2AE5-0E4D-9C49-2AB92E459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09"/>
              <a:ext cx="1069" cy="8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4" name="Oval 86">
              <a:extLst>
                <a:ext uri="{FF2B5EF4-FFF2-40B4-BE49-F238E27FC236}">
                  <a16:creationId xmlns:a16="http://schemas.microsoft.com/office/drawing/2014/main" id="{2620EC11-7D22-C94E-A6F0-0BB8CA9093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5" name="Oval 87">
              <a:extLst>
                <a:ext uri="{FF2B5EF4-FFF2-40B4-BE49-F238E27FC236}">
                  <a16:creationId xmlns:a16="http://schemas.microsoft.com/office/drawing/2014/main" id="{DB036E28-4F88-C54A-8239-CB50D98849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6" name="Oval 88">
              <a:extLst>
                <a:ext uri="{FF2B5EF4-FFF2-40B4-BE49-F238E27FC236}">
                  <a16:creationId xmlns:a16="http://schemas.microsoft.com/office/drawing/2014/main" id="{B01647CB-6EC4-044F-915F-A65E26069E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7" name="Rectangle 89">
              <a:extLst>
                <a:ext uri="{FF2B5EF4-FFF2-40B4-BE49-F238E27FC236}">
                  <a16:creationId xmlns:a16="http://schemas.microsoft.com/office/drawing/2014/main" id="{45BA2A5E-EE30-C54D-8CAD-2B96D86B04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80AEB31E-EE76-584C-AA46-3C2461C3C346}"/>
              </a:ext>
            </a:extLst>
          </p:cNvPr>
          <p:cNvGrpSpPr/>
          <p:nvPr/>
        </p:nvGrpSpPr>
        <p:grpSpPr>
          <a:xfrm>
            <a:off x="3586046" y="4406221"/>
            <a:ext cx="1432267" cy="1301523"/>
            <a:chOff x="2718817" y="3255963"/>
            <a:chExt cx="1432267" cy="1301523"/>
          </a:xfrm>
        </p:grpSpPr>
        <p:grpSp>
          <p:nvGrpSpPr>
            <p:cNvPr id="47" name="Group 90">
              <a:extLst>
                <a:ext uri="{FF2B5EF4-FFF2-40B4-BE49-F238E27FC236}">
                  <a16:creationId xmlns:a16="http://schemas.microsoft.com/office/drawing/2014/main" id="{0E15E389-35EC-4248-8D1B-518B9EAA59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18817" y="3255963"/>
              <a:ext cx="1432267" cy="1301523"/>
              <a:chOff x="-44" y="1473"/>
              <a:chExt cx="981" cy="1105"/>
            </a:xfrm>
          </p:grpSpPr>
          <p:pic>
            <p:nvPicPr>
              <p:cNvPr id="48" name="Picture 91" descr="desktop_computer_stylized_medium">
                <a:extLst>
                  <a:ext uri="{FF2B5EF4-FFF2-40B4-BE49-F238E27FC236}">
                    <a16:creationId xmlns:a16="http://schemas.microsoft.com/office/drawing/2014/main" id="{8461BC4D-1645-F749-AC4B-1926BA94D08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9" name="Freeform 92">
                <a:extLst>
                  <a:ext uri="{FF2B5EF4-FFF2-40B4-BE49-F238E27FC236}">
                    <a16:creationId xmlns:a16="http://schemas.microsoft.com/office/drawing/2014/main" id="{ECE33066-562B-D24D-90DD-9F2C4CD1BA2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497 w 356"/>
                  <a:gd name="T3" fmla="*/ 469 h 368"/>
                  <a:gd name="T4" fmla="*/ 8894 w 356"/>
                  <a:gd name="T5" fmla="*/ 9780 h 368"/>
                  <a:gd name="T6" fmla="*/ 1960 w 356"/>
                  <a:gd name="T7" fmla="*/ 1223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</p:grpSp>
        <p:pic>
          <p:nvPicPr>
            <p:cNvPr id="116" name="Picture 115" descr="Icon&#10;&#10;Description automatically generated">
              <a:extLst>
                <a:ext uri="{FF2B5EF4-FFF2-40B4-BE49-F238E27FC236}">
                  <a16:creationId xmlns:a16="http://schemas.microsoft.com/office/drawing/2014/main" id="{34042089-BE33-B14C-9A59-7A6138E8618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251200" y="3436256"/>
              <a:ext cx="870857" cy="489857"/>
            </a:xfrm>
            <a:prstGeom prst="rect">
              <a:avLst/>
            </a:prstGeom>
          </p:spPr>
        </p:pic>
      </p:grpSp>
      <p:sp>
        <p:nvSpPr>
          <p:cNvPr id="118" name="TextBox 117">
            <a:extLst>
              <a:ext uri="{FF2B5EF4-FFF2-40B4-BE49-F238E27FC236}">
                <a16:creationId xmlns:a16="http://schemas.microsoft.com/office/drawing/2014/main" id="{9A847BB3-697B-8943-A0D3-E3C65DBA6F1C}"/>
              </a:ext>
            </a:extLst>
          </p:cNvPr>
          <p:cNvSpPr txBox="1"/>
          <p:nvPr/>
        </p:nvSpPr>
        <p:spPr>
          <a:xfrm>
            <a:off x="4352471" y="2398486"/>
            <a:ext cx="1798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nytimes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.com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58BE66CB-B4F9-CC49-A94F-C87C0E785DA3}"/>
              </a:ext>
            </a:extLst>
          </p:cNvPr>
          <p:cNvSpPr txBox="1"/>
          <p:nvPr/>
        </p:nvSpPr>
        <p:spPr>
          <a:xfrm>
            <a:off x="8095344" y="5878285"/>
            <a:ext cx="12279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AdX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.com</a:t>
            </a:r>
          </a:p>
        </p:txBody>
      </p:sp>
      <p:pic>
        <p:nvPicPr>
          <p:cNvPr id="120" name="Picture 119">
            <a:extLst>
              <a:ext uri="{FF2B5EF4-FFF2-40B4-BE49-F238E27FC236}">
                <a16:creationId xmlns:a16="http://schemas.microsoft.com/office/drawing/2014/main" id="{34FE7BC9-B7EB-234C-A2F1-449565BB2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9242" y="1223204"/>
            <a:ext cx="1797957" cy="1299560"/>
          </a:xfrm>
          <a:prstGeom prst="rect">
            <a:avLst/>
          </a:prstGeom>
        </p:spPr>
      </p:pic>
      <p:pic>
        <p:nvPicPr>
          <p:cNvPr id="121" name="Picture 120">
            <a:extLst>
              <a:ext uri="{FF2B5EF4-FFF2-40B4-BE49-F238E27FC236}">
                <a16:creationId xmlns:a16="http://schemas.microsoft.com/office/drawing/2014/main" id="{D87C6769-19C7-7542-8A41-E79CE4A6A7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1457" y="4524829"/>
            <a:ext cx="1788365" cy="250371"/>
          </a:xfrm>
          <a:prstGeom prst="rect">
            <a:avLst/>
          </a:prstGeom>
        </p:spPr>
      </p:pic>
      <p:grpSp>
        <p:nvGrpSpPr>
          <p:cNvPr id="137" name="Group 136">
            <a:extLst>
              <a:ext uri="{FF2B5EF4-FFF2-40B4-BE49-F238E27FC236}">
                <a16:creationId xmlns:a16="http://schemas.microsoft.com/office/drawing/2014/main" id="{E643CAC7-5EBE-E949-B25F-69531B9E3B7C}"/>
              </a:ext>
            </a:extLst>
          </p:cNvPr>
          <p:cNvGrpSpPr/>
          <p:nvPr/>
        </p:nvGrpSpPr>
        <p:grpSpPr>
          <a:xfrm>
            <a:off x="4051300" y="2946400"/>
            <a:ext cx="965200" cy="1308100"/>
            <a:chOff x="4051300" y="2946400"/>
            <a:chExt cx="965200" cy="1308100"/>
          </a:xfrm>
        </p:grpSpPr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3AA7140A-7962-EE49-94D6-B5A5ACAE10BF}"/>
                </a:ext>
              </a:extLst>
            </p:cNvPr>
            <p:cNvGrpSpPr/>
            <p:nvPr/>
          </p:nvGrpSpPr>
          <p:grpSpPr>
            <a:xfrm>
              <a:off x="4673600" y="2946400"/>
              <a:ext cx="342900" cy="1308100"/>
              <a:chOff x="4673600" y="2946400"/>
              <a:chExt cx="342900" cy="1308100"/>
            </a:xfrm>
          </p:grpSpPr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F60C25F5-95A8-704C-A0DD-192D2CCC968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51400" y="2946400"/>
                <a:ext cx="0" cy="1308100"/>
              </a:xfrm>
              <a:prstGeom prst="straightConnector1">
                <a:avLst/>
              </a:prstGeom>
              <a:ln w="25400">
                <a:solidFill>
                  <a:srgbClr val="0E01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8514DA96-3F9B-EC4E-AD35-91569360871F}"/>
                  </a:ext>
                </a:extLst>
              </p:cNvPr>
              <p:cNvSpPr/>
              <p:nvPr/>
            </p:nvSpPr>
            <p:spPr>
              <a:xfrm>
                <a:off x="4673600" y="3441700"/>
                <a:ext cx="342900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E01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95FF0112-4C26-5140-866E-E14FB9815DFF}"/>
                  </a:ext>
                </a:extLst>
              </p:cNvPr>
              <p:cNvSpPr txBox="1"/>
              <p:nvPr/>
            </p:nvSpPr>
            <p:spPr>
              <a:xfrm>
                <a:off x="4711700" y="34290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</a:t>
                </a:r>
              </a:p>
            </p:txBody>
          </p:sp>
        </p:grp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D79D69ED-D400-0548-82FB-0F9E9B31A721}"/>
                </a:ext>
              </a:extLst>
            </p:cNvPr>
            <p:cNvSpPr txBox="1"/>
            <p:nvPr/>
          </p:nvSpPr>
          <p:spPr>
            <a:xfrm>
              <a:off x="4051300" y="3378200"/>
              <a:ext cx="736600" cy="5410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 GET</a:t>
              </a:r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7227CDFD-02C6-A542-A68F-FF9F81C66103}"/>
              </a:ext>
            </a:extLst>
          </p:cNvPr>
          <p:cNvGrpSpPr/>
          <p:nvPr/>
        </p:nvGrpSpPr>
        <p:grpSpPr>
          <a:xfrm>
            <a:off x="5143500" y="2959100"/>
            <a:ext cx="990600" cy="1308100"/>
            <a:chOff x="5143500" y="2959100"/>
            <a:chExt cx="990600" cy="1308100"/>
          </a:xfrm>
        </p:grpSpPr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AFDCA678-F389-9146-BC39-44292D21247B}"/>
                </a:ext>
              </a:extLst>
            </p:cNvPr>
            <p:cNvGrpSpPr/>
            <p:nvPr/>
          </p:nvGrpSpPr>
          <p:grpSpPr>
            <a:xfrm>
              <a:off x="5143500" y="2959100"/>
              <a:ext cx="342900" cy="1308100"/>
              <a:chOff x="4673600" y="2946400"/>
              <a:chExt cx="342900" cy="1308100"/>
            </a:xfrm>
          </p:grpSpPr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82E7E0D4-DC33-9248-A8C3-006080F0E21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51400" y="2946400"/>
                <a:ext cx="0" cy="1308100"/>
              </a:xfrm>
              <a:prstGeom prst="straightConnector1">
                <a:avLst/>
              </a:prstGeom>
              <a:ln w="25400">
                <a:solidFill>
                  <a:srgbClr val="0E01A0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0254DDAE-1221-CF4A-8A44-FEBA056F68E6}"/>
                  </a:ext>
                </a:extLst>
              </p:cNvPr>
              <p:cNvSpPr/>
              <p:nvPr/>
            </p:nvSpPr>
            <p:spPr>
              <a:xfrm>
                <a:off x="4673600" y="3441700"/>
                <a:ext cx="342900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E01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6449B0AA-1D8A-5A44-848E-EAA10CB19354}"/>
                  </a:ext>
                </a:extLst>
              </p:cNvPr>
              <p:cNvSpPr txBox="1"/>
              <p:nvPr/>
            </p:nvSpPr>
            <p:spPr>
              <a:xfrm>
                <a:off x="4711700" y="34290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</a:t>
                </a:r>
              </a:p>
            </p:txBody>
          </p:sp>
        </p:grp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37741EFF-00A6-6340-850A-7076A1D9EAD7}"/>
                </a:ext>
              </a:extLst>
            </p:cNvPr>
            <p:cNvSpPr txBox="1"/>
            <p:nvPr/>
          </p:nvSpPr>
          <p:spPr>
            <a:xfrm>
              <a:off x="5397500" y="3403600"/>
              <a:ext cx="736600" cy="5410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 reply</a:t>
              </a:r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ADB30830-E833-BB4F-BE11-9C6A3248D779}"/>
              </a:ext>
            </a:extLst>
          </p:cNvPr>
          <p:cNvGrpSpPr/>
          <p:nvPr/>
        </p:nvGrpSpPr>
        <p:grpSpPr>
          <a:xfrm>
            <a:off x="6261100" y="4914900"/>
            <a:ext cx="1854200" cy="369332"/>
            <a:chOff x="3721100" y="3429000"/>
            <a:chExt cx="1854200" cy="369332"/>
          </a:xfrm>
        </p:grpSpPr>
        <p:cxnSp>
          <p:nvCxnSpPr>
            <p:cNvPr id="142" name="Straight Arrow Connector 141">
              <a:extLst>
                <a:ext uri="{FF2B5EF4-FFF2-40B4-BE49-F238E27FC236}">
                  <a16:creationId xmlns:a16="http://schemas.microsoft.com/office/drawing/2014/main" id="{01A36013-C952-FA40-9D4F-692A0CBA7E1F}"/>
                </a:ext>
              </a:extLst>
            </p:cNvPr>
            <p:cNvCxnSpPr>
              <a:cxnSpLocks/>
            </p:cNvCxnSpPr>
            <p:nvPr/>
          </p:nvCxnSpPr>
          <p:spPr>
            <a:xfrm>
              <a:off x="3721100" y="3594100"/>
              <a:ext cx="1854200" cy="0"/>
            </a:xfrm>
            <a:prstGeom prst="straightConnector1">
              <a:avLst/>
            </a:prstGeom>
            <a:ln w="25400">
              <a:solidFill>
                <a:srgbClr val="0E01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2801E5BD-9906-834C-B644-A5667DC9D522}"/>
                </a:ext>
              </a:extLst>
            </p:cNvPr>
            <p:cNvSpPr/>
            <p:nvPr/>
          </p:nvSpPr>
          <p:spPr>
            <a:xfrm>
              <a:off x="4673600" y="3441700"/>
              <a:ext cx="342900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E01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D410B9D7-F1BD-5040-9B26-0F638462A0F2}"/>
                </a:ext>
              </a:extLst>
            </p:cNvPr>
            <p:cNvSpPr txBox="1"/>
            <p:nvPr/>
          </p:nvSpPr>
          <p:spPr>
            <a:xfrm>
              <a:off x="4686300" y="34290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4</a:t>
              </a:r>
            </a:p>
          </p:txBody>
        </p: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17C0BEEA-E132-6049-AB80-86336EC7D5A7}"/>
              </a:ext>
            </a:extLst>
          </p:cNvPr>
          <p:cNvGrpSpPr/>
          <p:nvPr/>
        </p:nvGrpSpPr>
        <p:grpSpPr>
          <a:xfrm>
            <a:off x="4749800" y="4826000"/>
            <a:ext cx="342900" cy="369332"/>
            <a:chOff x="2857500" y="6540500"/>
            <a:chExt cx="342900" cy="369332"/>
          </a:xfrm>
        </p:grpSpPr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EFE78511-B68D-FB48-9212-A7FDBA452403}"/>
                </a:ext>
              </a:extLst>
            </p:cNvPr>
            <p:cNvSpPr/>
            <p:nvPr/>
          </p:nvSpPr>
          <p:spPr>
            <a:xfrm>
              <a:off x="2857500" y="6553200"/>
              <a:ext cx="342900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E01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9EF5F58F-2D7E-3946-8159-8928CB5C3E5F}"/>
                </a:ext>
              </a:extLst>
            </p:cNvPr>
            <p:cNvSpPr txBox="1"/>
            <p:nvPr/>
          </p:nvSpPr>
          <p:spPr>
            <a:xfrm>
              <a:off x="2895600" y="65405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3</a:t>
              </a:r>
            </a:p>
          </p:txBody>
        </p:sp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C8901295-62DF-6B47-BB6C-F82BA23E955E}"/>
              </a:ext>
            </a:extLst>
          </p:cNvPr>
          <p:cNvGrpSpPr/>
          <p:nvPr/>
        </p:nvGrpSpPr>
        <p:grpSpPr>
          <a:xfrm>
            <a:off x="6273800" y="5308600"/>
            <a:ext cx="1841500" cy="369332"/>
            <a:chOff x="3721100" y="3429000"/>
            <a:chExt cx="1841500" cy="369332"/>
          </a:xfrm>
        </p:grpSpPr>
        <p:cxnSp>
          <p:nvCxnSpPr>
            <p:cNvPr id="161" name="Straight Arrow Connector 160">
              <a:extLst>
                <a:ext uri="{FF2B5EF4-FFF2-40B4-BE49-F238E27FC236}">
                  <a16:creationId xmlns:a16="http://schemas.microsoft.com/office/drawing/2014/main" id="{C9B3296C-FBC4-B741-B89E-EB3174633A85}"/>
                </a:ext>
              </a:extLst>
            </p:cNvPr>
            <p:cNvCxnSpPr>
              <a:cxnSpLocks/>
            </p:cNvCxnSpPr>
            <p:nvPr/>
          </p:nvCxnSpPr>
          <p:spPr>
            <a:xfrm>
              <a:off x="3721100" y="3594100"/>
              <a:ext cx="1841500" cy="0"/>
            </a:xfrm>
            <a:prstGeom prst="straightConnector1">
              <a:avLst/>
            </a:prstGeom>
            <a:ln w="25400">
              <a:solidFill>
                <a:srgbClr val="0E01A0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D10E41D9-5E75-A74B-AAF9-EDC9051B91C4}"/>
                </a:ext>
              </a:extLst>
            </p:cNvPr>
            <p:cNvSpPr/>
            <p:nvPr/>
          </p:nvSpPr>
          <p:spPr>
            <a:xfrm>
              <a:off x="4673600" y="3441700"/>
              <a:ext cx="342900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E01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9DFFDE29-91FB-A844-BDB5-7CB514C1EC71}"/>
                </a:ext>
              </a:extLst>
            </p:cNvPr>
            <p:cNvSpPr txBox="1"/>
            <p:nvPr/>
          </p:nvSpPr>
          <p:spPr>
            <a:xfrm>
              <a:off x="4686300" y="34290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5</a:t>
              </a:r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E9CF8CDB-DC01-AA47-85F5-A29BE5D0DF9D}"/>
              </a:ext>
            </a:extLst>
          </p:cNvPr>
          <p:cNvGrpSpPr/>
          <p:nvPr/>
        </p:nvGrpSpPr>
        <p:grpSpPr>
          <a:xfrm>
            <a:off x="4775200" y="5207000"/>
            <a:ext cx="342900" cy="369332"/>
            <a:chOff x="2857500" y="6540500"/>
            <a:chExt cx="342900" cy="369332"/>
          </a:xfrm>
        </p:grpSpPr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3382ECF7-AB3B-8E4F-8B8F-444D8E649113}"/>
                </a:ext>
              </a:extLst>
            </p:cNvPr>
            <p:cNvSpPr/>
            <p:nvPr/>
          </p:nvSpPr>
          <p:spPr>
            <a:xfrm>
              <a:off x="2857500" y="6553200"/>
              <a:ext cx="342900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E01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5B6967AA-7479-CD4D-9D2D-E2D06F1CC22F}"/>
                </a:ext>
              </a:extLst>
            </p:cNvPr>
            <p:cNvSpPr txBox="1"/>
            <p:nvPr/>
          </p:nvSpPr>
          <p:spPr>
            <a:xfrm>
              <a:off x="2895600" y="65405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6</a:t>
              </a:r>
            </a:p>
          </p:txBody>
        </p:sp>
      </p:grpSp>
      <p:pic>
        <p:nvPicPr>
          <p:cNvPr id="167" name="Picture 166">
            <a:extLst>
              <a:ext uri="{FF2B5EF4-FFF2-40B4-BE49-F238E27FC236}">
                <a16:creationId xmlns:a16="http://schemas.microsoft.com/office/drawing/2014/main" id="{8C0658C3-4371-094D-A3A8-111CD786B2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6500" y="4394023"/>
            <a:ext cx="1790700" cy="1295576"/>
          </a:xfrm>
          <a:prstGeom prst="rect">
            <a:avLst/>
          </a:prstGeom>
        </p:spPr>
      </p:pic>
      <p:sp>
        <p:nvSpPr>
          <p:cNvPr id="168" name="TextBox 167">
            <a:extLst>
              <a:ext uri="{FF2B5EF4-FFF2-40B4-BE49-F238E27FC236}">
                <a16:creationId xmlns:a16="http://schemas.microsoft.com/office/drawing/2014/main" id="{74251AC0-F2E4-0045-A435-0B349688752E}"/>
              </a:ext>
            </a:extLst>
          </p:cNvPr>
          <p:cNvSpPr txBox="1"/>
          <p:nvPr/>
        </p:nvSpPr>
        <p:spPr>
          <a:xfrm>
            <a:off x="1917701" y="5803900"/>
            <a:ext cx="2425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NY times page with embedded ad displayed</a:t>
            </a:r>
          </a:p>
        </p:txBody>
      </p: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7B258242-158D-CE45-B466-E1D5CD19A109}"/>
              </a:ext>
            </a:extLst>
          </p:cNvPr>
          <p:cNvGrpSpPr/>
          <p:nvPr/>
        </p:nvGrpSpPr>
        <p:grpSpPr>
          <a:xfrm>
            <a:off x="584200" y="1511300"/>
            <a:ext cx="3403600" cy="830997"/>
            <a:chOff x="584200" y="1511300"/>
            <a:chExt cx="3403600" cy="830997"/>
          </a:xfrm>
        </p:grpSpPr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62B02ED5-379C-594B-BC28-471D84933F65}"/>
                </a:ext>
              </a:extLst>
            </p:cNvPr>
            <p:cNvSpPr txBox="1"/>
            <p:nvPr/>
          </p:nvSpPr>
          <p:spPr>
            <a:xfrm>
              <a:off x="1016000" y="1511300"/>
              <a:ext cx="29718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50800" marR="0" lvl="0" indent="-127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GET base html file from nytimes.com</a:t>
              </a:r>
            </a:p>
          </p:txBody>
        </p: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A5B4B18B-B400-C145-96F8-F232E539CFBE}"/>
                </a:ext>
              </a:extLst>
            </p:cNvPr>
            <p:cNvGrpSpPr/>
            <p:nvPr/>
          </p:nvGrpSpPr>
          <p:grpSpPr>
            <a:xfrm>
              <a:off x="584200" y="1574800"/>
              <a:ext cx="304800" cy="369332"/>
              <a:chOff x="8953500" y="1841500"/>
              <a:chExt cx="304800" cy="369332"/>
            </a:xfrm>
          </p:grpSpPr>
          <p:sp>
            <p:nvSpPr>
              <p:cNvPr id="177" name="Oval 176">
                <a:extLst>
                  <a:ext uri="{FF2B5EF4-FFF2-40B4-BE49-F238E27FC236}">
                    <a16:creationId xmlns:a16="http://schemas.microsoft.com/office/drawing/2014/main" id="{FB3CE166-4808-6745-BCA9-C4BEEA1218CA}"/>
                  </a:ext>
                </a:extLst>
              </p:cNvPr>
              <p:cNvSpPr/>
              <p:nvPr/>
            </p:nvSpPr>
            <p:spPr>
              <a:xfrm>
                <a:off x="8953500" y="1879600"/>
                <a:ext cx="304800" cy="2921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A14A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2BBFAD08-585E-5240-9260-EE05AAF71ADC}"/>
                  </a:ext>
                </a:extLst>
              </p:cNvPr>
              <p:cNvSpPr txBox="1"/>
              <p:nvPr/>
            </p:nvSpPr>
            <p:spPr>
              <a:xfrm>
                <a:off x="8953500" y="18415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</a:t>
                </a:r>
              </a:p>
            </p:txBody>
          </p:sp>
        </p:grpSp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id="{ADE29A41-C1EE-5540-AF16-842A0469EC63}"/>
                </a:ext>
              </a:extLst>
            </p:cNvPr>
            <p:cNvGrpSpPr/>
            <p:nvPr/>
          </p:nvGrpSpPr>
          <p:grpSpPr>
            <a:xfrm>
              <a:off x="736600" y="1778000"/>
              <a:ext cx="314386" cy="369332"/>
              <a:chOff x="8953500" y="1841500"/>
              <a:chExt cx="314386" cy="369332"/>
            </a:xfrm>
          </p:grpSpPr>
          <p:sp>
            <p:nvSpPr>
              <p:cNvPr id="181" name="Oval 180">
                <a:extLst>
                  <a:ext uri="{FF2B5EF4-FFF2-40B4-BE49-F238E27FC236}">
                    <a16:creationId xmlns:a16="http://schemas.microsoft.com/office/drawing/2014/main" id="{B65E8865-B055-EF44-8C2B-640FA0F0A4CA}"/>
                  </a:ext>
                </a:extLst>
              </p:cNvPr>
              <p:cNvSpPr/>
              <p:nvPr/>
            </p:nvSpPr>
            <p:spPr>
              <a:xfrm>
                <a:off x="8953500" y="1879600"/>
                <a:ext cx="304800" cy="2921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A14A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F5813BBC-13DC-5443-B040-D71A8262A6BB}"/>
                  </a:ext>
                </a:extLst>
              </p:cNvPr>
              <p:cNvSpPr txBox="1"/>
              <p:nvPr/>
            </p:nvSpPr>
            <p:spPr>
              <a:xfrm>
                <a:off x="8966200" y="18415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</a:t>
                </a:r>
              </a:p>
            </p:txBody>
          </p:sp>
        </p:grpSp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C7715A16-8CAE-8B4E-A1FC-B57E478E27DD}"/>
              </a:ext>
            </a:extLst>
          </p:cNvPr>
          <p:cNvGrpSpPr/>
          <p:nvPr/>
        </p:nvGrpSpPr>
        <p:grpSpPr>
          <a:xfrm>
            <a:off x="546100" y="2527300"/>
            <a:ext cx="3162300" cy="830997"/>
            <a:chOff x="546100" y="2527300"/>
            <a:chExt cx="3162300" cy="830997"/>
          </a:xfrm>
        </p:grpSpPr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02D93285-0615-7947-8708-3D8B9BB64404}"/>
                </a:ext>
              </a:extLst>
            </p:cNvPr>
            <p:cNvSpPr txBox="1"/>
            <p:nvPr/>
          </p:nvSpPr>
          <p:spPr>
            <a:xfrm>
              <a:off x="1041400" y="2527300"/>
              <a:ext cx="26670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fetch ad from AdX.com</a:t>
              </a:r>
            </a:p>
          </p:txBody>
        </p:sp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57AE4D44-F02C-2D4E-9145-D2F6EE3A1885}"/>
                </a:ext>
              </a:extLst>
            </p:cNvPr>
            <p:cNvGrpSpPr/>
            <p:nvPr/>
          </p:nvGrpSpPr>
          <p:grpSpPr>
            <a:xfrm>
              <a:off x="546100" y="2590800"/>
              <a:ext cx="304800" cy="369332"/>
              <a:chOff x="8953500" y="1841500"/>
              <a:chExt cx="304800" cy="369332"/>
            </a:xfrm>
          </p:grpSpPr>
          <p:sp>
            <p:nvSpPr>
              <p:cNvPr id="185" name="Oval 184">
                <a:extLst>
                  <a:ext uri="{FF2B5EF4-FFF2-40B4-BE49-F238E27FC236}">
                    <a16:creationId xmlns:a16="http://schemas.microsoft.com/office/drawing/2014/main" id="{249EEB0F-5470-0442-888E-F04587FF52B8}"/>
                  </a:ext>
                </a:extLst>
              </p:cNvPr>
              <p:cNvSpPr/>
              <p:nvPr/>
            </p:nvSpPr>
            <p:spPr>
              <a:xfrm>
                <a:off x="8953500" y="1879600"/>
                <a:ext cx="304800" cy="2921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A14A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0726A5B0-8161-1949-BD7E-B8491563A898}"/>
                  </a:ext>
                </a:extLst>
              </p:cNvPr>
              <p:cNvSpPr txBox="1"/>
              <p:nvPr/>
            </p:nvSpPr>
            <p:spPr>
              <a:xfrm>
                <a:off x="8953500" y="18415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</a:t>
                </a:r>
              </a:p>
            </p:txBody>
          </p:sp>
        </p:grpSp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DCF0D85B-559C-0043-BC0A-4B9CAAD1277C}"/>
                </a:ext>
              </a:extLst>
            </p:cNvPr>
            <p:cNvGrpSpPr/>
            <p:nvPr/>
          </p:nvGrpSpPr>
          <p:grpSpPr>
            <a:xfrm>
              <a:off x="698500" y="2794000"/>
              <a:ext cx="314386" cy="369332"/>
              <a:chOff x="8953500" y="1841500"/>
              <a:chExt cx="314386" cy="369332"/>
            </a:xfrm>
          </p:grpSpPr>
          <p:sp>
            <p:nvSpPr>
              <p:cNvPr id="188" name="Oval 187">
                <a:extLst>
                  <a:ext uri="{FF2B5EF4-FFF2-40B4-BE49-F238E27FC236}">
                    <a16:creationId xmlns:a16="http://schemas.microsoft.com/office/drawing/2014/main" id="{29F5351A-FFDA-9C41-B98D-BAEFD8893FAF}"/>
                  </a:ext>
                </a:extLst>
              </p:cNvPr>
              <p:cNvSpPr/>
              <p:nvPr/>
            </p:nvSpPr>
            <p:spPr>
              <a:xfrm>
                <a:off x="8953500" y="1879600"/>
                <a:ext cx="304800" cy="2921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A14A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99AA70F9-EC45-1640-B9B3-7A5389667E0F}"/>
                  </a:ext>
                </a:extLst>
              </p:cNvPr>
              <p:cNvSpPr txBox="1"/>
              <p:nvPr/>
            </p:nvSpPr>
            <p:spPr>
              <a:xfrm>
                <a:off x="8966200" y="18415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5</a:t>
                </a:r>
              </a:p>
            </p:txBody>
          </p:sp>
        </p:grpSp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A17A1A69-E5FB-634A-980A-BA06E2B4760D}"/>
              </a:ext>
            </a:extLst>
          </p:cNvPr>
          <p:cNvGrpSpPr/>
          <p:nvPr/>
        </p:nvGrpSpPr>
        <p:grpSpPr>
          <a:xfrm>
            <a:off x="635000" y="3556000"/>
            <a:ext cx="3060700" cy="830997"/>
            <a:chOff x="635000" y="3556000"/>
            <a:chExt cx="3060700" cy="830997"/>
          </a:xfrm>
        </p:grpSpPr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BFA112D4-542F-074B-A5A3-B5D63B615FB7}"/>
                </a:ext>
              </a:extLst>
            </p:cNvPr>
            <p:cNvSpPr txBox="1"/>
            <p:nvPr/>
          </p:nvSpPr>
          <p:spPr>
            <a:xfrm>
              <a:off x="1028700" y="3556000"/>
              <a:ext cx="26670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display composed page</a:t>
              </a:r>
            </a:p>
          </p:txBody>
        </p:sp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77071AEA-F77B-F647-A058-71FC7F56BC9C}"/>
                </a:ext>
              </a:extLst>
            </p:cNvPr>
            <p:cNvGrpSpPr/>
            <p:nvPr/>
          </p:nvGrpSpPr>
          <p:grpSpPr>
            <a:xfrm>
              <a:off x="635000" y="3619500"/>
              <a:ext cx="314386" cy="369332"/>
              <a:chOff x="8953500" y="1841500"/>
              <a:chExt cx="314386" cy="369332"/>
            </a:xfrm>
          </p:grpSpPr>
          <p:sp>
            <p:nvSpPr>
              <p:cNvPr id="191" name="Oval 190">
                <a:extLst>
                  <a:ext uri="{FF2B5EF4-FFF2-40B4-BE49-F238E27FC236}">
                    <a16:creationId xmlns:a16="http://schemas.microsoft.com/office/drawing/2014/main" id="{DB3F81B8-82F8-EB45-A850-DEA61F4BA53B}"/>
                  </a:ext>
                </a:extLst>
              </p:cNvPr>
              <p:cNvSpPr/>
              <p:nvPr/>
            </p:nvSpPr>
            <p:spPr>
              <a:xfrm>
                <a:off x="8953500" y="1879600"/>
                <a:ext cx="304800" cy="2921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A14A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1791ABF8-1237-F049-99EC-B939206A2685}"/>
                  </a:ext>
                </a:extLst>
              </p:cNvPr>
              <p:cNvSpPr txBox="1"/>
              <p:nvPr/>
            </p:nvSpPr>
            <p:spPr>
              <a:xfrm>
                <a:off x="8966200" y="18415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7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1497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22 -0.01019 L -0.00013 0.46018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" y="235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35 -0.00093 L -0.26146 0.00532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190" y="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-0.00371 L -0.22657 0.00185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302" y="278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5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500"/>
                            </p:stCondLst>
                            <p:childTnLst>
                              <p:par>
                                <p:cTn id="5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roup 140">
            <a:extLst>
              <a:ext uri="{FF2B5EF4-FFF2-40B4-BE49-F238E27FC236}">
                <a16:creationId xmlns:a16="http://schemas.microsoft.com/office/drawing/2014/main" id="{D712CB78-C706-8D45-92DD-C33079FB1C49}"/>
              </a:ext>
            </a:extLst>
          </p:cNvPr>
          <p:cNvGrpSpPr/>
          <p:nvPr/>
        </p:nvGrpSpPr>
        <p:grpSpPr>
          <a:xfrm>
            <a:off x="6946900" y="1524000"/>
            <a:ext cx="711200" cy="1016000"/>
            <a:chOff x="1282700" y="2006600"/>
            <a:chExt cx="2603500" cy="3263900"/>
          </a:xfrm>
        </p:grpSpPr>
        <p:sp>
          <p:nvSpPr>
            <p:cNvPr id="145" name="Rounded Rectangle 144">
              <a:extLst>
                <a:ext uri="{FF2B5EF4-FFF2-40B4-BE49-F238E27FC236}">
                  <a16:creationId xmlns:a16="http://schemas.microsoft.com/office/drawing/2014/main" id="{540E5D60-2630-5C4F-93AA-181EF66F4A05}"/>
                </a:ext>
              </a:extLst>
            </p:cNvPr>
            <p:cNvSpPr/>
            <p:nvPr/>
          </p:nvSpPr>
          <p:spPr>
            <a:xfrm>
              <a:off x="1282700" y="2755900"/>
              <a:ext cx="2603500" cy="25146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6" name="Rounded Rectangle 145">
              <a:extLst>
                <a:ext uri="{FF2B5EF4-FFF2-40B4-BE49-F238E27FC236}">
                  <a16:creationId xmlns:a16="http://schemas.microsoft.com/office/drawing/2014/main" id="{1B6C9F51-012D-6C41-86DD-D8573774FC76}"/>
                </a:ext>
              </a:extLst>
            </p:cNvPr>
            <p:cNvSpPr/>
            <p:nvPr/>
          </p:nvSpPr>
          <p:spPr>
            <a:xfrm>
              <a:off x="1727200" y="2552700"/>
              <a:ext cx="1765300" cy="1778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" name="Rounded Rectangle 146">
              <a:extLst>
                <a:ext uri="{FF2B5EF4-FFF2-40B4-BE49-F238E27FC236}">
                  <a16:creationId xmlns:a16="http://schemas.microsoft.com/office/drawing/2014/main" id="{B551C884-0D90-F941-AF6F-06DF5399CBEF}"/>
                </a:ext>
              </a:extLst>
            </p:cNvPr>
            <p:cNvSpPr/>
            <p:nvPr/>
          </p:nvSpPr>
          <p:spPr>
            <a:xfrm>
              <a:off x="1524000" y="2006600"/>
              <a:ext cx="2209800" cy="52070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2FDD130-6C4C-694D-BE73-6370065D7337}"/>
              </a:ext>
            </a:extLst>
          </p:cNvPr>
          <p:cNvGrpSpPr/>
          <p:nvPr/>
        </p:nvGrpSpPr>
        <p:grpSpPr>
          <a:xfrm>
            <a:off x="4622800" y="5626100"/>
            <a:ext cx="711200" cy="1016000"/>
            <a:chOff x="1282700" y="2006600"/>
            <a:chExt cx="2603500" cy="3263900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7EB869C5-DCEC-4743-B371-441AE269CD39}"/>
                </a:ext>
              </a:extLst>
            </p:cNvPr>
            <p:cNvSpPr/>
            <p:nvPr/>
          </p:nvSpPr>
          <p:spPr>
            <a:xfrm>
              <a:off x="1282700" y="2755900"/>
              <a:ext cx="2603500" cy="25146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" name="Rounded Rectangle 134">
              <a:extLst>
                <a:ext uri="{FF2B5EF4-FFF2-40B4-BE49-F238E27FC236}">
                  <a16:creationId xmlns:a16="http://schemas.microsoft.com/office/drawing/2014/main" id="{78526DC0-9AD9-8E49-B598-BE6ECB1A3ADD}"/>
                </a:ext>
              </a:extLst>
            </p:cNvPr>
            <p:cNvSpPr/>
            <p:nvPr/>
          </p:nvSpPr>
          <p:spPr>
            <a:xfrm>
              <a:off x="1727200" y="2552700"/>
              <a:ext cx="1765300" cy="1778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" name="Rounded Rectangle 138">
              <a:extLst>
                <a:ext uri="{FF2B5EF4-FFF2-40B4-BE49-F238E27FC236}">
                  <a16:creationId xmlns:a16="http://schemas.microsoft.com/office/drawing/2014/main" id="{CC925A7C-C818-5C45-B6D1-0A032D437672}"/>
                </a:ext>
              </a:extLst>
            </p:cNvPr>
            <p:cNvSpPr/>
            <p:nvPr/>
          </p:nvSpPr>
          <p:spPr>
            <a:xfrm>
              <a:off x="1524000" y="2006600"/>
              <a:ext cx="2209800" cy="52070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3" name="Group 57">
            <a:extLst>
              <a:ext uri="{FF2B5EF4-FFF2-40B4-BE49-F238E27FC236}">
                <a16:creationId xmlns:a16="http://schemas.microsoft.com/office/drawing/2014/main" id="{C28FCCAF-E5F2-4945-8BC3-5A0D78DCA4B7}"/>
              </a:ext>
            </a:extLst>
          </p:cNvPr>
          <p:cNvGrpSpPr>
            <a:grpSpLocks/>
          </p:cNvGrpSpPr>
          <p:nvPr/>
        </p:nvGrpSpPr>
        <p:grpSpPr bwMode="auto">
          <a:xfrm>
            <a:off x="4421414" y="1364343"/>
            <a:ext cx="519313" cy="1096646"/>
            <a:chOff x="4140" y="429"/>
            <a:chExt cx="1425" cy="2396"/>
          </a:xfrm>
        </p:grpSpPr>
        <p:sp>
          <p:nvSpPr>
            <p:cNvPr id="14" name="Freeform 58">
              <a:extLst>
                <a:ext uri="{FF2B5EF4-FFF2-40B4-BE49-F238E27FC236}">
                  <a16:creationId xmlns:a16="http://schemas.microsoft.com/office/drawing/2014/main" id="{3E0ABDD2-372E-3E4A-B89E-371FFA05F26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5" name="Rectangle 59">
              <a:extLst>
                <a:ext uri="{FF2B5EF4-FFF2-40B4-BE49-F238E27FC236}">
                  <a16:creationId xmlns:a16="http://schemas.microsoft.com/office/drawing/2014/main" id="{E0E6AB63-2D8D-FD4A-8D08-0DCE294538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6" name="Freeform 60">
              <a:extLst>
                <a:ext uri="{FF2B5EF4-FFF2-40B4-BE49-F238E27FC236}">
                  <a16:creationId xmlns:a16="http://schemas.microsoft.com/office/drawing/2014/main" id="{F2DF5CCD-3A3D-8946-BB0F-B72F144D130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7" name="Freeform 61">
              <a:extLst>
                <a:ext uri="{FF2B5EF4-FFF2-40B4-BE49-F238E27FC236}">
                  <a16:creationId xmlns:a16="http://schemas.microsoft.com/office/drawing/2014/main" id="{F4AF3F5F-1964-934E-A22C-CAAAC82B89F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8" name="Rectangle 62">
              <a:extLst>
                <a:ext uri="{FF2B5EF4-FFF2-40B4-BE49-F238E27FC236}">
                  <a16:creationId xmlns:a16="http://schemas.microsoft.com/office/drawing/2014/main" id="{60DC56E6-B22B-2D4A-A532-797BE2BECE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691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19" name="Group 63">
              <a:extLst>
                <a:ext uri="{FF2B5EF4-FFF2-40B4-BE49-F238E27FC236}">
                  <a16:creationId xmlns:a16="http://schemas.microsoft.com/office/drawing/2014/main" id="{3F3ABA47-6EE0-1142-9310-EFA5245E70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5" name="AutoShape 64">
                <a:extLst>
                  <a:ext uri="{FF2B5EF4-FFF2-40B4-BE49-F238E27FC236}">
                    <a16:creationId xmlns:a16="http://schemas.microsoft.com/office/drawing/2014/main" id="{3EFA4FBC-2313-4A44-9498-E5B0E1F1CB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6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6" name="AutoShape 65">
                <a:extLst>
                  <a:ext uri="{FF2B5EF4-FFF2-40B4-BE49-F238E27FC236}">
                    <a16:creationId xmlns:a16="http://schemas.microsoft.com/office/drawing/2014/main" id="{53A490A2-F773-064D-9E4E-79006A985B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0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1" name="Rectangle 66">
              <a:extLst>
                <a:ext uri="{FF2B5EF4-FFF2-40B4-BE49-F238E27FC236}">
                  <a16:creationId xmlns:a16="http://schemas.microsoft.com/office/drawing/2014/main" id="{9B1FF5E8-D30B-2443-8F1C-49E8171DB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8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22" name="Group 67">
              <a:extLst>
                <a:ext uri="{FF2B5EF4-FFF2-40B4-BE49-F238E27FC236}">
                  <a16:creationId xmlns:a16="http://schemas.microsoft.com/office/drawing/2014/main" id="{647CD9E2-B875-D040-B501-259F20276F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3" name="AutoShape 68">
                <a:extLst>
                  <a:ext uri="{FF2B5EF4-FFF2-40B4-BE49-F238E27FC236}">
                    <a16:creationId xmlns:a16="http://schemas.microsoft.com/office/drawing/2014/main" id="{8B40E7A0-7F87-CB42-91AF-8495B15D1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7"/>
                <a:ext cx="726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4" name="AutoShape 69">
                <a:extLst>
                  <a:ext uri="{FF2B5EF4-FFF2-40B4-BE49-F238E27FC236}">
                    <a16:creationId xmlns:a16="http://schemas.microsoft.com/office/drawing/2014/main" id="{E1BA0D48-E378-0841-B21E-B216A3DEBC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3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3" name="Rectangle 70">
              <a:extLst>
                <a:ext uri="{FF2B5EF4-FFF2-40B4-BE49-F238E27FC236}">
                  <a16:creationId xmlns:a16="http://schemas.microsoft.com/office/drawing/2014/main" id="{A8FEB5CD-1C02-994C-9CD3-7210669BAB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9" y="1360"/>
              <a:ext cx="592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24" name="Rectangle 71">
              <a:extLst>
                <a:ext uri="{FF2B5EF4-FFF2-40B4-BE49-F238E27FC236}">
                  <a16:creationId xmlns:a16="http://schemas.microsoft.com/office/drawing/2014/main" id="{3F0453AB-5611-FD40-B862-F64CDAA10D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25" name="Group 72">
              <a:extLst>
                <a:ext uri="{FF2B5EF4-FFF2-40B4-BE49-F238E27FC236}">
                  <a16:creationId xmlns:a16="http://schemas.microsoft.com/office/drawing/2014/main" id="{4E495B47-7D7F-AE48-BF68-5F048DC528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1" name="AutoShape 73">
                <a:extLst>
                  <a:ext uri="{FF2B5EF4-FFF2-40B4-BE49-F238E27FC236}">
                    <a16:creationId xmlns:a16="http://schemas.microsoft.com/office/drawing/2014/main" id="{52081D9E-64FD-9241-9EEA-BFC2848F38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8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2" name="AutoShape 74">
                <a:extLst>
                  <a:ext uri="{FF2B5EF4-FFF2-40B4-BE49-F238E27FC236}">
                    <a16:creationId xmlns:a16="http://schemas.microsoft.com/office/drawing/2014/main" id="{89B07DC2-8E24-B048-B84D-C525C9AA2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2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6" name="Freeform 75">
              <a:extLst>
                <a:ext uri="{FF2B5EF4-FFF2-40B4-BE49-F238E27FC236}">
                  <a16:creationId xmlns:a16="http://schemas.microsoft.com/office/drawing/2014/main" id="{00275AA5-20F4-4B40-8A7B-56C022B44C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grpSp>
          <p:nvGrpSpPr>
            <p:cNvPr id="27" name="Group 76">
              <a:extLst>
                <a:ext uri="{FF2B5EF4-FFF2-40B4-BE49-F238E27FC236}">
                  <a16:creationId xmlns:a16="http://schemas.microsoft.com/office/drawing/2014/main" id="{E089CEBF-EE46-794F-82AC-9A64510349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9" name="AutoShape 77">
                <a:extLst>
                  <a:ext uri="{FF2B5EF4-FFF2-40B4-BE49-F238E27FC236}">
                    <a16:creationId xmlns:a16="http://schemas.microsoft.com/office/drawing/2014/main" id="{4DB9DFE4-1869-F54F-9D86-B1C3308910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4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0" name="AutoShape 78">
                <a:extLst>
                  <a:ext uri="{FF2B5EF4-FFF2-40B4-BE49-F238E27FC236}">
                    <a16:creationId xmlns:a16="http://schemas.microsoft.com/office/drawing/2014/main" id="{1D4272DE-9783-504C-B24E-985066EBD4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2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8" name="Rectangle 79">
              <a:extLst>
                <a:ext uri="{FF2B5EF4-FFF2-40B4-BE49-F238E27FC236}">
                  <a16:creationId xmlns:a16="http://schemas.microsoft.com/office/drawing/2014/main" id="{5FE88211-5391-9B42-9155-73A19A273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29" name="Freeform 80">
              <a:extLst>
                <a:ext uri="{FF2B5EF4-FFF2-40B4-BE49-F238E27FC236}">
                  <a16:creationId xmlns:a16="http://schemas.microsoft.com/office/drawing/2014/main" id="{05E256D3-88AF-EE40-9D8D-E6162627B7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0" name="Freeform 81">
              <a:extLst>
                <a:ext uri="{FF2B5EF4-FFF2-40B4-BE49-F238E27FC236}">
                  <a16:creationId xmlns:a16="http://schemas.microsoft.com/office/drawing/2014/main" id="{2B1E13A7-1340-1449-8740-70AFA3DE6C8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1" name="Oval 82">
              <a:extLst>
                <a:ext uri="{FF2B5EF4-FFF2-40B4-BE49-F238E27FC236}">
                  <a16:creationId xmlns:a16="http://schemas.microsoft.com/office/drawing/2014/main" id="{DAC0CC86-045F-6F4E-9391-E07245D698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2" name="Freeform 83">
              <a:extLst>
                <a:ext uri="{FF2B5EF4-FFF2-40B4-BE49-F238E27FC236}">
                  <a16:creationId xmlns:a16="http://schemas.microsoft.com/office/drawing/2014/main" id="{A27EE01C-A7F3-EB4C-B539-16929E3E83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3" name="AutoShape 84">
              <a:extLst>
                <a:ext uri="{FF2B5EF4-FFF2-40B4-BE49-F238E27FC236}">
                  <a16:creationId xmlns:a16="http://schemas.microsoft.com/office/drawing/2014/main" id="{881A1C8F-54F2-8948-B760-2762B01F47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200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4" name="AutoShape 85">
              <a:extLst>
                <a:ext uri="{FF2B5EF4-FFF2-40B4-BE49-F238E27FC236}">
                  <a16:creationId xmlns:a16="http://schemas.microsoft.com/office/drawing/2014/main" id="{5AE8BE14-C3E6-D84F-A9AC-E4E0F707C9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09"/>
              <a:ext cx="1069" cy="8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5" name="Oval 86">
              <a:extLst>
                <a:ext uri="{FF2B5EF4-FFF2-40B4-BE49-F238E27FC236}">
                  <a16:creationId xmlns:a16="http://schemas.microsoft.com/office/drawing/2014/main" id="{FD11E9D2-4386-FF49-8E96-2E035F92F9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6" name="Oval 87">
              <a:extLst>
                <a:ext uri="{FF2B5EF4-FFF2-40B4-BE49-F238E27FC236}">
                  <a16:creationId xmlns:a16="http://schemas.microsoft.com/office/drawing/2014/main" id="{A698DF12-44DE-B34A-9F3A-FC02DEBBF9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7" name="Oval 88">
              <a:extLst>
                <a:ext uri="{FF2B5EF4-FFF2-40B4-BE49-F238E27FC236}">
                  <a16:creationId xmlns:a16="http://schemas.microsoft.com/office/drawing/2014/main" id="{C070DEEB-91AB-C142-9143-5974D8EB70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8" name="Rectangle 89">
              <a:extLst>
                <a:ext uri="{FF2B5EF4-FFF2-40B4-BE49-F238E27FC236}">
                  <a16:creationId xmlns:a16="http://schemas.microsoft.com/office/drawing/2014/main" id="{73990BF0-CEC8-384B-BF26-4A0885AAFA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AC613071-8BFC-5349-80C0-902020637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7471" y="1230461"/>
            <a:ext cx="1797957" cy="12995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1FB3A00-B2D9-7443-B666-0ABA7347B5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6057" y="4524829"/>
            <a:ext cx="1783443" cy="249682"/>
          </a:xfrm>
          <a:prstGeom prst="rect">
            <a:avLst/>
          </a:prstGeom>
        </p:spPr>
      </p:pic>
      <p:grpSp>
        <p:nvGrpSpPr>
          <p:cNvPr id="83" name="Group 57">
            <a:extLst>
              <a:ext uri="{FF2B5EF4-FFF2-40B4-BE49-F238E27FC236}">
                <a16:creationId xmlns:a16="http://schemas.microsoft.com/office/drawing/2014/main" id="{C5D7863B-AD69-FC47-BA2D-38FCE4992417}"/>
              </a:ext>
            </a:extLst>
          </p:cNvPr>
          <p:cNvGrpSpPr>
            <a:grpSpLocks/>
          </p:cNvGrpSpPr>
          <p:nvPr/>
        </p:nvGrpSpPr>
        <p:grpSpPr bwMode="auto">
          <a:xfrm>
            <a:off x="8178799" y="4820558"/>
            <a:ext cx="519313" cy="1096646"/>
            <a:chOff x="4140" y="429"/>
            <a:chExt cx="1425" cy="2396"/>
          </a:xfrm>
        </p:grpSpPr>
        <p:sp>
          <p:nvSpPr>
            <p:cNvPr id="84" name="Freeform 58">
              <a:extLst>
                <a:ext uri="{FF2B5EF4-FFF2-40B4-BE49-F238E27FC236}">
                  <a16:creationId xmlns:a16="http://schemas.microsoft.com/office/drawing/2014/main" id="{49D083FD-79A2-E74D-A776-974520EEA5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85" name="Rectangle 59">
              <a:extLst>
                <a:ext uri="{FF2B5EF4-FFF2-40B4-BE49-F238E27FC236}">
                  <a16:creationId xmlns:a16="http://schemas.microsoft.com/office/drawing/2014/main" id="{C160A5F6-4243-0B4D-A694-687DE9C0BA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86" name="Freeform 60">
              <a:extLst>
                <a:ext uri="{FF2B5EF4-FFF2-40B4-BE49-F238E27FC236}">
                  <a16:creationId xmlns:a16="http://schemas.microsoft.com/office/drawing/2014/main" id="{DCE1287F-730A-864C-AD9E-9FB46028714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87" name="Freeform 61">
              <a:extLst>
                <a:ext uri="{FF2B5EF4-FFF2-40B4-BE49-F238E27FC236}">
                  <a16:creationId xmlns:a16="http://schemas.microsoft.com/office/drawing/2014/main" id="{1A9CE9AE-3F0C-CB4A-AFB4-667C998F6D0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88" name="Rectangle 62">
              <a:extLst>
                <a:ext uri="{FF2B5EF4-FFF2-40B4-BE49-F238E27FC236}">
                  <a16:creationId xmlns:a16="http://schemas.microsoft.com/office/drawing/2014/main" id="{01EB0058-0984-934E-8EBD-78F44D93B7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691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89" name="Group 63">
              <a:extLst>
                <a:ext uri="{FF2B5EF4-FFF2-40B4-BE49-F238E27FC236}">
                  <a16:creationId xmlns:a16="http://schemas.microsoft.com/office/drawing/2014/main" id="{6DEFB971-8A0D-D54B-BB2F-A5A52EC70D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14" name="AutoShape 64">
                <a:extLst>
                  <a:ext uri="{FF2B5EF4-FFF2-40B4-BE49-F238E27FC236}">
                    <a16:creationId xmlns:a16="http://schemas.microsoft.com/office/drawing/2014/main" id="{CB3AB1FF-68E6-B747-BBE7-AB75206133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6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15" name="AutoShape 65">
                <a:extLst>
                  <a:ext uri="{FF2B5EF4-FFF2-40B4-BE49-F238E27FC236}">
                    <a16:creationId xmlns:a16="http://schemas.microsoft.com/office/drawing/2014/main" id="{E93F508C-CA28-204B-8B27-C54D968A70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0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0" name="Rectangle 66">
              <a:extLst>
                <a:ext uri="{FF2B5EF4-FFF2-40B4-BE49-F238E27FC236}">
                  <a16:creationId xmlns:a16="http://schemas.microsoft.com/office/drawing/2014/main" id="{5B1AC563-B14E-A64A-B619-7D4BA23817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8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91" name="Group 67">
              <a:extLst>
                <a:ext uri="{FF2B5EF4-FFF2-40B4-BE49-F238E27FC236}">
                  <a16:creationId xmlns:a16="http://schemas.microsoft.com/office/drawing/2014/main" id="{48FCBC14-90E7-EB46-8ABD-7C73B72514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12" name="AutoShape 68">
                <a:extLst>
                  <a:ext uri="{FF2B5EF4-FFF2-40B4-BE49-F238E27FC236}">
                    <a16:creationId xmlns:a16="http://schemas.microsoft.com/office/drawing/2014/main" id="{A898FDCB-872C-6440-BCF5-39CC5BB4E2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7"/>
                <a:ext cx="726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13" name="AutoShape 69">
                <a:extLst>
                  <a:ext uri="{FF2B5EF4-FFF2-40B4-BE49-F238E27FC236}">
                    <a16:creationId xmlns:a16="http://schemas.microsoft.com/office/drawing/2014/main" id="{146DD0F8-ADA8-4F48-B1C0-6C48443ABC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3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2" name="Rectangle 70">
              <a:extLst>
                <a:ext uri="{FF2B5EF4-FFF2-40B4-BE49-F238E27FC236}">
                  <a16:creationId xmlns:a16="http://schemas.microsoft.com/office/drawing/2014/main" id="{AECADF08-F932-F64F-83DE-4FB9C12540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9" y="1360"/>
              <a:ext cx="592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93" name="Rectangle 71">
              <a:extLst>
                <a:ext uri="{FF2B5EF4-FFF2-40B4-BE49-F238E27FC236}">
                  <a16:creationId xmlns:a16="http://schemas.microsoft.com/office/drawing/2014/main" id="{AAB7C3D1-8C2B-BE49-A8B9-C1F76FC88D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94" name="Group 72">
              <a:extLst>
                <a:ext uri="{FF2B5EF4-FFF2-40B4-BE49-F238E27FC236}">
                  <a16:creationId xmlns:a16="http://schemas.microsoft.com/office/drawing/2014/main" id="{3DEC4CAB-1840-6D4B-83A5-245A38500C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10" name="AutoShape 73">
                <a:extLst>
                  <a:ext uri="{FF2B5EF4-FFF2-40B4-BE49-F238E27FC236}">
                    <a16:creationId xmlns:a16="http://schemas.microsoft.com/office/drawing/2014/main" id="{A0F018FE-D678-C348-92C8-C541D45EC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8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11" name="AutoShape 74">
                <a:extLst>
                  <a:ext uri="{FF2B5EF4-FFF2-40B4-BE49-F238E27FC236}">
                    <a16:creationId xmlns:a16="http://schemas.microsoft.com/office/drawing/2014/main" id="{438A18AE-96B9-634D-B0C6-94D6136C1B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2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5" name="Freeform 75">
              <a:extLst>
                <a:ext uri="{FF2B5EF4-FFF2-40B4-BE49-F238E27FC236}">
                  <a16:creationId xmlns:a16="http://schemas.microsoft.com/office/drawing/2014/main" id="{D0CF0AA3-AC56-5B4A-AAB7-C4F4A10396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grpSp>
          <p:nvGrpSpPr>
            <p:cNvPr id="96" name="Group 76">
              <a:extLst>
                <a:ext uri="{FF2B5EF4-FFF2-40B4-BE49-F238E27FC236}">
                  <a16:creationId xmlns:a16="http://schemas.microsoft.com/office/drawing/2014/main" id="{2F69551B-EBA3-BF40-8C0D-28FC3540F9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08" name="AutoShape 77">
                <a:extLst>
                  <a:ext uri="{FF2B5EF4-FFF2-40B4-BE49-F238E27FC236}">
                    <a16:creationId xmlns:a16="http://schemas.microsoft.com/office/drawing/2014/main" id="{F24A03FE-CC74-2E4C-A1C8-914AEE73C2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4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09" name="AutoShape 78">
                <a:extLst>
                  <a:ext uri="{FF2B5EF4-FFF2-40B4-BE49-F238E27FC236}">
                    <a16:creationId xmlns:a16="http://schemas.microsoft.com/office/drawing/2014/main" id="{1A088830-47CE-554E-891D-383BDC7C10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2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7" name="Rectangle 79">
              <a:extLst>
                <a:ext uri="{FF2B5EF4-FFF2-40B4-BE49-F238E27FC236}">
                  <a16:creationId xmlns:a16="http://schemas.microsoft.com/office/drawing/2014/main" id="{4B8B1DBC-053B-454B-AA6A-93DD7A17D9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98" name="Freeform 80">
              <a:extLst>
                <a:ext uri="{FF2B5EF4-FFF2-40B4-BE49-F238E27FC236}">
                  <a16:creationId xmlns:a16="http://schemas.microsoft.com/office/drawing/2014/main" id="{0C9C506E-2927-3944-A4CD-50E996AE2C6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99" name="Freeform 81">
              <a:extLst>
                <a:ext uri="{FF2B5EF4-FFF2-40B4-BE49-F238E27FC236}">
                  <a16:creationId xmlns:a16="http://schemas.microsoft.com/office/drawing/2014/main" id="{EB949747-1183-E946-A591-654096BEA6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00" name="Oval 82">
              <a:extLst>
                <a:ext uri="{FF2B5EF4-FFF2-40B4-BE49-F238E27FC236}">
                  <a16:creationId xmlns:a16="http://schemas.microsoft.com/office/drawing/2014/main" id="{568FECAB-8B6E-D148-BC17-44303ACE0E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1" name="Freeform 83">
              <a:extLst>
                <a:ext uri="{FF2B5EF4-FFF2-40B4-BE49-F238E27FC236}">
                  <a16:creationId xmlns:a16="http://schemas.microsoft.com/office/drawing/2014/main" id="{638205AE-B922-264E-A776-6C571A51D0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02" name="AutoShape 84">
              <a:extLst>
                <a:ext uri="{FF2B5EF4-FFF2-40B4-BE49-F238E27FC236}">
                  <a16:creationId xmlns:a16="http://schemas.microsoft.com/office/drawing/2014/main" id="{68D17880-2BFD-AB45-8EE6-655F1EE28C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200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3" name="AutoShape 85">
              <a:extLst>
                <a:ext uri="{FF2B5EF4-FFF2-40B4-BE49-F238E27FC236}">
                  <a16:creationId xmlns:a16="http://schemas.microsoft.com/office/drawing/2014/main" id="{38FF6123-2AE5-0E4D-9C49-2AB92E459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09"/>
              <a:ext cx="1069" cy="8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4" name="Oval 86">
              <a:extLst>
                <a:ext uri="{FF2B5EF4-FFF2-40B4-BE49-F238E27FC236}">
                  <a16:creationId xmlns:a16="http://schemas.microsoft.com/office/drawing/2014/main" id="{2620EC11-7D22-C94E-A6F0-0BB8CA9093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5" name="Oval 87">
              <a:extLst>
                <a:ext uri="{FF2B5EF4-FFF2-40B4-BE49-F238E27FC236}">
                  <a16:creationId xmlns:a16="http://schemas.microsoft.com/office/drawing/2014/main" id="{DB036E28-4F88-C54A-8239-CB50D98849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6" name="Oval 88">
              <a:extLst>
                <a:ext uri="{FF2B5EF4-FFF2-40B4-BE49-F238E27FC236}">
                  <a16:creationId xmlns:a16="http://schemas.microsoft.com/office/drawing/2014/main" id="{B01647CB-6EC4-044F-915F-A65E26069E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7" name="Rectangle 89">
              <a:extLst>
                <a:ext uri="{FF2B5EF4-FFF2-40B4-BE49-F238E27FC236}">
                  <a16:creationId xmlns:a16="http://schemas.microsoft.com/office/drawing/2014/main" id="{45BA2A5E-EE30-C54D-8CAD-2B96D86B04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80AEB31E-EE76-584C-AA46-3C2461C3C346}"/>
              </a:ext>
            </a:extLst>
          </p:cNvPr>
          <p:cNvGrpSpPr/>
          <p:nvPr/>
        </p:nvGrpSpPr>
        <p:grpSpPr>
          <a:xfrm>
            <a:off x="3586046" y="4406221"/>
            <a:ext cx="1432267" cy="1301523"/>
            <a:chOff x="2718817" y="3255963"/>
            <a:chExt cx="1432267" cy="1301523"/>
          </a:xfrm>
        </p:grpSpPr>
        <p:grpSp>
          <p:nvGrpSpPr>
            <p:cNvPr id="47" name="Group 90">
              <a:extLst>
                <a:ext uri="{FF2B5EF4-FFF2-40B4-BE49-F238E27FC236}">
                  <a16:creationId xmlns:a16="http://schemas.microsoft.com/office/drawing/2014/main" id="{0E15E389-35EC-4248-8D1B-518B9EAA59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18817" y="3255963"/>
              <a:ext cx="1432267" cy="1301523"/>
              <a:chOff x="-44" y="1473"/>
              <a:chExt cx="981" cy="1105"/>
            </a:xfrm>
          </p:grpSpPr>
          <p:pic>
            <p:nvPicPr>
              <p:cNvPr id="48" name="Picture 91" descr="desktop_computer_stylized_medium">
                <a:extLst>
                  <a:ext uri="{FF2B5EF4-FFF2-40B4-BE49-F238E27FC236}">
                    <a16:creationId xmlns:a16="http://schemas.microsoft.com/office/drawing/2014/main" id="{8461BC4D-1645-F749-AC4B-1926BA94D08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9" name="Freeform 92">
                <a:extLst>
                  <a:ext uri="{FF2B5EF4-FFF2-40B4-BE49-F238E27FC236}">
                    <a16:creationId xmlns:a16="http://schemas.microsoft.com/office/drawing/2014/main" id="{ECE33066-562B-D24D-90DD-9F2C4CD1BA2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497 w 356"/>
                  <a:gd name="T3" fmla="*/ 469 h 368"/>
                  <a:gd name="T4" fmla="*/ 8894 w 356"/>
                  <a:gd name="T5" fmla="*/ 9780 h 368"/>
                  <a:gd name="T6" fmla="*/ 1960 w 356"/>
                  <a:gd name="T7" fmla="*/ 1223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</p:grpSp>
        <p:pic>
          <p:nvPicPr>
            <p:cNvPr id="116" name="Picture 115" descr="Icon&#10;&#10;Description automatically generated">
              <a:extLst>
                <a:ext uri="{FF2B5EF4-FFF2-40B4-BE49-F238E27FC236}">
                  <a16:creationId xmlns:a16="http://schemas.microsoft.com/office/drawing/2014/main" id="{34042089-BE33-B14C-9A59-7A6138E8618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251200" y="3436256"/>
              <a:ext cx="870857" cy="489857"/>
            </a:xfrm>
            <a:prstGeom prst="rect">
              <a:avLst/>
            </a:prstGeom>
          </p:spPr>
        </p:pic>
      </p:grpSp>
      <p:sp>
        <p:nvSpPr>
          <p:cNvPr id="118" name="TextBox 117">
            <a:extLst>
              <a:ext uri="{FF2B5EF4-FFF2-40B4-BE49-F238E27FC236}">
                <a16:creationId xmlns:a16="http://schemas.microsoft.com/office/drawing/2014/main" id="{9A847BB3-697B-8943-A0D3-E3C65DBA6F1C}"/>
              </a:ext>
            </a:extLst>
          </p:cNvPr>
          <p:cNvSpPr txBox="1"/>
          <p:nvPr/>
        </p:nvSpPr>
        <p:spPr>
          <a:xfrm>
            <a:off x="4352471" y="2398486"/>
            <a:ext cx="25726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nytimes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.com (sports)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58BE66CB-B4F9-CC49-A94F-C87C0E785DA3}"/>
              </a:ext>
            </a:extLst>
          </p:cNvPr>
          <p:cNvSpPr txBox="1"/>
          <p:nvPr/>
        </p:nvSpPr>
        <p:spPr>
          <a:xfrm>
            <a:off x="8095344" y="5878285"/>
            <a:ext cx="12279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AdX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.com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20A0CD-DF92-1645-9CBB-C5971315F8AB}"/>
              </a:ext>
            </a:extLst>
          </p:cNvPr>
          <p:cNvSpPr txBox="1"/>
          <p:nvPr/>
        </p:nvSpPr>
        <p:spPr>
          <a:xfrm>
            <a:off x="6997700" y="1778000"/>
            <a:ext cx="2047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1634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sports, 2/15/22</a:t>
            </a:r>
          </a:p>
        </p:txBody>
      </p: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BEDD1666-0DF1-1644-8B3C-E55E2557B728}"/>
              </a:ext>
            </a:extLst>
          </p:cNvPr>
          <p:cNvGrpSpPr/>
          <p:nvPr/>
        </p:nvGrpSpPr>
        <p:grpSpPr>
          <a:xfrm>
            <a:off x="9182100" y="4902200"/>
            <a:ext cx="711200" cy="1016000"/>
            <a:chOff x="1282700" y="2006600"/>
            <a:chExt cx="2603500" cy="3263900"/>
          </a:xfrm>
        </p:grpSpPr>
        <p:sp>
          <p:nvSpPr>
            <p:cNvPr id="149" name="Rounded Rectangle 148">
              <a:extLst>
                <a:ext uri="{FF2B5EF4-FFF2-40B4-BE49-F238E27FC236}">
                  <a16:creationId xmlns:a16="http://schemas.microsoft.com/office/drawing/2014/main" id="{D02791EC-9307-2A4B-9CC8-D2CCC50BC3C0}"/>
                </a:ext>
              </a:extLst>
            </p:cNvPr>
            <p:cNvSpPr/>
            <p:nvPr/>
          </p:nvSpPr>
          <p:spPr>
            <a:xfrm>
              <a:off x="1282700" y="2755900"/>
              <a:ext cx="2603500" cy="25146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" name="Rounded Rectangle 149">
              <a:extLst>
                <a:ext uri="{FF2B5EF4-FFF2-40B4-BE49-F238E27FC236}">
                  <a16:creationId xmlns:a16="http://schemas.microsoft.com/office/drawing/2014/main" id="{1053ED46-9860-D146-B0AD-5B077993BB88}"/>
                </a:ext>
              </a:extLst>
            </p:cNvPr>
            <p:cNvSpPr/>
            <p:nvPr/>
          </p:nvSpPr>
          <p:spPr>
            <a:xfrm>
              <a:off x="1727200" y="2552700"/>
              <a:ext cx="1765300" cy="1778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" name="Rounded Rectangle 150">
              <a:extLst>
                <a:ext uri="{FF2B5EF4-FFF2-40B4-BE49-F238E27FC236}">
                  <a16:creationId xmlns:a16="http://schemas.microsoft.com/office/drawing/2014/main" id="{2D06E11F-99A7-5240-B75B-7DD5647AAD3D}"/>
                </a:ext>
              </a:extLst>
            </p:cNvPr>
            <p:cNvSpPr/>
            <p:nvPr/>
          </p:nvSpPr>
          <p:spPr>
            <a:xfrm>
              <a:off x="1524000" y="2006600"/>
              <a:ext cx="2209800" cy="52070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34" name="TextBox 133">
            <a:extLst>
              <a:ext uri="{FF2B5EF4-FFF2-40B4-BE49-F238E27FC236}">
                <a16:creationId xmlns:a16="http://schemas.microsoft.com/office/drawing/2014/main" id="{9DD11912-9F0C-4A48-865D-02E84CA7BE56}"/>
              </a:ext>
            </a:extLst>
          </p:cNvPr>
          <p:cNvSpPr txBox="1"/>
          <p:nvPr/>
        </p:nvSpPr>
        <p:spPr>
          <a:xfrm>
            <a:off x="4229100" y="5867400"/>
            <a:ext cx="1524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NY Times: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1634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3A0EC18F-F5A0-8D4C-B18A-FC1AADC91C63}"/>
              </a:ext>
            </a:extLst>
          </p:cNvPr>
          <p:cNvSpPr txBox="1"/>
          <p:nvPr/>
        </p:nvSpPr>
        <p:spPr>
          <a:xfrm>
            <a:off x="9226009" y="5181600"/>
            <a:ext cx="2864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7493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NY Times sports, 2/15/22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B7804DB-C2BE-234C-BAF8-001A3C11A353}"/>
              </a:ext>
            </a:extLst>
          </p:cNvPr>
          <p:cNvGrpSpPr/>
          <p:nvPr/>
        </p:nvGrpSpPr>
        <p:grpSpPr>
          <a:xfrm>
            <a:off x="5029200" y="2971800"/>
            <a:ext cx="1866900" cy="1308100"/>
            <a:chOff x="5232400" y="2959100"/>
            <a:chExt cx="1866900" cy="1308100"/>
          </a:xfrm>
        </p:grpSpPr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82E7E0D4-DC33-9248-A8C3-006080F0E2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21300" y="2959100"/>
              <a:ext cx="0" cy="1308100"/>
            </a:xfrm>
            <a:prstGeom prst="straightConnector1">
              <a:avLst/>
            </a:prstGeom>
            <a:ln w="25400">
              <a:solidFill>
                <a:srgbClr val="0E01A0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7C61A80-CE02-B448-B5E3-EBFF6D673BFC}"/>
                </a:ext>
              </a:extLst>
            </p:cNvPr>
            <p:cNvGrpSpPr/>
            <p:nvPr/>
          </p:nvGrpSpPr>
          <p:grpSpPr>
            <a:xfrm>
              <a:off x="5232400" y="3289300"/>
              <a:ext cx="1866900" cy="763946"/>
              <a:chOff x="6464300" y="3225800"/>
              <a:chExt cx="1866900" cy="763946"/>
            </a:xfrm>
          </p:grpSpPr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37741EFF-00A6-6340-850A-7076A1D9EAD7}"/>
                  </a:ext>
                </a:extLst>
              </p:cNvPr>
              <p:cNvSpPr txBox="1"/>
              <p:nvPr/>
            </p:nvSpPr>
            <p:spPr>
              <a:xfrm>
                <a:off x="6540500" y="3225800"/>
                <a:ext cx="736600" cy="5410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HTTP reply</a:t>
                </a:r>
              </a:p>
            </p:txBody>
          </p:sp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920ECA3E-DA6F-244F-AC0C-FD318708283A}"/>
                  </a:ext>
                </a:extLst>
              </p:cNvPr>
              <p:cNvSpPr txBox="1"/>
              <p:nvPr/>
            </p:nvSpPr>
            <p:spPr>
              <a:xfrm>
                <a:off x="6464300" y="3670300"/>
                <a:ext cx="1866900" cy="319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Set cookie: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1634</a:t>
                </a:r>
              </a:p>
            </p:txBody>
          </p: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00BBD88-33EF-3947-884A-6B491783249E}"/>
              </a:ext>
            </a:extLst>
          </p:cNvPr>
          <p:cNvGrpSpPr/>
          <p:nvPr/>
        </p:nvGrpSpPr>
        <p:grpSpPr>
          <a:xfrm>
            <a:off x="5829300" y="4457700"/>
            <a:ext cx="2565400" cy="826532"/>
            <a:chOff x="5829300" y="4457700"/>
            <a:chExt cx="2565400" cy="826532"/>
          </a:xfrm>
        </p:grpSpPr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ADB30830-E833-BB4F-BE11-9C6A3248D779}"/>
                </a:ext>
              </a:extLst>
            </p:cNvPr>
            <p:cNvGrpSpPr/>
            <p:nvPr/>
          </p:nvGrpSpPr>
          <p:grpSpPr>
            <a:xfrm>
              <a:off x="6261100" y="4914900"/>
              <a:ext cx="1854200" cy="369332"/>
              <a:chOff x="3721100" y="3429000"/>
              <a:chExt cx="1854200" cy="369332"/>
            </a:xfrm>
          </p:grpSpPr>
          <p:cxnSp>
            <p:nvCxnSpPr>
              <p:cNvPr id="142" name="Straight Arrow Connector 141">
                <a:extLst>
                  <a:ext uri="{FF2B5EF4-FFF2-40B4-BE49-F238E27FC236}">
                    <a16:creationId xmlns:a16="http://schemas.microsoft.com/office/drawing/2014/main" id="{01A36013-C952-FA40-9D4F-692A0CBA7E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21100" y="3594100"/>
                <a:ext cx="1854200" cy="0"/>
              </a:xfrm>
              <a:prstGeom prst="straightConnector1">
                <a:avLst/>
              </a:prstGeom>
              <a:ln w="25400">
                <a:solidFill>
                  <a:srgbClr val="0E01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2801E5BD-9906-834C-B644-A5667DC9D522}"/>
                  </a:ext>
                </a:extLst>
              </p:cNvPr>
              <p:cNvSpPr/>
              <p:nvPr/>
            </p:nvSpPr>
            <p:spPr>
              <a:xfrm>
                <a:off x="4673600" y="3441700"/>
                <a:ext cx="342900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E01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D410B9D7-F1BD-5040-9B26-0F638462A0F2}"/>
                  </a:ext>
                </a:extLst>
              </p:cNvPr>
              <p:cNvSpPr txBox="1"/>
              <p:nvPr/>
            </p:nvSpPr>
            <p:spPr>
              <a:xfrm>
                <a:off x="4686300" y="34290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</a:t>
                </a:r>
              </a:p>
            </p:txBody>
          </p:sp>
        </p:grpSp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8CA521F4-EC55-8C40-BE52-D9669FC5CF74}"/>
                </a:ext>
              </a:extLst>
            </p:cNvPr>
            <p:cNvGrpSpPr/>
            <p:nvPr/>
          </p:nvGrpSpPr>
          <p:grpSpPr>
            <a:xfrm>
              <a:off x="5829300" y="4457700"/>
              <a:ext cx="2565400" cy="522848"/>
              <a:chOff x="6667500" y="3098800"/>
              <a:chExt cx="2565400" cy="522848"/>
            </a:xfrm>
          </p:grpSpPr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77BC8A21-6CB2-204F-A591-9C029E2F841E}"/>
                  </a:ext>
                </a:extLst>
              </p:cNvPr>
              <p:cNvSpPr txBox="1"/>
              <p:nvPr/>
            </p:nvSpPr>
            <p:spPr>
              <a:xfrm>
                <a:off x="6667500" y="3098800"/>
                <a:ext cx="1473200" cy="319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HTTP GET</a:t>
                </a:r>
              </a:p>
            </p:txBody>
          </p:sp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3AD5EFFE-CDD2-424B-B7F3-2CE29BF214C0}"/>
                  </a:ext>
                </a:extLst>
              </p:cNvPr>
              <p:cNvSpPr txBox="1"/>
              <p:nvPr/>
            </p:nvSpPr>
            <p:spPr>
              <a:xfrm>
                <a:off x="6718300" y="3327400"/>
                <a:ext cx="2514600" cy="2942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Referrer: NY Times Sports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98A3665-4E7C-D848-BE58-FE2952708C34}"/>
              </a:ext>
            </a:extLst>
          </p:cNvPr>
          <p:cNvGrpSpPr/>
          <p:nvPr/>
        </p:nvGrpSpPr>
        <p:grpSpPr>
          <a:xfrm>
            <a:off x="6032500" y="5308600"/>
            <a:ext cx="2641600" cy="840348"/>
            <a:chOff x="6032500" y="5308600"/>
            <a:chExt cx="2641600" cy="840348"/>
          </a:xfrm>
        </p:grpSpPr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C8901295-62DF-6B47-BB6C-F82BA23E955E}"/>
                </a:ext>
              </a:extLst>
            </p:cNvPr>
            <p:cNvGrpSpPr/>
            <p:nvPr/>
          </p:nvGrpSpPr>
          <p:grpSpPr>
            <a:xfrm>
              <a:off x="6273800" y="5308600"/>
              <a:ext cx="1841500" cy="369332"/>
              <a:chOff x="3721100" y="3429000"/>
              <a:chExt cx="1841500" cy="369332"/>
            </a:xfrm>
          </p:grpSpPr>
          <p:cxnSp>
            <p:nvCxnSpPr>
              <p:cNvPr id="161" name="Straight Arrow Connector 160">
                <a:extLst>
                  <a:ext uri="{FF2B5EF4-FFF2-40B4-BE49-F238E27FC236}">
                    <a16:creationId xmlns:a16="http://schemas.microsoft.com/office/drawing/2014/main" id="{C9B3296C-FBC4-B741-B89E-EB3174633A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21100" y="3594100"/>
                <a:ext cx="1841500" cy="0"/>
              </a:xfrm>
              <a:prstGeom prst="straightConnector1">
                <a:avLst/>
              </a:prstGeom>
              <a:ln w="25400">
                <a:solidFill>
                  <a:srgbClr val="0E01A0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D10E41D9-5E75-A74B-AAF9-EDC9051B91C4}"/>
                  </a:ext>
                </a:extLst>
              </p:cNvPr>
              <p:cNvSpPr/>
              <p:nvPr/>
            </p:nvSpPr>
            <p:spPr>
              <a:xfrm>
                <a:off x="4673600" y="3441700"/>
                <a:ext cx="342900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E01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9DFFDE29-91FB-A844-BDB5-7CB514C1EC71}"/>
                  </a:ext>
                </a:extLst>
              </p:cNvPr>
              <p:cNvSpPr txBox="1"/>
              <p:nvPr/>
            </p:nvSpPr>
            <p:spPr>
              <a:xfrm>
                <a:off x="4686300" y="34290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5</a:t>
                </a:r>
              </a:p>
            </p:txBody>
          </p:sp>
        </p:grpSp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22DEA1DD-5EEE-1C4E-A637-02C9F65CF6D5}"/>
                </a:ext>
              </a:extLst>
            </p:cNvPr>
            <p:cNvGrpSpPr/>
            <p:nvPr/>
          </p:nvGrpSpPr>
          <p:grpSpPr>
            <a:xfrm>
              <a:off x="6032500" y="5600700"/>
              <a:ext cx="2641600" cy="548248"/>
              <a:chOff x="6680200" y="3187700"/>
              <a:chExt cx="2641600" cy="548248"/>
            </a:xfrm>
          </p:grpSpPr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FE94D7BC-7D81-274A-9509-DEE4B740FB74}"/>
                  </a:ext>
                </a:extLst>
              </p:cNvPr>
              <p:cNvSpPr txBox="1"/>
              <p:nvPr/>
            </p:nvSpPr>
            <p:spPr>
              <a:xfrm>
                <a:off x="6680200" y="3187700"/>
                <a:ext cx="1473200" cy="319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HTTP reply</a:t>
                </a:r>
              </a:p>
            </p:txBody>
          </p:sp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1EAA195E-8C8C-1845-9D1B-8381449D13DE}"/>
                  </a:ext>
                </a:extLst>
              </p:cNvPr>
              <p:cNvSpPr txBox="1"/>
              <p:nvPr/>
            </p:nvSpPr>
            <p:spPr>
              <a:xfrm>
                <a:off x="6807200" y="3441700"/>
                <a:ext cx="2514600" cy="2942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Set cookie: 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7493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4308279-3BAC-D944-AE86-6E42E65336C0}"/>
              </a:ext>
            </a:extLst>
          </p:cNvPr>
          <p:cNvGrpSpPr/>
          <p:nvPr/>
        </p:nvGrpSpPr>
        <p:grpSpPr>
          <a:xfrm>
            <a:off x="3771900" y="2946400"/>
            <a:ext cx="1473200" cy="1308100"/>
            <a:chOff x="3771900" y="2946400"/>
            <a:chExt cx="1473200" cy="1308100"/>
          </a:xfrm>
        </p:grpSpPr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F60C25F5-95A8-704C-A0DD-192D2CCC96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51400" y="2946400"/>
              <a:ext cx="0" cy="1308100"/>
            </a:xfrm>
            <a:prstGeom prst="straightConnector1">
              <a:avLst/>
            </a:prstGeom>
            <a:ln w="25400">
              <a:solidFill>
                <a:srgbClr val="0E01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68CF91E3-8CC2-014A-9E16-B2CE362C31BA}"/>
                </a:ext>
              </a:extLst>
            </p:cNvPr>
            <p:cNvSpPr txBox="1"/>
            <p:nvPr/>
          </p:nvSpPr>
          <p:spPr>
            <a:xfrm>
              <a:off x="3771900" y="3276600"/>
              <a:ext cx="1473200" cy="5410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GET</a:t>
              </a:r>
            </a:p>
          </p:txBody>
        </p:sp>
      </p:grpSp>
      <p:sp>
        <p:nvSpPr>
          <p:cNvPr id="177" name="TextBox 176">
            <a:extLst>
              <a:ext uri="{FF2B5EF4-FFF2-40B4-BE49-F238E27FC236}">
                <a16:creationId xmlns:a16="http://schemas.microsoft.com/office/drawing/2014/main" id="{B147FEBB-BA88-3245-B4BC-E35B47ACD891}"/>
              </a:ext>
            </a:extLst>
          </p:cNvPr>
          <p:cNvSpPr txBox="1"/>
          <p:nvPr/>
        </p:nvSpPr>
        <p:spPr>
          <a:xfrm>
            <a:off x="4660900" y="6121400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AdX: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7493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4F53035E-3334-0D4F-B133-C4B1561EA164}"/>
              </a:ext>
            </a:extLst>
          </p:cNvPr>
          <p:cNvSpPr txBox="1"/>
          <p:nvPr/>
        </p:nvSpPr>
        <p:spPr>
          <a:xfrm>
            <a:off x="360491" y="261258"/>
            <a:ext cx="8853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E01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Cookies: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E01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tracking a user’s browsing behavior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0B59CE8A-0F27-A146-A4D1-2760DF031A50}"/>
              </a:ext>
            </a:extLst>
          </p:cNvPr>
          <p:cNvGrpSpPr/>
          <p:nvPr/>
        </p:nvGrpSpPr>
        <p:grpSpPr>
          <a:xfrm>
            <a:off x="5670332" y="2112579"/>
            <a:ext cx="5759667" cy="3920359"/>
            <a:chOff x="5670332" y="2112579"/>
            <a:chExt cx="5759667" cy="3920359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F9DB321-5A1F-8649-9D26-BF0186CA01CF}"/>
                </a:ext>
              </a:extLst>
            </p:cNvPr>
            <p:cNvSpPr txBox="1"/>
            <p:nvPr/>
          </p:nvSpPr>
          <p:spPr>
            <a:xfrm>
              <a:off x="8623738" y="2427890"/>
              <a:ext cx="2806261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“first party” cookie </a:t>
              </a: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– from website you chose to visit (provides base html file)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8F40397-9A27-6B43-8B1F-E2230399C658}"/>
                </a:ext>
              </a:extLst>
            </p:cNvPr>
            <p:cNvCxnSpPr/>
            <p:nvPr/>
          </p:nvCxnSpPr>
          <p:spPr>
            <a:xfrm flipH="1" flipV="1">
              <a:off x="7425559" y="2112579"/>
              <a:ext cx="1213944" cy="457200"/>
            </a:xfrm>
            <a:prstGeom prst="line">
              <a:avLst/>
            </a:prstGeom>
            <a:ln w="158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45E86D2A-2489-6B42-BA9F-B2D8B99656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70332" y="2585545"/>
              <a:ext cx="2969171" cy="3447393"/>
            </a:xfrm>
            <a:prstGeom prst="line">
              <a:avLst/>
            </a:prstGeom>
            <a:ln w="158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5C3FE298-29AC-B44F-87D3-1F8763BA5D0F}"/>
              </a:ext>
            </a:extLst>
          </p:cNvPr>
          <p:cNvGrpSpPr/>
          <p:nvPr/>
        </p:nvGrpSpPr>
        <p:grpSpPr>
          <a:xfrm>
            <a:off x="814558" y="5481147"/>
            <a:ext cx="3877874" cy="1015663"/>
            <a:chOff x="9112474" y="3373822"/>
            <a:chExt cx="3877874" cy="1015663"/>
          </a:xfrm>
        </p:grpSpPr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EE0A76CD-2A30-FB4B-86F4-85E1E4848582}"/>
                </a:ext>
              </a:extLst>
            </p:cNvPr>
            <p:cNvSpPr txBox="1"/>
            <p:nvPr/>
          </p:nvSpPr>
          <p:spPr>
            <a:xfrm>
              <a:off x="9112474" y="3373822"/>
              <a:ext cx="280626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“third party” cookie </a:t>
              </a: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– from website you did </a:t>
              </a:r>
              <a:r>
                <a:rPr kumimoji="0" lang="en-US" sz="2000" b="0" i="1" u="sng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not</a:t>
              </a: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choose to visit</a:t>
              </a:r>
            </a:p>
          </p:txBody>
        </p: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D41F550D-F42E-F949-B025-A8099E6905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04635" y="4198741"/>
              <a:ext cx="2185713" cy="10651"/>
            </a:xfrm>
            <a:prstGeom prst="line">
              <a:avLst/>
            </a:prstGeom>
            <a:ln w="158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819E823-0D13-3642-2CBA-18ECA05DD039}"/>
                  </a:ext>
                </a:extLst>
              </p14:cNvPr>
              <p14:cNvContentPartPr/>
              <p14:nvPr/>
            </p14:nvContentPartPr>
            <p14:xfrm>
              <a:off x="4982760" y="1264680"/>
              <a:ext cx="7063920" cy="5329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819E823-0D13-3642-2CBA-18ECA05DD03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973400" y="1255320"/>
                <a:ext cx="7082640" cy="5347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91119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4" grpId="0"/>
      <p:bldP spid="122" grpId="0"/>
      <p:bldP spid="17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roup 140">
            <a:extLst>
              <a:ext uri="{FF2B5EF4-FFF2-40B4-BE49-F238E27FC236}">
                <a16:creationId xmlns:a16="http://schemas.microsoft.com/office/drawing/2014/main" id="{D712CB78-C706-8D45-92DD-C33079FB1C49}"/>
              </a:ext>
            </a:extLst>
          </p:cNvPr>
          <p:cNvGrpSpPr/>
          <p:nvPr/>
        </p:nvGrpSpPr>
        <p:grpSpPr>
          <a:xfrm>
            <a:off x="6946900" y="1524000"/>
            <a:ext cx="711200" cy="1016000"/>
            <a:chOff x="1282700" y="2006600"/>
            <a:chExt cx="2603500" cy="3263900"/>
          </a:xfrm>
        </p:grpSpPr>
        <p:sp>
          <p:nvSpPr>
            <p:cNvPr id="145" name="Rounded Rectangle 144">
              <a:extLst>
                <a:ext uri="{FF2B5EF4-FFF2-40B4-BE49-F238E27FC236}">
                  <a16:creationId xmlns:a16="http://schemas.microsoft.com/office/drawing/2014/main" id="{540E5D60-2630-5C4F-93AA-181EF66F4A05}"/>
                </a:ext>
              </a:extLst>
            </p:cNvPr>
            <p:cNvSpPr/>
            <p:nvPr/>
          </p:nvSpPr>
          <p:spPr>
            <a:xfrm>
              <a:off x="1282700" y="2755900"/>
              <a:ext cx="2603500" cy="25146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6" name="Rounded Rectangle 145">
              <a:extLst>
                <a:ext uri="{FF2B5EF4-FFF2-40B4-BE49-F238E27FC236}">
                  <a16:creationId xmlns:a16="http://schemas.microsoft.com/office/drawing/2014/main" id="{1B6C9F51-012D-6C41-86DD-D8573774FC76}"/>
                </a:ext>
              </a:extLst>
            </p:cNvPr>
            <p:cNvSpPr/>
            <p:nvPr/>
          </p:nvSpPr>
          <p:spPr>
            <a:xfrm>
              <a:off x="1727200" y="2552700"/>
              <a:ext cx="1765300" cy="1778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" name="Rounded Rectangle 146">
              <a:extLst>
                <a:ext uri="{FF2B5EF4-FFF2-40B4-BE49-F238E27FC236}">
                  <a16:creationId xmlns:a16="http://schemas.microsoft.com/office/drawing/2014/main" id="{B551C884-0D90-F941-AF6F-06DF5399CBEF}"/>
                </a:ext>
              </a:extLst>
            </p:cNvPr>
            <p:cNvSpPr/>
            <p:nvPr/>
          </p:nvSpPr>
          <p:spPr>
            <a:xfrm>
              <a:off x="1524000" y="2006600"/>
              <a:ext cx="2209800" cy="52070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2FDD130-6C4C-694D-BE73-6370065D7337}"/>
              </a:ext>
            </a:extLst>
          </p:cNvPr>
          <p:cNvGrpSpPr/>
          <p:nvPr/>
        </p:nvGrpSpPr>
        <p:grpSpPr>
          <a:xfrm>
            <a:off x="4622800" y="5626100"/>
            <a:ext cx="711200" cy="1016000"/>
            <a:chOff x="1282700" y="2006600"/>
            <a:chExt cx="2603500" cy="3263900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7EB869C5-DCEC-4743-B371-441AE269CD39}"/>
                </a:ext>
              </a:extLst>
            </p:cNvPr>
            <p:cNvSpPr/>
            <p:nvPr/>
          </p:nvSpPr>
          <p:spPr>
            <a:xfrm>
              <a:off x="1282700" y="2755900"/>
              <a:ext cx="2603500" cy="25146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" name="Rounded Rectangle 134">
              <a:extLst>
                <a:ext uri="{FF2B5EF4-FFF2-40B4-BE49-F238E27FC236}">
                  <a16:creationId xmlns:a16="http://schemas.microsoft.com/office/drawing/2014/main" id="{78526DC0-9AD9-8E49-B598-BE6ECB1A3ADD}"/>
                </a:ext>
              </a:extLst>
            </p:cNvPr>
            <p:cNvSpPr/>
            <p:nvPr/>
          </p:nvSpPr>
          <p:spPr>
            <a:xfrm>
              <a:off x="1727200" y="2552700"/>
              <a:ext cx="1765300" cy="1778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" name="Rounded Rectangle 138">
              <a:extLst>
                <a:ext uri="{FF2B5EF4-FFF2-40B4-BE49-F238E27FC236}">
                  <a16:creationId xmlns:a16="http://schemas.microsoft.com/office/drawing/2014/main" id="{CC925A7C-C818-5C45-B6D1-0A032D437672}"/>
                </a:ext>
              </a:extLst>
            </p:cNvPr>
            <p:cNvSpPr/>
            <p:nvPr/>
          </p:nvSpPr>
          <p:spPr>
            <a:xfrm>
              <a:off x="1524000" y="2006600"/>
              <a:ext cx="2209800" cy="52070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B051B04-ACBF-DB44-80A7-0D40AAB4EC53}"/>
              </a:ext>
            </a:extLst>
          </p:cNvPr>
          <p:cNvSpPr txBox="1"/>
          <p:nvPr/>
        </p:nvSpPr>
        <p:spPr>
          <a:xfrm>
            <a:off x="360491" y="261258"/>
            <a:ext cx="8853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E01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Cookies: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E01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tracking a user’s browsing behavior</a:t>
            </a:r>
          </a:p>
        </p:txBody>
      </p:sp>
      <p:grpSp>
        <p:nvGrpSpPr>
          <p:cNvPr id="13" name="Group 57">
            <a:extLst>
              <a:ext uri="{FF2B5EF4-FFF2-40B4-BE49-F238E27FC236}">
                <a16:creationId xmlns:a16="http://schemas.microsoft.com/office/drawing/2014/main" id="{C28FCCAF-E5F2-4945-8BC3-5A0D78DCA4B7}"/>
              </a:ext>
            </a:extLst>
          </p:cNvPr>
          <p:cNvGrpSpPr>
            <a:grpSpLocks/>
          </p:cNvGrpSpPr>
          <p:nvPr/>
        </p:nvGrpSpPr>
        <p:grpSpPr bwMode="auto">
          <a:xfrm>
            <a:off x="4421414" y="1364343"/>
            <a:ext cx="519313" cy="1096646"/>
            <a:chOff x="4140" y="429"/>
            <a:chExt cx="1425" cy="2396"/>
          </a:xfrm>
        </p:grpSpPr>
        <p:sp>
          <p:nvSpPr>
            <p:cNvPr id="14" name="Freeform 58">
              <a:extLst>
                <a:ext uri="{FF2B5EF4-FFF2-40B4-BE49-F238E27FC236}">
                  <a16:creationId xmlns:a16="http://schemas.microsoft.com/office/drawing/2014/main" id="{3E0ABDD2-372E-3E4A-B89E-371FFA05F26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5" name="Rectangle 59">
              <a:extLst>
                <a:ext uri="{FF2B5EF4-FFF2-40B4-BE49-F238E27FC236}">
                  <a16:creationId xmlns:a16="http://schemas.microsoft.com/office/drawing/2014/main" id="{E0E6AB63-2D8D-FD4A-8D08-0DCE294538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6" name="Freeform 60">
              <a:extLst>
                <a:ext uri="{FF2B5EF4-FFF2-40B4-BE49-F238E27FC236}">
                  <a16:creationId xmlns:a16="http://schemas.microsoft.com/office/drawing/2014/main" id="{F2DF5CCD-3A3D-8946-BB0F-B72F144D130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7" name="Freeform 61">
              <a:extLst>
                <a:ext uri="{FF2B5EF4-FFF2-40B4-BE49-F238E27FC236}">
                  <a16:creationId xmlns:a16="http://schemas.microsoft.com/office/drawing/2014/main" id="{F4AF3F5F-1964-934E-A22C-CAAAC82B89F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8" name="Rectangle 62">
              <a:extLst>
                <a:ext uri="{FF2B5EF4-FFF2-40B4-BE49-F238E27FC236}">
                  <a16:creationId xmlns:a16="http://schemas.microsoft.com/office/drawing/2014/main" id="{60DC56E6-B22B-2D4A-A532-797BE2BECE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691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19" name="Group 63">
              <a:extLst>
                <a:ext uri="{FF2B5EF4-FFF2-40B4-BE49-F238E27FC236}">
                  <a16:creationId xmlns:a16="http://schemas.microsoft.com/office/drawing/2014/main" id="{3F3ABA47-6EE0-1142-9310-EFA5245E70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5" name="AutoShape 64">
                <a:extLst>
                  <a:ext uri="{FF2B5EF4-FFF2-40B4-BE49-F238E27FC236}">
                    <a16:creationId xmlns:a16="http://schemas.microsoft.com/office/drawing/2014/main" id="{3EFA4FBC-2313-4A44-9498-E5B0E1F1CB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6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6" name="AutoShape 65">
                <a:extLst>
                  <a:ext uri="{FF2B5EF4-FFF2-40B4-BE49-F238E27FC236}">
                    <a16:creationId xmlns:a16="http://schemas.microsoft.com/office/drawing/2014/main" id="{53A490A2-F773-064D-9E4E-79006A985B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0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1" name="Rectangle 66">
              <a:extLst>
                <a:ext uri="{FF2B5EF4-FFF2-40B4-BE49-F238E27FC236}">
                  <a16:creationId xmlns:a16="http://schemas.microsoft.com/office/drawing/2014/main" id="{9B1FF5E8-D30B-2443-8F1C-49E8171DB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8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22" name="Group 67">
              <a:extLst>
                <a:ext uri="{FF2B5EF4-FFF2-40B4-BE49-F238E27FC236}">
                  <a16:creationId xmlns:a16="http://schemas.microsoft.com/office/drawing/2014/main" id="{647CD9E2-B875-D040-B501-259F20276F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3" name="AutoShape 68">
                <a:extLst>
                  <a:ext uri="{FF2B5EF4-FFF2-40B4-BE49-F238E27FC236}">
                    <a16:creationId xmlns:a16="http://schemas.microsoft.com/office/drawing/2014/main" id="{8B40E7A0-7F87-CB42-91AF-8495B15D1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7"/>
                <a:ext cx="726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4" name="AutoShape 69">
                <a:extLst>
                  <a:ext uri="{FF2B5EF4-FFF2-40B4-BE49-F238E27FC236}">
                    <a16:creationId xmlns:a16="http://schemas.microsoft.com/office/drawing/2014/main" id="{E1BA0D48-E378-0841-B21E-B216A3DEBC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3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3" name="Rectangle 70">
              <a:extLst>
                <a:ext uri="{FF2B5EF4-FFF2-40B4-BE49-F238E27FC236}">
                  <a16:creationId xmlns:a16="http://schemas.microsoft.com/office/drawing/2014/main" id="{A8FEB5CD-1C02-994C-9CD3-7210669BAB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9" y="1360"/>
              <a:ext cx="592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24" name="Rectangle 71">
              <a:extLst>
                <a:ext uri="{FF2B5EF4-FFF2-40B4-BE49-F238E27FC236}">
                  <a16:creationId xmlns:a16="http://schemas.microsoft.com/office/drawing/2014/main" id="{3F0453AB-5611-FD40-B862-F64CDAA10D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25" name="Group 72">
              <a:extLst>
                <a:ext uri="{FF2B5EF4-FFF2-40B4-BE49-F238E27FC236}">
                  <a16:creationId xmlns:a16="http://schemas.microsoft.com/office/drawing/2014/main" id="{4E495B47-7D7F-AE48-BF68-5F048DC528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1" name="AutoShape 73">
                <a:extLst>
                  <a:ext uri="{FF2B5EF4-FFF2-40B4-BE49-F238E27FC236}">
                    <a16:creationId xmlns:a16="http://schemas.microsoft.com/office/drawing/2014/main" id="{52081D9E-64FD-9241-9EEA-BFC2848F38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8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2" name="AutoShape 74">
                <a:extLst>
                  <a:ext uri="{FF2B5EF4-FFF2-40B4-BE49-F238E27FC236}">
                    <a16:creationId xmlns:a16="http://schemas.microsoft.com/office/drawing/2014/main" id="{89B07DC2-8E24-B048-B84D-C525C9AA2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2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6" name="Freeform 75">
              <a:extLst>
                <a:ext uri="{FF2B5EF4-FFF2-40B4-BE49-F238E27FC236}">
                  <a16:creationId xmlns:a16="http://schemas.microsoft.com/office/drawing/2014/main" id="{00275AA5-20F4-4B40-8A7B-56C022B44C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grpSp>
          <p:nvGrpSpPr>
            <p:cNvPr id="27" name="Group 76">
              <a:extLst>
                <a:ext uri="{FF2B5EF4-FFF2-40B4-BE49-F238E27FC236}">
                  <a16:creationId xmlns:a16="http://schemas.microsoft.com/office/drawing/2014/main" id="{E089CEBF-EE46-794F-82AC-9A64510349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9" name="AutoShape 77">
                <a:extLst>
                  <a:ext uri="{FF2B5EF4-FFF2-40B4-BE49-F238E27FC236}">
                    <a16:creationId xmlns:a16="http://schemas.microsoft.com/office/drawing/2014/main" id="{4DB9DFE4-1869-F54F-9D86-B1C3308910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4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0" name="AutoShape 78">
                <a:extLst>
                  <a:ext uri="{FF2B5EF4-FFF2-40B4-BE49-F238E27FC236}">
                    <a16:creationId xmlns:a16="http://schemas.microsoft.com/office/drawing/2014/main" id="{1D4272DE-9783-504C-B24E-985066EBD4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2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8" name="Rectangle 79">
              <a:extLst>
                <a:ext uri="{FF2B5EF4-FFF2-40B4-BE49-F238E27FC236}">
                  <a16:creationId xmlns:a16="http://schemas.microsoft.com/office/drawing/2014/main" id="{5FE88211-5391-9B42-9155-73A19A273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29" name="Freeform 80">
              <a:extLst>
                <a:ext uri="{FF2B5EF4-FFF2-40B4-BE49-F238E27FC236}">
                  <a16:creationId xmlns:a16="http://schemas.microsoft.com/office/drawing/2014/main" id="{05E256D3-88AF-EE40-9D8D-E6162627B7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0" name="Freeform 81">
              <a:extLst>
                <a:ext uri="{FF2B5EF4-FFF2-40B4-BE49-F238E27FC236}">
                  <a16:creationId xmlns:a16="http://schemas.microsoft.com/office/drawing/2014/main" id="{2B1E13A7-1340-1449-8740-70AFA3DE6C8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1" name="Oval 82">
              <a:extLst>
                <a:ext uri="{FF2B5EF4-FFF2-40B4-BE49-F238E27FC236}">
                  <a16:creationId xmlns:a16="http://schemas.microsoft.com/office/drawing/2014/main" id="{DAC0CC86-045F-6F4E-9391-E07245D698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2" name="Freeform 83">
              <a:extLst>
                <a:ext uri="{FF2B5EF4-FFF2-40B4-BE49-F238E27FC236}">
                  <a16:creationId xmlns:a16="http://schemas.microsoft.com/office/drawing/2014/main" id="{A27EE01C-A7F3-EB4C-B539-16929E3E83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3" name="AutoShape 84">
              <a:extLst>
                <a:ext uri="{FF2B5EF4-FFF2-40B4-BE49-F238E27FC236}">
                  <a16:creationId xmlns:a16="http://schemas.microsoft.com/office/drawing/2014/main" id="{881A1C8F-54F2-8948-B760-2762B01F47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200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4" name="AutoShape 85">
              <a:extLst>
                <a:ext uri="{FF2B5EF4-FFF2-40B4-BE49-F238E27FC236}">
                  <a16:creationId xmlns:a16="http://schemas.microsoft.com/office/drawing/2014/main" id="{5AE8BE14-C3E6-D84F-A9AC-E4E0F707C9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09"/>
              <a:ext cx="1069" cy="8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5" name="Oval 86">
              <a:extLst>
                <a:ext uri="{FF2B5EF4-FFF2-40B4-BE49-F238E27FC236}">
                  <a16:creationId xmlns:a16="http://schemas.microsoft.com/office/drawing/2014/main" id="{FD11E9D2-4386-FF49-8E96-2E035F92F9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6" name="Oval 87">
              <a:extLst>
                <a:ext uri="{FF2B5EF4-FFF2-40B4-BE49-F238E27FC236}">
                  <a16:creationId xmlns:a16="http://schemas.microsoft.com/office/drawing/2014/main" id="{A698DF12-44DE-B34A-9F3A-FC02DEBBF9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7" name="Oval 88">
              <a:extLst>
                <a:ext uri="{FF2B5EF4-FFF2-40B4-BE49-F238E27FC236}">
                  <a16:creationId xmlns:a16="http://schemas.microsoft.com/office/drawing/2014/main" id="{C070DEEB-91AB-C142-9143-5974D8EB70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8" name="Rectangle 89">
              <a:extLst>
                <a:ext uri="{FF2B5EF4-FFF2-40B4-BE49-F238E27FC236}">
                  <a16:creationId xmlns:a16="http://schemas.microsoft.com/office/drawing/2014/main" id="{73990BF0-CEC8-384B-BF26-4A0885AAFA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AC613071-8BFC-5349-80C0-902020637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7471" y="1230461"/>
            <a:ext cx="1797957" cy="1299560"/>
          </a:xfrm>
          <a:prstGeom prst="rect">
            <a:avLst/>
          </a:prstGeom>
        </p:spPr>
      </p:pic>
      <p:grpSp>
        <p:nvGrpSpPr>
          <p:cNvPr id="83" name="Group 57">
            <a:extLst>
              <a:ext uri="{FF2B5EF4-FFF2-40B4-BE49-F238E27FC236}">
                <a16:creationId xmlns:a16="http://schemas.microsoft.com/office/drawing/2014/main" id="{C5D7863B-AD69-FC47-BA2D-38FCE4992417}"/>
              </a:ext>
            </a:extLst>
          </p:cNvPr>
          <p:cNvGrpSpPr>
            <a:grpSpLocks/>
          </p:cNvGrpSpPr>
          <p:nvPr/>
        </p:nvGrpSpPr>
        <p:grpSpPr bwMode="auto">
          <a:xfrm>
            <a:off x="8178799" y="4820558"/>
            <a:ext cx="519313" cy="1096646"/>
            <a:chOff x="4140" y="429"/>
            <a:chExt cx="1425" cy="2396"/>
          </a:xfrm>
        </p:grpSpPr>
        <p:sp>
          <p:nvSpPr>
            <p:cNvPr id="84" name="Freeform 58">
              <a:extLst>
                <a:ext uri="{FF2B5EF4-FFF2-40B4-BE49-F238E27FC236}">
                  <a16:creationId xmlns:a16="http://schemas.microsoft.com/office/drawing/2014/main" id="{49D083FD-79A2-E74D-A776-974520EEA5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85" name="Rectangle 59">
              <a:extLst>
                <a:ext uri="{FF2B5EF4-FFF2-40B4-BE49-F238E27FC236}">
                  <a16:creationId xmlns:a16="http://schemas.microsoft.com/office/drawing/2014/main" id="{C160A5F6-4243-0B4D-A694-687DE9C0BA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86" name="Freeform 60">
              <a:extLst>
                <a:ext uri="{FF2B5EF4-FFF2-40B4-BE49-F238E27FC236}">
                  <a16:creationId xmlns:a16="http://schemas.microsoft.com/office/drawing/2014/main" id="{DCE1287F-730A-864C-AD9E-9FB46028714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87" name="Freeform 61">
              <a:extLst>
                <a:ext uri="{FF2B5EF4-FFF2-40B4-BE49-F238E27FC236}">
                  <a16:creationId xmlns:a16="http://schemas.microsoft.com/office/drawing/2014/main" id="{1A9CE9AE-3F0C-CB4A-AFB4-667C998F6D0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88" name="Rectangle 62">
              <a:extLst>
                <a:ext uri="{FF2B5EF4-FFF2-40B4-BE49-F238E27FC236}">
                  <a16:creationId xmlns:a16="http://schemas.microsoft.com/office/drawing/2014/main" id="{01EB0058-0984-934E-8EBD-78F44D93B7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691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89" name="Group 63">
              <a:extLst>
                <a:ext uri="{FF2B5EF4-FFF2-40B4-BE49-F238E27FC236}">
                  <a16:creationId xmlns:a16="http://schemas.microsoft.com/office/drawing/2014/main" id="{6DEFB971-8A0D-D54B-BB2F-A5A52EC70D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14" name="AutoShape 64">
                <a:extLst>
                  <a:ext uri="{FF2B5EF4-FFF2-40B4-BE49-F238E27FC236}">
                    <a16:creationId xmlns:a16="http://schemas.microsoft.com/office/drawing/2014/main" id="{CB3AB1FF-68E6-B747-BBE7-AB75206133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6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15" name="AutoShape 65">
                <a:extLst>
                  <a:ext uri="{FF2B5EF4-FFF2-40B4-BE49-F238E27FC236}">
                    <a16:creationId xmlns:a16="http://schemas.microsoft.com/office/drawing/2014/main" id="{E93F508C-CA28-204B-8B27-C54D968A70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0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0" name="Rectangle 66">
              <a:extLst>
                <a:ext uri="{FF2B5EF4-FFF2-40B4-BE49-F238E27FC236}">
                  <a16:creationId xmlns:a16="http://schemas.microsoft.com/office/drawing/2014/main" id="{5B1AC563-B14E-A64A-B619-7D4BA23817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8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91" name="Group 67">
              <a:extLst>
                <a:ext uri="{FF2B5EF4-FFF2-40B4-BE49-F238E27FC236}">
                  <a16:creationId xmlns:a16="http://schemas.microsoft.com/office/drawing/2014/main" id="{48FCBC14-90E7-EB46-8ABD-7C73B72514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12" name="AutoShape 68">
                <a:extLst>
                  <a:ext uri="{FF2B5EF4-FFF2-40B4-BE49-F238E27FC236}">
                    <a16:creationId xmlns:a16="http://schemas.microsoft.com/office/drawing/2014/main" id="{A898FDCB-872C-6440-BCF5-39CC5BB4E2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7"/>
                <a:ext cx="726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13" name="AutoShape 69">
                <a:extLst>
                  <a:ext uri="{FF2B5EF4-FFF2-40B4-BE49-F238E27FC236}">
                    <a16:creationId xmlns:a16="http://schemas.microsoft.com/office/drawing/2014/main" id="{146DD0F8-ADA8-4F48-B1C0-6C48443ABC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3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2" name="Rectangle 70">
              <a:extLst>
                <a:ext uri="{FF2B5EF4-FFF2-40B4-BE49-F238E27FC236}">
                  <a16:creationId xmlns:a16="http://schemas.microsoft.com/office/drawing/2014/main" id="{AECADF08-F932-F64F-83DE-4FB9C12540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9" y="1360"/>
              <a:ext cx="592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93" name="Rectangle 71">
              <a:extLst>
                <a:ext uri="{FF2B5EF4-FFF2-40B4-BE49-F238E27FC236}">
                  <a16:creationId xmlns:a16="http://schemas.microsoft.com/office/drawing/2014/main" id="{AAB7C3D1-8C2B-BE49-A8B9-C1F76FC88D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94" name="Group 72">
              <a:extLst>
                <a:ext uri="{FF2B5EF4-FFF2-40B4-BE49-F238E27FC236}">
                  <a16:creationId xmlns:a16="http://schemas.microsoft.com/office/drawing/2014/main" id="{3DEC4CAB-1840-6D4B-83A5-245A38500C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10" name="AutoShape 73">
                <a:extLst>
                  <a:ext uri="{FF2B5EF4-FFF2-40B4-BE49-F238E27FC236}">
                    <a16:creationId xmlns:a16="http://schemas.microsoft.com/office/drawing/2014/main" id="{A0F018FE-D678-C348-92C8-C541D45EC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8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11" name="AutoShape 74">
                <a:extLst>
                  <a:ext uri="{FF2B5EF4-FFF2-40B4-BE49-F238E27FC236}">
                    <a16:creationId xmlns:a16="http://schemas.microsoft.com/office/drawing/2014/main" id="{438A18AE-96B9-634D-B0C6-94D6136C1B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2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5" name="Freeform 75">
              <a:extLst>
                <a:ext uri="{FF2B5EF4-FFF2-40B4-BE49-F238E27FC236}">
                  <a16:creationId xmlns:a16="http://schemas.microsoft.com/office/drawing/2014/main" id="{D0CF0AA3-AC56-5B4A-AAB7-C4F4A10396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grpSp>
          <p:nvGrpSpPr>
            <p:cNvPr id="96" name="Group 76">
              <a:extLst>
                <a:ext uri="{FF2B5EF4-FFF2-40B4-BE49-F238E27FC236}">
                  <a16:creationId xmlns:a16="http://schemas.microsoft.com/office/drawing/2014/main" id="{2F69551B-EBA3-BF40-8C0D-28FC3540F9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08" name="AutoShape 77">
                <a:extLst>
                  <a:ext uri="{FF2B5EF4-FFF2-40B4-BE49-F238E27FC236}">
                    <a16:creationId xmlns:a16="http://schemas.microsoft.com/office/drawing/2014/main" id="{F24A03FE-CC74-2E4C-A1C8-914AEE73C2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4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09" name="AutoShape 78">
                <a:extLst>
                  <a:ext uri="{FF2B5EF4-FFF2-40B4-BE49-F238E27FC236}">
                    <a16:creationId xmlns:a16="http://schemas.microsoft.com/office/drawing/2014/main" id="{1A088830-47CE-554E-891D-383BDC7C10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2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7" name="Rectangle 79">
              <a:extLst>
                <a:ext uri="{FF2B5EF4-FFF2-40B4-BE49-F238E27FC236}">
                  <a16:creationId xmlns:a16="http://schemas.microsoft.com/office/drawing/2014/main" id="{4B8B1DBC-053B-454B-AA6A-93DD7A17D9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98" name="Freeform 80">
              <a:extLst>
                <a:ext uri="{FF2B5EF4-FFF2-40B4-BE49-F238E27FC236}">
                  <a16:creationId xmlns:a16="http://schemas.microsoft.com/office/drawing/2014/main" id="{0C9C506E-2927-3944-A4CD-50E996AE2C6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99" name="Freeform 81">
              <a:extLst>
                <a:ext uri="{FF2B5EF4-FFF2-40B4-BE49-F238E27FC236}">
                  <a16:creationId xmlns:a16="http://schemas.microsoft.com/office/drawing/2014/main" id="{EB949747-1183-E946-A591-654096BEA6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00" name="Oval 82">
              <a:extLst>
                <a:ext uri="{FF2B5EF4-FFF2-40B4-BE49-F238E27FC236}">
                  <a16:creationId xmlns:a16="http://schemas.microsoft.com/office/drawing/2014/main" id="{568FECAB-8B6E-D148-BC17-44303ACE0E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1" name="Freeform 83">
              <a:extLst>
                <a:ext uri="{FF2B5EF4-FFF2-40B4-BE49-F238E27FC236}">
                  <a16:creationId xmlns:a16="http://schemas.microsoft.com/office/drawing/2014/main" id="{638205AE-B922-264E-A776-6C571A51D0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02" name="AutoShape 84">
              <a:extLst>
                <a:ext uri="{FF2B5EF4-FFF2-40B4-BE49-F238E27FC236}">
                  <a16:creationId xmlns:a16="http://schemas.microsoft.com/office/drawing/2014/main" id="{68D17880-2BFD-AB45-8EE6-655F1EE28C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200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3" name="AutoShape 85">
              <a:extLst>
                <a:ext uri="{FF2B5EF4-FFF2-40B4-BE49-F238E27FC236}">
                  <a16:creationId xmlns:a16="http://schemas.microsoft.com/office/drawing/2014/main" id="{38FF6123-2AE5-0E4D-9C49-2AB92E459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09"/>
              <a:ext cx="1069" cy="8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4" name="Oval 86">
              <a:extLst>
                <a:ext uri="{FF2B5EF4-FFF2-40B4-BE49-F238E27FC236}">
                  <a16:creationId xmlns:a16="http://schemas.microsoft.com/office/drawing/2014/main" id="{2620EC11-7D22-C94E-A6F0-0BB8CA9093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5" name="Oval 87">
              <a:extLst>
                <a:ext uri="{FF2B5EF4-FFF2-40B4-BE49-F238E27FC236}">
                  <a16:creationId xmlns:a16="http://schemas.microsoft.com/office/drawing/2014/main" id="{DB036E28-4F88-C54A-8239-CB50D98849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6" name="Oval 88">
              <a:extLst>
                <a:ext uri="{FF2B5EF4-FFF2-40B4-BE49-F238E27FC236}">
                  <a16:creationId xmlns:a16="http://schemas.microsoft.com/office/drawing/2014/main" id="{B01647CB-6EC4-044F-915F-A65E26069E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7" name="Rectangle 89">
              <a:extLst>
                <a:ext uri="{FF2B5EF4-FFF2-40B4-BE49-F238E27FC236}">
                  <a16:creationId xmlns:a16="http://schemas.microsoft.com/office/drawing/2014/main" id="{45BA2A5E-EE30-C54D-8CAD-2B96D86B04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80AEB31E-EE76-584C-AA46-3C2461C3C346}"/>
              </a:ext>
            </a:extLst>
          </p:cNvPr>
          <p:cNvGrpSpPr/>
          <p:nvPr/>
        </p:nvGrpSpPr>
        <p:grpSpPr>
          <a:xfrm>
            <a:off x="3586046" y="4406221"/>
            <a:ext cx="1432267" cy="1301523"/>
            <a:chOff x="2718817" y="3255963"/>
            <a:chExt cx="1432267" cy="1301523"/>
          </a:xfrm>
        </p:grpSpPr>
        <p:grpSp>
          <p:nvGrpSpPr>
            <p:cNvPr id="47" name="Group 90">
              <a:extLst>
                <a:ext uri="{FF2B5EF4-FFF2-40B4-BE49-F238E27FC236}">
                  <a16:creationId xmlns:a16="http://schemas.microsoft.com/office/drawing/2014/main" id="{0E15E389-35EC-4248-8D1B-518B9EAA59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18817" y="3255963"/>
              <a:ext cx="1432267" cy="1301523"/>
              <a:chOff x="-44" y="1473"/>
              <a:chExt cx="981" cy="1105"/>
            </a:xfrm>
          </p:grpSpPr>
          <p:pic>
            <p:nvPicPr>
              <p:cNvPr id="48" name="Picture 91" descr="desktop_computer_stylized_medium">
                <a:extLst>
                  <a:ext uri="{FF2B5EF4-FFF2-40B4-BE49-F238E27FC236}">
                    <a16:creationId xmlns:a16="http://schemas.microsoft.com/office/drawing/2014/main" id="{8461BC4D-1645-F749-AC4B-1926BA94D08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9" name="Freeform 92">
                <a:extLst>
                  <a:ext uri="{FF2B5EF4-FFF2-40B4-BE49-F238E27FC236}">
                    <a16:creationId xmlns:a16="http://schemas.microsoft.com/office/drawing/2014/main" id="{ECE33066-562B-D24D-90DD-9F2C4CD1BA2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497 w 356"/>
                  <a:gd name="T3" fmla="*/ 469 h 368"/>
                  <a:gd name="T4" fmla="*/ 8894 w 356"/>
                  <a:gd name="T5" fmla="*/ 9780 h 368"/>
                  <a:gd name="T6" fmla="*/ 1960 w 356"/>
                  <a:gd name="T7" fmla="*/ 1223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</p:grpSp>
        <p:pic>
          <p:nvPicPr>
            <p:cNvPr id="116" name="Picture 115" descr="Icon&#10;&#10;Description automatically generated">
              <a:extLst>
                <a:ext uri="{FF2B5EF4-FFF2-40B4-BE49-F238E27FC236}">
                  <a16:creationId xmlns:a16="http://schemas.microsoft.com/office/drawing/2014/main" id="{34042089-BE33-B14C-9A59-7A6138E8618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51200" y="3436256"/>
              <a:ext cx="870857" cy="489857"/>
            </a:xfrm>
            <a:prstGeom prst="rect">
              <a:avLst/>
            </a:prstGeom>
          </p:spPr>
        </p:pic>
      </p:grpSp>
      <p:sp>
        <p:nvSpPr>
          <p:cNvPr id="118" name="TextBox 117">
            <a:extLst>
              <a:ext uri="{FF2B5EF4-FFF2-40B4-BE49-F238E27FC236}">
                <a16:creationId xmlns:a16="http://schemas.microsoft.com/office/drawing/2014/main" id="{9A847BB3-697B-8943-A0D3-E3C65DBA6F1C}"/>
              </a:ext>
            </a:extLst>
          </p:cNvPr>
          <p:cNvSpPr txBox="1"/>
          <p:nvPr/>
        </p:nvSpPr>
        <p:spPr>
          <a:xfrm>
            <a:off x="4352471" y="2398486"/>
            <a:ext cx="1798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nytimes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.com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58BE66CB-B4F9-CC49-A94F-C87C0E785DA3}"/>
              </a:ext>
            </a:extLst>
          </p:cNvPr>
          <p:cNvSpPr txBox="1"/>
          <p:nvPr/>
        </p:nvSpPr>
        <p:spPr>
          <a:xfrm>
            <a:off x="8095344" y="5878285"/>
            <a:ext cx="12279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AdX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.com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20A0CD-DF92-1645-9CBB-C5971315F8AB}"/>
              </a:ext>
            </a:extLst>
          </p:cNvPr>
          <p:cNvSpPr txBox="1"/>
          <p:nvPr/>
        </p:nvSpPr>
        <p:spPr>
          <a:xfrm>
            <a:off x="6997700" y="1778000"/>
            <a:ext cx="2047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1634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sports, 2/15/22</a:t>
            </a:r>
          </a:p>
        </p:txBody>
      </p: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BEDD1666-0DF1-1644-8B3C-E55E2557B728}"/>
              </a:ext>
            </a:extLst>
          </p:cNvPr>
          <p:cNvGrpSpPr/>
          <p:nvPr/>
        </p:nvGrpSpPr>
        <p:grpSpPr>
          <a:xfrm>
            <a:off x="9182100" y="4902200"/>
            <a:ext cx="711200" cy="1016000"/>
            <a:chOff x="1282700" y="2006600"/>
            <a:chExt cx="2603500" cy="3263900"/>
          </a:xfrm>
        </p:grpSpPr>
        <p:sp>
          <p:nvSpPr>
            <p:cNvPr id="149" name="Rounded Rectangle 148">
              <a:extLst>
                <a:ext uri="{FF2B5EF4-FFF2-40B4-BE49-F238E27FC236}">
                  <a16:creationId xmlns:a16="http://schemas.microsoft.com/office/drawing/2014/main" id="{D02791EC-9307-2A4B-9CC8-D2CCC50BC3C0}"/>
                </a:ext>
              </a:extLst>
            </p:cNvPr>
            <p:cNvSpPr/>
            <p:nvPr/>
          </p:nvSpPr>
          <p:spPr>
            <a:xfrm>
              <a:off x="1282700" y="2755900"/>
              <a:ext cx="2603500" cy="25146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" name="Rounded Rectangle 149">
              <a:extLst>
                <a:ext uri="{FF2B5EF4-FFF2-40B4-BE49-F238E27FC236}">
                  <a16:creationId xmlns:a16="http://schemas.microsoft.com/office/drawing/2014/main" id="{1053ED46-9860-D146-B0AD-5B077993BB88}"/>
                </a:ext>
              </a:extLst>
            </p:cNvPr>
            <p:cNvSpPr/>
            <p:nvPr/>
          </p:nvSpPr>
          <p:spPr>
            <a:xfrm>
              <a:off x="1727200" y="2552700"/>
              <a:ext cx="1765300" cy="1778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" name="Rounded Rectangle 150">
              <a:extLst>
                <a:ext uri="{FF2B5EF4-FFF2-40B4-BE49-F238E27FC236}">
                  <a16:creationId xmlns:a16="http://schemas.microsoft.com/office/drawing/2014/main" id="{2D06E11F-99A7-5240-B75B-7DD5647AAD3D}"/>
                </a:ext>
              </a:extLst>
            </p:cNvPr>
            <p:cNvSpPr/>
            <p:nvPr/>
          </p:nvSpPr>
          <p:spPr>
            <a:xfrm>
              <a:off x="1524000" y="2006600"/>
              <a:ext cx="2209800" cy="52070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34" name="TextBox 133">
            <a:extLst>
              <a:ext uri="{FF2B5EF4-FFF2-40B4-BE49-F238E27FC236}">
                <a16:creationId xmlns:a16="http://schemas.microsoft.com/office/drawing/2014/main" id="{9DD11912-9F0C-4A48-865D-02E84CA7BE56}"/>
              </a:ext>
            </a:extLst>
          </p:cNvPr>
          <p:cNvSpPr txBox="1"/>
          <p:nvPr/>
        </p:nvSpPr>
        <p:spPr>
          <a:xfrm>
            <a:off x="4229100" y="5867400"/>
            <a:ext cx="1524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NY Times: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1634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3A0EC18F-F5A0-8D4C-B18A-FC1AADC91C63}"/>
              </a:ext>
            </a:extLst>
          </p:cNvPr>
          <p:cNvSpPr txBox="1"/>
          <p:nvPr/>
        </p:nvSpPr>
        <p:spPr>
          <a:xfrm>
            <a:off x="9226009" y="5181600"/>
            <a:ext cx="2864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7493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NY Times sports, 2/15/22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B147FEBB-BA88-3245-B4BC-E35B47ACD891}"/>
              </a:ext>
            </a:extLst>
          </p:cNvPr>
          <p:cNvSpPr txBox="1"/>
          <p:nvPr/>
        </p:nvSpPr>
        <p:spPr>
          <a:xfrm>
            <a:off x="4660900" y="6121400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AdX: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7493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0" name="Group 57">
            <a:extLst>
              <a:ext uri="{FF2B5EF4-FFF2-40B4-BE49-F238E27FC236}">
                <a16:creationId xmlns:a16="http://schemas.microsoft.com/office/drawing/2014/main" id="{80B9D75A-D707-8E43-938E-72AADC7EE81A}"/>
              </a:ext>
            </a:extLst>
          </p:cNvPr>
          <p:cNvGrpSpPr>
            <a:grpSpLocks/>
          </p:cNvGrpSpPr>
          <p:nvPr/>
        </p:nvGrpSpPr>
        <p:grpSpPr bwMode="auto">
          <a:xfrm>
            <a:off x="2478314" y="1935843"/>
            <a:ext cx="519313" cy="1096646"/>
            <a:chOff x="4140" y="429"/>
            <a:chExt cx="1425" cy="2396"/>
          </a:xfrm>
        </p:grpSpPr>
        <p:sp>
          <p:nvSpPr>
            <p:cNvPr id="121" name="Freeform 58">
              <a:extLst>
                <a:ext uri="{FF2B5EF4-FFF2-40B4-BE49-F238E27FC236}">
                  <a16:creationId xmlns:a16="http://schemas.microsoft.com/office/drawing/2014/main" id="{7CF0D145-247E-524F-80BB-FAB3C9AA22E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24" name="Rectangle 59">
              <a:extLst>
                <a:ext uri="{FF2B5EF4-FFF2-40B4-BE49-F238E27FC236}">
                  <a16:creationId xmlns:a16="http://schemas.microsoft.com/office/drawing/2014/main" id="{B069F6D1-4A45-3B45-83E0-57ADBD28A2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25" name="Freeform 60">
              <a:extLst>
                <a:ext uri="{FF2B5EF4-FFF2-40B4-BE49-F238E27FC236}">
                  <a16:creationId xmlns:a16="http://schemas.microsoft.com/office/drawing/2014/main" id="{00EF2C13-EA34-614D-8589-6AD24A510B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26" name="Freeform 61">
              <a:extLst>
                <a:ext uri="{FF2B5EF4-FFF2-40B4-BE49-F238E27FC236}">
                  <a16:creationId xmlns:a16="http://schemas.microsoft.com/office/drawing/2014/main" id="{D8BEAA98-B184-5A41-899C-24A3499EF8E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27" name="Rectangle 62">
              <a:extLst>
                <a:ext uri="{FF2B5EF4-FFF2-40B4-BE49-F238E27FC236}">
                  <a16:creationId xmlns:a16="http://schemas.microsoft.com/office/drawing/2014/main" id="{A5091CCD-EAEC-3F45-8E3A-3EE1D4BCCB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691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128" name="Group 63">
              <a:extLst>
                <a:ext uri="{FF2B5EF4-FFF2-40B4-BE49-F238E27FC236}">
                  <a16:creationId xmlns:a16="http://schemas.microsoft.com/office/drawing/2014/main" id="{5807BF3F-C3A0-2E46-9ACB-8160305A85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83" name="AutoShape 64">
                <a:extLst>
                  <a:ext uri="{FF2B5EF4-FFF2-40B4-BE49-F238E27FC236}">
                    <a16:creationId xmlns:a16="http://schemas.microsoft.com/office/drawing/2014/main" id="{A7AECF6C-C86B-5C4F-A239-BF49C2E890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6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84" name="AutoShape 65">
                <a:extLst>
                  <a:ext uri="{FF2B5EF4-FFF2-40B4-BE49-F238E27FC236}">
                    <a16:creationId xmlns:a16="http://schemas.microsoft.com/office/drawing/2014/main" id="{F16A2EA0-90C8-114E-8082-17259C9482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0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29" name="Rectangle 66">
              <a:extLst>
                <a:ext uri="{FF2B5EF4-FFF2-40B4-BE49-F238E27FC236}">
                  <a16:creationId xmlns:a16="http://schemas.microsoft.com/office/drawing/2014/main" id="{3A8375E6-EC37-1243-97FB-FE0AF3209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8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131" name="Group 67">
              <a:extLst>
                <a:ext uri="{FF2B5EF4-FFF2-40B4-BE49-F238E27FC236}">
                  <a16:creationId xmlns:a16="http://schemas.microsoft.com/office/drawing/2014/main" id="{3ABEBD29-0886-204E-B875-6CE26C33D4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81" name="AutoShape 68">
                <a:extLst>
                  <a:ext uri="{FF2B5EF4-FFF2-40B4-BE49-F238E27FC236}">
                    <a16:creationId xmlns:a16="http://schemas.microsoft.com/office/drawing/2014/main" id="{49E137F3-A6CC-AE40-9B90-B02C6316B3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7"/>
                <a:ext cx="726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82" name="AutoShape 69">
                <a:extLst>
                  <a:ext uri="{FF2B5EF4-FFF2-40B4-BE49-F238E27FC236}">
                    <a16:creationId xmlns:a16="http://schemas.microsoft.com/office/drawing/2014/main" id="{57B56BCC-B2FD-9048-9DD3-92A3AC501F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3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32" name="Rectangle 70">
              <a:extLst>
                <a:ext uri="{FF2B5EF4-FFF2-40B4-BE49-F238E27FC236}">
                  <a16:creationId xmlns:a16="http://schemas.microsoft.com/office/drawing/2014/main" id="{6B307B68-C234-DF47-81FF-A0D0C80F64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9" y="1360"/>
              <a:ext cx="592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33" name="Rectangle 71">
              <a:extLst>
                <a:ext uri="{FF2B5EF4-FFF2-40B4-BE49-F238E27FC236}">
                  <a16:creationId xmlns:a16="http://schemas.microsoft.com/office/drawing/2014/main" id="{995FC4AA-8787-974F-8D33-03E16EC5AE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137" name="Group 72">
              <a:extLst>
                <a:ext uri="{FF2B5EF4-FFF2-40B4-BE49-F238E27FC236}">
                  <a16:creationId xmlns:a16="http://schemas.microsoft.com/office/drawing/2014/main" id="{FA2AF6E2-6548-EF4F-B726-1227D161FD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79" name="AutoShape 73">
                <a:extLst>
                  <a:ext uri="{FF2B5EF4-FFF2-40B4-BE49-F238E27FC236}">
                    <a16:creationId xmlns:a16="http://schemas.microsoft.com/office/drawing/2014/main" id="{A85BFF85-1162-694B-985B-D53B39D5D5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8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80" name="AutoShape 74">
                <a:extLst>
                  <a:ext uri="{FF2B5EF4-FFF2-40B4-BE49-F238E27FC236}">
                    <a16:creationId xmlns:a16="http://schemas.microsoft.com/office/drawing/2014/main" id="{EFC82C29-79A9-B644-916D-7FC0EF5202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2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38" name="Freeform 75">
              <a:extLst>
                <a:ext uri="{FF2B5EF4-FFF2-40B4-BE49-F238E27FC236}">
                  <a16:creationId xmlns:a16="http://schemas.microsoft.com/office/drawing/2014/main" id="{7EC9C461-F150-1240-8D76-558B6B4F60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grpSp>
          <p:nvGrpSpPr>
            <p:cNvPr id="155" name="Group 76">
              <a:extLst>
                <a:ext uri="{FF2B5EF4-FFF2-40B4-BE49-F238E27FC236}">
                  <a16:creationId xmlns:a16="http://schemas.microsoft.com/office/drawing/2014/main" id="{9299AE05-29C3-2844-B1C6-633C7CFFF1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76" name="AutoShape 77">
                <a:extLst>
                  <a:ext uri="{FF2B5EF4-FFF2-40B4-BE49-F238E27FC236}">
                    <a16:creationId xmlns:a16="http://schemas.microsoft.com/office/drawing/2014/main" id="{06802116-4260-EF43-8FD8-6944FEDDF8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4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78" name="AutoShape 78">
                <a:extLst>
                  <a:ext uri="{FF2B5EF4-FFF2-40B4-BE49-F238E27FC236}">
                    <a16:creationId xmlns:a16="http://schemas.microsoft.com/office/drawing/2014/main" id="{FD196FB8-2008-F14B-94FF-2664A9A9D4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2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56" name="Rectangle 79">
              <a:extLst>
                <a:ext uri="{FF2B5EF4-FFF2-40B4-BE49-F238E27FC236}">
                  <a16:creationId xmlns:a16="http://schemas.microsoft.com/office/drawing/2014/main" id="{8D1AEBDE-093D-AB41-9F4B-6395A4767A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57" name="Freeform 80">
              <a:extLst>
                <a:ext uri="{FF2B5EF4-FFF2-40B4-BE49-F238E27FC236}">
                  <a16:creationId xmlns:a16="http://schemas.microsoft.com/office/drawing/2014/main" id="{E3E9A300-9CB6-5642-9423-B3CE2A84C8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64" name="Freeform 81">
              <a:extLst>
                <a:ext uri="{FF2B5EF4-FFF2-40B4-BE49-F238E27FC236}">
                  <a16:creationId xmlns:a16="http://schemas.microsoft.com/office/drawing/2014/main" id="{61E95673-E276-B54E-8951-E28938049B4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65" name="Oval 82">
              <a:extLst>
                <a:ext uri="{FF2B5EF4-FFF2-40B4-BE49-F238E27FC236}">
                  <a16:creationId xmlns:a16="http://schemas.microsoft.com/office/drawing/2014/main" id="{9B9B3D7E-A0A9-8C43-A374-55DA4D19FB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66" name="Freeform 83">
              <a:extLst>
                <a:ext uri="{FF2B5EF4-FFF2-40B4-BE49-F238E27FC236}">
                  <a16:creationId xmlns:a16="http://schemas.microsoft.com/office/drawing/2014/main" id="{E4ABD20F-89C5-8C46-BFE6-5CA778E2734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67" name="AutoShape 84">
              <a:extLst>
                <a:ext uri="{FF2B5EF4-FFF2-40B4-BE49-F238E27FC236}">
                  <a16:creationId xmlns:a16="http://schemas.microsoft.com/office/drawing/2014/main" id="{ADAAC857-3F17-1A4D-BBD3-254BC3957F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200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68" name="AutoShape 85">
              <a:extLst>
                <a:ext uri="{FF2B5EF4-FFF2-40B4-BE49-F238E27FC236}">
                  <a16:creationId xmlns:a16="http://schemas.microsoft.com/office/drawing/2014/main" id="{B0B35955-7679-1946-9BAF-3CF60ECC57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09"/>
              <a:ext cx="1069" cy="8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69" name="Oval 86">
              <a:extLst>
                <a:ext uri="{FF2B5EF4-FFF2-40B4-BE49-F238E27FC236}">
                  <a16:creationId xmlns:a16="http://schemas.microsoft.com/office/drawing/2014/main" id="{B0EDAF1F-8C77-A745-BA6A-8E3D60BB45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70" name="Oval 87">
              <a:extLst>
                <a:ext uri="{FF2B5EF4-FFF2-40B4-BE49-F238E27FC236}">
                  <a16:creationId xmlns:a16="http://schemas.microsoft.com/office/drawing/2014/main" id="{6B44C974-5992-7741-85AD-5B948203A2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71" name="Oval 88">
              <a:extLst>
                <a:ext uri="{FF2B5EF4-FFF2-40B4-BE49-F238E27FC236}">
                  <a16:creationId xmlns:a16="http://schemas.microsoft.com/office/drawing/2014/main" id="{427659D8-BEE1-CA4D-A8D9-708F2BB9D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74" name="Rectangle 89">
              <a:extLst>
                <a:ext uri="{FF2B5EF4-FFF2-40B4-BE49-F238E27FC236}">
                  <a16:creationId xmlns:a16="http://schemas.microsoft.com/office/drawing/2014/main" id="{BA908D21-224A-454D-AE40-AACCE66AFA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</p:grpSp>
      <p:sp>
        <p:nvSpPr>
          <p:cNvPr id="185" name="TextBox 184">
            <a:extLst>
              <a:ext uri="{FF2B5EF4-FFF2-40B4-BE49-F238E27FC236}">
                <a16:creationId xmlns:a16="http://schemas.microsoft.com/office/drawing/2014/main" id="{E9C38943-9B5B-C74A-9AF5-967FC5643352}"/>
              </a:ext>
            </a:extLst>
          </p:cNvPr>
          <p:cNvSpPr txBox="1"/>
          <p:nvPr/>
        </p:nvSpPr>
        <p:spPr>
          <a:xfrm>
            <a:off x="1482271" y="2995386"/>
            <a:ext cx="14281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socks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.com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A3EDD2B-FC70-7C4A-89B5-9183AE973D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300" y="1492250"/>
            <a:ext cx="2197100" cy="157292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A79FB72C-0CE6-6F4A-8318-7BBCBAF80D45}"/>
              </a:ext>
            </a:extLst>
          </p:cNvPr>
          <p:cNvGrpSpPr/>
          <p:nvPr/>
        </p:nvGrpSpPr>
        <p:grpSpPr>
          <a:xfrm>
            <a:off x="2655782" y="3088525"/>
            <a:ext cx="1853925" cy="1453555"/>
            <a:chOff x="2655782" y="3088525"/>
            <a:chExt cx="1853925" cy="1453555"/>
          </a:xfrm>
        </p:grpSpPr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F0737EF3-88DE-B24C-8B06-2EC1A067E461}"/>
                </a:ext>
              </a:extLst>
            </p:cNvPr>
            <p:cNvGrpSpPr/>
            <p:nvPr/>
          </p:nvGrpSpPr>
          <p:grpSpPr>
            <a:xfrm rot="18353253">
              <a:off x="2896693" y="3474816"/>
              <a:ext cx="826353" cy="1308176"/>
              <a:chOff x="4220856" y="2946324"/>
              <a:chExt cx="826353" cy="1308176"/>
            </a:xfrm>
          </p:grpSpPr>
          <p:grpSp>
            <p:nvGrpSpPr>
              <p:cNvPr id="194" name="Group 193">
                <a:extLst>
                  <a:ext uri="{FF2B5EF4-FFF2-40B4-BE49-F238E27FC236}">
                    <a16:creationId xmlns:a16="http://schemas.microsoft.com/office/drawing/2014/main" id="{FA1C25C4-6393-2D45-A39C-53270B6CDDB6}"/>
                  </a:ext>
                </a:extLst>
              </p:cNvPr>
              <p:cNvGrpSpPr/>
              <p:nvPr/>
            </p:nvGrpSpPr>
            <p:grpSpPr>
              <a:xfrm>
                <a:off x="4673600" y="2946400"/>
                <a:ext cx="373609" cy="1308100"/>
                <a:chOff x="4673600" y="2946400"/>
                <a:chExt cx="373609" cy="1308100"/>
              </a:xfrm>
            </p:grpSpPr>
            <p:cxnSp>
              <p:nvCxnSpPr>
                <p:cNvPr id="196" name="Straight Arrow Connector 195">
                  <a:extLst>
                    <a:ext uri="{FF2B5EF4-FFF2-40B4-BE49-F238E27FC236}">
                      <a16:creationId xmlns:a16="http://schemas.microsoft.com/office/drawing/2014/main" id="{12DCD062-8181-A647-955D-683D45502F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851400" y="2946400"/>
                  <a:ext cx="0" cy="1308100"/>
                </a:xfrm>
                <a:prstGeom prst="straightConnector1">
                  <a:avLst/>
                </a:prstGeom>
                <a:ln w="25400">
                  <a:solidFill>
                    <a:srgbClr val="0E01A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7" name="Oval 196">
                  <a:extLst>
                    <a:ext uri="{FF2B5EF4-FFF2-40B4-BE49-F238E27FC236}">
                      <a16:creationId xmlns:a16="http://schemas.microsoft.com/office/drawing/2014/main" id="{3E4A219F-A0E7-8645-8484-086EBA3A6E59}"/>
                    </a:ext>
                  </a:extLst>
                </p:cNvPr>
                <p:cNvSpPr/>
                <p:nvPr/>
              </p:nvSpPr>
              <p:spPr>
                <a:xfrm>
                  <a:off x="4673600" y="3441700"/>
                  <a:ext cx="342900" cy="3429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0E01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8" name="TextBox 197">
                  <a:extLst>
                    <a:ext uri="{FF2B5EF4-FFF2-40B4-BE49-F238E27FC236}">
                      <a16:creationId xmlns:a16="http://schemas.microsoft.com/office/drawing/2014/main" id="{8E738B55-E22B-3A43-A564-F6EA3FC17C98}"/>
                    </a:ext>
                  </a:extLst>
                </p:cNvPr>
                <p:cNvSpPr txBox="1"/>
                <p:nvPr/>
              </p:nvSpPr>
              <p:spPr>
                <a:xfrm rot="3246747">
                  <a:off x="4711700" y="3429000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1</a:t>
                  </a:r>
                </a:p>
              </p:txBody>
            </p:sp>
          </p:grpSp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1E9006DF-11BD-C547-A32C-1F00EC824547}"/>
                  </a:ext>
                </a:extLst>
              </p:cNvPr>
              <p:cNvSpPr txBox="1"/>
              <p:nvPr/>
            </p:nvSpPr>
            <p:spPr>
              <a:xfrm rot="3246747">
                <a:off x="4123079" y="3044101"/>
                <a:ext cx="736600" cy="5410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HTTP GET</a:t>
                </a:r>
              </a:p>
            </p:txBody>
          </p:sp>
        </p:grpSp>
        <p:grpSp>
          <p:nvGrpSpPr>
            <p:cNvPr id="199" name="Group 198">
              <a:extLst>
                <a:ext uri="{FF2B5EF4-FFF2-40B4-BE49-F238E27FC236}">
                  <a16:creationId xmlns:a16="http://schemas.microsoft.com/office/drawing/2014/main" id="{407DB6C2-0CEA-3648-B1B6-77CE57048243}"/>
                </a:ext>
              </a:extLst>
            </p:cNvPr>
            <p:cNvGrpSpPr/>
            <p:nvPr/>
          </p:nvGrpSpPr>
          <p:grpSpPr>
            <a:xfrm rot="18353253">
              <a:off x="3477459" y="2812673"/>
              <a:ext cx="756395" cy="1308100"/>
              <a:chOff x="5143500" y="2959100"/>
              <a:chExt cx="756395" cy="1308100"/>
            </a:xfrm>
          </p:grpSpPr>
          <p:grpSp>
            <p:nvGrpSpPr>
              <p:cNvPr id="200" name="Group 199">
                <a:extLst>
                  <a:ext uri="{FF2B5EF4-FFF2-40B4-BE49-F238E27FC236}">
                    <a16:creationId xmlns:a16="http://schemas.microsoft.com/office/drawing/2014/main" id="{54115DA7-DE3B-4447-845E-235ACC3FAAAA}"/>
                  </a:ext>
                </a:extLst>
              </p:cNvPr>
              <p:cNvGrpSpPr/>
              <p:nvPr/>
            </p:nvGrpSpPr>
            <p:grpSpPr>
              <a:xfrm>
                <a:off x="5143500" y="2959100"/>
                <a:ext cx="373609" cy="1308100"/>
                <a:chOff x="4673600" y="2946400"/>
                <a:chExt cx="373609" cy="1308100"/>
              </a:xfrm>
            </p:grpSpPr>
            <p:cxnSp>
              <p:nvCxnSpPr>
                <p:cNvPr id="202" name="Straight Arrow Connector 201">
                  <a:extLst>
                    <a:ext uri="{FF2B5EF4-FFF2-40B4-BE49-F238E27FC236}">
                      <a16:creationId xmlns:a16="http://schemas.microsoft.com/office/drawing/2014/main" id="{F9E6592C-CDC7-B141-8823-F0A2C3118C3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851400" y="2946400"/>
                  <a:ext cx="0" cy="1308100"/>
                </a:xfrm>
                <a:prstGeom prst="straightConnector1">
                  <a:avLst/>
                </a:prstGeom>
                <a:ln w="25400">
                  <a:solidFill>
                    <a:srgbClr val="0E01A0"/>
                  </a:solidFill>
                  <a:headEnd type="triangl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3" name="Oval 202">
                  <a:extLst>
                    <a:ext uri="{FF2B5EF4-FFF2-40B4-BE49-F238E27FC236}">
                      <a16:creationId xmlns:a16="http://schemas.microsoft.com/office/drawing/2014/main" id="{0DE26BA7-BAE1-8A4D-B468-465A4FCB9C96}"/>
                    </a:ext>
                  </a:extLst>
                </p:cNvPr>
                <p:cNvSpPr/>
                <p:nvPr/>
              </p:nvSpPr>
              <p:spPr>
                <a:xfrm>
                  <a:off x="4673600" y="3441700"/>
                  <a:ext cx="342900" cy="3429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0E01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4" name="TextBox 203">
                  <a:extLst>
                    <a:ext uri="{FF2B5EF4-FFF2-40B4-BE49-F238E27FC236}">
                      <a16:creationId xmlns:a16="http://schemas.microsoft.com/office/drawing/2014/main" id="{D694AEC2-DCB9-F84B-AD91-BF0427B65907}"/>
                    </a:ext>
                  </a:extLst>
                </p:cNvPr>
                <p:cNvSpPr txBox="1"/>
                <p:nvPr/>
              </p:nvSpPr>
              <p:spPr>
                <a:xfrm rot="3246747">
                  <a:off x="4711700" y="3429000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2</a:t>
                  </a:r>
                </a:p>
              </p:txBody>
            </p:sp>
          </p:grpSp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0DED2786-F044-3447-B63A-D53A273462BC}"/>
                  </a:ext>
                </a:extLst>
              </p:cNvPr>
              <p:cNvSpPr txBox="1"/>
              <p:nvPr/>
            </p:nvSpPr>
            <p:spPr>
              <a:xfrm rot="3077103">
                <a:off x="5261072" y="3063392"/>
                <a:ext cx="736600" cy="5410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HTTP reply</a:t>
                </a:r>
              </a:p>
            </p:txBody>
          </p:sp>
        </p:grpSp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154A1081-6C53-E145-BDD1-3FA5A22FACF9}"/>
              </a:ext>
            </a:extLst>
          </p:cNvPr>
          <p:cNvGrpSpPr/>
          <p:nvPr/>
        </p:nvGrpSpPr>
        <p:grpSpPr>
          <a:xfrm>
            <a:off x="5130800" y="4368800"/>
            <a:ext cx="3136900" cy="890032"/>
            <a:chOff x="5461000" y="4394200"/>
            <a:chExt cx="3136900" cy="890032"/>
          </a:xfrm>
        </p:grpSpPr>
        <p:grpSp>
          <p:nvGrpSpPr>
            <p:cNvPr id="206" name="Group 205">
              <a:extLst>
                <a:ext uri="{FF2B5EF4-FFF2-40B4-BE49-F238E27FC236}">
                  <a16:creationId xmlns:a16="http://schemas.microsoft.com/office/drawing/2014/main" id="{6E0A9E9E-A06F-CB45-B0B3-17C467D78C53}"/>
                </a:ext>
              </a:extLst>
            </p:cNvPr>
            <p:cNvGrpSpPr/>
            <p:nvPr/>
          </p:nvGrpSpPr>
          <p:grpSpPr>
            <a:xfrm>
              <a:off x="6261100" y="4914900"/>
              <a:ext cx="1854200" cy="369332"/>
              <a:chOff x="3721100" y="3429000"/>
              <a:chExt cx="1854200" cy="369332"/>
            </a:xfrm>
          </p:grpSpPr>
          <p:cxnSp>
            <p:nvCxnSpPr>
              <p:cNvPr id="210" name="Straight Arrow Connector 209">
                <a:extLst>
                  <a:ext uri="{FF2B5EF4-FFF2-40B4-BE49-F238E27FC236}">
                    <a16:creationId xmlns:a16="http://schemas.microsoft.com/office/drawing/2014/main" id="{3F23167E-A119-EC4E-B146-6F516A8086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21100" y="3594100"/>
                <a:ext cx="1854200" cy="0"/>
              </a:xfrm>
              <a:prstGeom prst="straightConnector1">
                <a:avLst/>
              </a:prstGeom>
              <a:ln w="25400">
                <a:solidFill>
                  <a:srgbClr val="0E01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1" name="Oval 210">
                <a:extLst>
                  <a:ext uri="{FF2B5EF4-FFF2-40B4-BE49-F238E27FC236}">
                    <a16:creationId xmlns:a16="http://schemas.microsoft.com/office/drawing/2014/main" id="{C4353B75-74F1-0C48-B057-0887FAA78A74}"/>
                  </a:ext>
                </a:extLst>
              </p:cNvPr>
              <p:cNvSpPr/>
              <p:nvPr/>
            </p:nvSpPr>
            <p:spPr>
              <a:xfrm>
                <a:off x="4673600" y="3441700"/>
                <a:ext cx="342900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E01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7D88345D-2B6C-F447-AAFA-9A1065757E2F}"/>
                  </a:ext>
                </a:extLst>
              </p:cNvPr>
              <p:cNvSpPr txBox="1"/>
              <p:nvPr/>
            </p:nvSpPr>
            <p:spPr>
              <a:xfrm>
                <a:off x="4686300" y="34290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</a:t>
                </a:r>
              </a:p>
            </p:txBody>
          </p:sp>
        </p:grpSp>
        <p:grpSp>
          <p:nvGrpSpPr>
            <p:cNvPr id="207" name="Group 206">
              <a:extLst>
                <a:ext uri="{FF2B5EF4-FFF2-40B4-BE49-F238E27FC236}">
                  <a16:creationId xmlns:a16="http://schemas.microsoft.com/office/drawing/2014/main" id="{FD4BFC66-485F-2147-A211-2CAC1D00C204}"/>
                </a:ext>
              </a:extLst>
            </p:cNvPr>
            <p:cNvGrpSpPr/>
            <p:nvPr/>
          </p:nvGrpSpPr>
          <p:grpSpPr>
            <a:xfrm>
              <a:off x="5461000" y="4394200"/>
              <a:ext cx="3136900" cy="535548"/>
              <a:chOff x="6299200" y="3035300"/>
              <a:chExt cx="3136900" cy="535548"/>
            </a:xfrm>
          </p:grpSpPr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6D133E31-40C7-874C-B037-5CF94EEA15C1}"/>
                  </a:ext>
                </a:extLst>
              </p:cNvPr>
              <p:cNvSpPr txBox="1"/>
              <p:nvPr/>
            </p:nvSpPr>
            <p:spPr>
              <a:xfrm>
                <a:off x="6299200" y="3035300"/>
                <a:ext cx="1473200" cy="319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HTTP GET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CCBB6DD5-8489-9846-AEE8-A4EFC46C4CF0}"/>
                  </a:ext>
                </a:extLst>
              </p:cNvPr>
              <p:cNvSpPr txBox="1"/>
              <p:nvPr/>
            </p:nvSpPr>
            <p:spPr>
              <a:xfrm>
                <a:off x="6413500" y="3276600"/>
                <a:ext cx="3022600" cy="2942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Referrer: socks.com, cookie: 7493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52A26446-4AA7-B74D-AACE-7134BEC552EB}"/>
              </a:ext>
            </a:extLst>
          </p:cNvPr>
          <p:cNvGrpSpPr/>
          <p:nvPr/>
        </p:nvGrpSpPr>
        <p:grpSpPr>
          <a:xfrm>
            <a:off x="5651500" y="5346700"/>
            <a:ext cx="2641600" cy="840348"/>
            <a:chOff x="6032500" y="5308600"/>
            <a:chExt cx="2641600" cy="840348"/>
          </a:xfrm>
        </p:grpSpPr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29498B2A-276E-DC44-BBE4-90FD27C63891}"/>
                </a:ext>
              </a:extLst>
            </p:cNvPr>
            <p:cNvGrpSpPr/>
            <p:nvPr/>
          </p:nvGrpSpPr>
          <p:grpSpPr>
            <a:xfrm>
              <a:off x="6273800" y="5308600"/>
              <a:ext cx="1841500" cy="369332"/>
              <a:chOff x="3721100" y="3429000"/>
              <a:chExt cx="1841500" cy="369332"/>
            </a:xfrm>
          </p:grpSpPr>
          <p:cxnSp>
            <p:nvCxnSpPr>
              <p:cNvPr id="218" name="Straight Arrow Connector 217">
                <a:extLst>
                  <a:ext uri="{FF2B5EF4-FFF2-40B4-BE49-F238E27FC236}">
                    <a16:creationId xmlns:a16="http://schemas.microsoft.com/office/drawing/2014/main" id="{AEE3B8A3-63AD-A948-AAE1-A57FF9C587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21100" y="3594100"/>
                <a:ext cx="1841500" cy="0"/>
              </a:xfrm>
              <a:prstGeom prst="straightConnector1">
                <a:avLst/>
              </a:prstGeom>
              <a:ln w="25400">
                <a:solidFill>
                  <a:srgbClr val="0E01A0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9" name="Oval 218">
                <a:extLst>
                  <a:ext uri="{FF2B5EF4-FFF2-40B4-BE49-F238E27FC236}">
                    <a16:creationId xmlns:a16="http://schemas.microsoft.com/office/drawing/2014/main" id="{4E74045F-FC9E-C748-9CF5-2D715A8ECF5F}"/>
                  </a:ext>
                </a:extLst>
              </p:cNvPr>
              <p:cNvSpPr/>
              <p:nvPr/>
            </p:nvSpPr>
            <p:spPr>
              <a:xfrm>
                <a:off x="4673600" y="3441700"/>
                <a:ext cx="342900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E01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DB50E822-27A5-7D49-BF52-0C0C70B85C66}"/>
                  </a:ext>
                </a:extLst>
              </p:cNvPr>
              <p:cNvSpPr txBox="1"/>
              <p:nvPr/>
            </p:nvSpPr>
            <p:spPr>
              <a:xfrm>
                <a:off x="4686300" y="34290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5</a:t>
                </a:r>
              </a:p>
            </p:txBody>
          </p:sp>
        </p:grpSp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004A4CDB-638B-244C-BB86-A5BEFC684334}"/>
                </a:ext>
              </a:extLst>
            </p:cNvPr>
            <p:cNvGrpSpPr/>
            <p:nvPr/>
          </p:nvGrpSpPr>
          <p:grpSpPr>
            <a:xfrm>
              <a:off x="6032500" y="5600700"/>
              <a:ext cx="2641600" cy="548248"/>
              <a:chOff x="6680200" y="3187700"/>
              <a:chExt cx="2641600" cy="548248"/>
            </a:xfrm>
          </p:grpSpPr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D4ADF513-A7C3-0143-9B0C-2D1C1BD238A3}"/>
                  </a:ext>
                </a:extLst>
              </p:cNvPr>
              <p:cNvSpPr txBox="1"/>
              <p:nvPr/>
            </p:nvSpPr>
            <p:spPr>
              <a:xfrm>
                <a:off x="6680200" y="3187700"/>
                <a:ext cx="1473200" cy="319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HTTP reply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4A2FC18F-0291-6D46-A3C7-EB72BDA4044F}"/>
                  </a:ext>
                </a:extLst>
              </p:cNvPr>
              <p:cNvSpPr txBox="1"/>
              <p:nvPr/>
            </p:nvSpPr>
            <p:spPr>
              <a:xfrm>
                <a:off x="6807200" y="3441700"/>
                <a:ext cx="2514600" cy="2942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Set cookie: 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7493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21" name="TextBox 220">
            <a:extLst>
              <a:ext uri="{FF2B5EF4-FFF2-40B4-BE49-F238E27FC236}">
                <a16:creationId xmlns:a16="http://schemas.microsoft.com/office/drawing/2014/main" id="{DE7219FE-2D26-9D42-AE4E-0D7F7B3AF5E9}"/>
              </a:ext>
            </a:extLst>
          </p:cNvPr>
          <p:cNvSpPr txBox="1"/>
          <p:nvPr/>
        </p:nvSpPr>
        <p:spPr>
          <a:xfrm>
            <a:off x="9238709" y="5397500"/>
            <a:ext cx="2385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7493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socks.com, 2/16/22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7817062-774D-454B-8E37-CAF7A9BA9A3F}"/>
              </a:ext>
            </a:extLst>
          </p:cNvPr>
          <p:cNvSpPr/>
          <p:nvPr/>
        </p:nvSpPr>
        <p:spPr>
          <a:xfrm>
            <a:off x="4216838" y="1104901"/>
            <a:ext cx="4737100" cy="1828800"/>
          </a:xfrm>
          <a:prstGeom prst="rect">
            <a:avLst/>
          </a:prstGeom>
          <a:solidFill>
            <a:schemeClr val="bg1">
              <a:alpha val="6708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06CAEE-15FB-EE40-8BF7-814EA1DACBFC}"/>
              </a:ext>
            </a:extLst>
          </p:cNvPr>
          <p:cNvSpPr txBox="1"/>
          <p:nvPr/>
        </p:nvSpPr>
        <p:spPr>
          <a:xfrm>
            <a:off x="7973060" y="2425700"/>
            <a:ext cx="3886201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AdX:</a:t>
            </a:r>
          </a:p>
          <a:p>
            <a:pPr marL="285750" marR="0" lvl="0" indent="-2349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1A0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tracks my web browsing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over sites with AdX ads</a:t>
            </a:r>
          </a:p>
          <a:p>
            <a:pPr marL="285750" marR="0" lvl="0" indent="-2349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1A0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 return targeted ads based on browsing history</a:t>
            </a:r>
          </a:p>
        </p:txBody>
      </p:sp>
    </p:spTree>
    <p:extLst>
      <p:ext uri="{BB962C8B-B14F-4D97-AF65-F5344CB8AC3E}">
        <p14:creationId xmlns:p14="http://schemas.microsoft.com/office/powerpoint/2010/main" val="438849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" grpId="0"/>
      <p:bldP spid="1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roup 140">
            <a:extLst>
              <a:ext uri="{FF2B5EF4-FFF2-40B4-BE49-F238E27FC236}">
                <a16:creationId xmlns:a16="http://schemas.microsoft.com/office/drawing/2014/main" id="{D712CB78-C706-8D45-92DD-C33079FB1C49}"/>
              </a:ext>
            </a:extLst>
          </p:cNvPr>
          <p:cNvGrpSpPr/>
          <p:nvPr/>
        </p:nvGrpSpPr>
        <p:grpSpPr>
          <a:xfrm>
            <a:off x="6946900" y="1524000"/>
            <a:ext cx="711200" cy="1016000"/>
            <a:chOff x="1282700" y="2006600"/>
            <a:chExt cx="2603500" cy="3263900"/>
          </a:xfrm>
        </p:grpSpPr>
        <p:sp>
          <p:nvSpPr>
            <p:cNvPr id="145" name="Rounded Rectangle 144">
              <a:extLst>
                <a:ext uri="{FF2B5EF4-FFF2-40B4-BE49-F238E27FC236}">
                  <a16:creationId xmlns:a16="http://schemas.microsoft.com/office/drawing/2014/main" id="{540E5D60-2630-5C4F-93AA-181EF66F4A05}"/>
                </a:ext>
              </a:extLst>
            </p:cNvPr>
            <p:cNvSpPr/>
            <p:nvPr/>
          </p:nvSpPr>
          <p:spPr>
            <a:xfrm>
              <a:off x="1282700" y="2755900"/>
              <a:ext cx="2603500" cy="25146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6" name="Rounded Rectangle 145">
              <a:extLst>
                <a:ext uri="{FF2B5EF4-FFF2-40B4-BE49-F238E27FC236}">
                  <a16:creationId xmlns:a16="http://schemas.microsoft.com/office/drawing/2014/main" id="{1B6C9F51-012D-6C41-86DD-D8573774FC76}"/>
                </a:ext>
              </a:extLst>
            </p:cNvPr>
            <p:cNvSpPr/>
            <p:nvPr/>
          </p:nvSpPr>
          <p:spPr>
            <a:xfrm>
              <a:off x="1727200" y="2552700"/>
              <a:ext cx="1765300" cy="1778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" name="Rounded Rectangle 146">
              <a:extLst>
                <a:ext uri="{FF2B5EF4-FFF2-40B4-BE49-F238E27FC236}">
                  <a16:creationId xmlns:a16="http://schemas.microsoft.com/office/drawing/2014/main" id="{B551C884-0D90-F941-AF6F-06DF5399CBEF}"/>
                </a:ext>
              </a:extLst>
            </p:cNvPr>
            <p:cNvSpPr/>
            <p:nvPr/>
          </p:nvSpPr>
          <p:spPr>
            <a:xfrm>
              <a:off x="1524000" y="2006600"/>
              <a:ext cx="2209800" cy="52070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2FDD130-6C4C-694D-BE73-6370065D7337}"/>
              </a:ext>
            </a:extLst>
          </p:cNvPr>
          <p:cNvGrpSpPr/>
          <p:nvPr/>
        </p:nvGrpSpPr>
        <p:grpSpPr>
          <a:xfrm>
            <a:off x="4622800" y="5626100"/>
            <a:ext cx="711200" cy="1016000"/>
            <a:chOff x="1282700" y="2006600"/>
            <a:chExt cx="2603500" cy="3263900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7EB869C5-DCEC-4743-B371-441AE269CD39}"/>
                </a:ext>
              </a:extLst>
            </p:cNvPr>
            <p:cNvSpPr/>
            <p:nvPr/>
          </p:nvSpPr>
          <p:spPr>
            <a:xfrm>
              <a:off x="1282700" y="2755900"/>
              <a:ext cx="2603500" cy="25146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" name="Rounded Rectangle 134">
              <a:extLst>
                <a:ext uri="{FF2B5EF4-FFF2-40B4-BE49-F238E27FC236}">
                  <a16:creationId xmlns:a16="http://schemas.microsoft.com/office/drawing/2014/main" id="{78526DC0-9AD9-8E49-B598-BE6ECB1A3ADD}"/>
                </a:ext>
              </a:extLst>
            </p:cNvPr>
            <p:cNvSpPr/>
            <p:nvPr/>
          </p:nvSpPr>
          <p:spPr>
            <a:xfrm>
              <a:off x="1727200" y="2552700"/>
              <a:ext cx="1765300" cy="1778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" name="Rounded Rectangle 138">
              <a:extLst>
                <a:ext uri="{FF2B5EF4-FFF2-40B4-BE49-F238E27FC236}">
                  <a16:creationId xmlns:a16="http://schemas.microsoft.com/office/drawing/2014/main" id="{CC925A7C-C818-5C45-B6D1-0A032D437672}"/>
                </a:ext>
              </a:extLst>
            </p:cNvPr>
            <p:cNvSpPr/>
            <p:nvPr/>
          </p:nvSpPr>
          <p:spPr>
            <a:xfrm>
              <a:off x="1524000" y="2006600"/>
              <a:ext cx="2209800" cy="52070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B051B04-ACBF-DB44-80A7-0D40AAB4EC53}"/>
              </a:ext>
            </a:extLst>
          </p:cNvPr>
          <p:cNvSpPr txBox="1"/>
          <p:nvPr/>
        </p:nvSpPr>
        <p:spPr>
          <a:xfrm>
            <a:off x="360491" y="261258"/>
            <a:ext cx="110684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E01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Cookies: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E01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tracking a user’s browsing behavior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E01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(one day later)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0E01A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3" name="Group 57">
            <a:extLst>
              <a:ext uri="{FF2B5EF4-FFF2-40B4-BE49-F238E27FC236}">
                <a16:creationId xmlns:a16="http://schemas.microsoft.com/office/drawing/2014/main" id="{C28FCCAF-E5F2-4945-8BC3-5A0D78DCA4B7}"/>
              </a:ext>
            </a:extLst>
          </p:cNvPr>
          <p:cNvGrpSpPr>
            <a:grpSpLocks/>
          </p:cNvGrpSpPr>
          <p:nvPr/>
        </p:nvGrpSpPr>
        <p:grpSpPr bwMode="auto">
          <a:xfrm>
            <a:off x="4421414" y="1364343"/>
            <a:ext cx="519313" cy="1096646"/>
            <a:chOff x="4140" y="429"/>
            <a:chExt cx="1425" cy="2396"/>
          </a:xfrm>
        </p:grpSpPr>
        <p:sp>
          <p:nvSpPr>
            <p:cNvPr id="14" name="Freeform 58">
              <a:extLst>
                <a:ext uri="{FF2B5EF4-FFF2-40B4-BE49-F238E27FC236}">
                  <a16:creationId xmlns:a16="http://schemas.microsoft.com/office/drawing/2014/main" id="{3E0ABDD2-372E-3E4A-B89E-371FFA05F26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5" name="Rectangle 59">
              <a:extLst>
                <a:ext uri="{FF2B5EF4-FFF2-40B4-BE49-F238E27FC236}">
                  <a16:creationId xmlns:a16="http://schemas.microsoft.com/office/drawing/2014/main" id="{E0E6AB63-2D8D-FD4A-8D08-0DCE294538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6" name="Freeform 60">
              <a:extLst>
                <a:ext uri="{FF2B5EF4-FFF2-40B4-BE49-F238E27FC236}">
                  <a16:creationId xmlns:a16="http://schemas.microsoft.com/office/drawing/2014/main" id="{F2DF5CCD-3A3D-8946-BB0F-B72F144D130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7" name="Freeform 61">
              <a:extLst>
                <a:ext uri="{FF2B5EF4-FFF2-40B4-BE49-F238E27FC236}">
                  <a16:creationId xmlns:a16="http://schemas.microsoft.com/office/drawing/2014/main" id="{F4AF3F5F-1964-934E-A22C-CAAAC82B89F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8" name="Rectangle 62">
              <a:extLst>
                <a:ext uri="{FF2B5EF4-FFF2-40B4-BE49-F238E27FC236}">
                  <a16:creationId xmlns:a16="http://schemas.microsoft.com/office/drawing/2014/main" id="{60DC56E6-B22B-2D4A-A532-797BE2BECE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691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19" name="Group 63">
              <a:extLst>
                <a:ext uri="{FF2B5EF4-FFF2-40B4-BE49-F238E27FC236}">
                  <a16:creationId xmlns:a16="http://schemas.microsoft.com/office/drawing/2014/main" id="{3F3ABA47-6EE0-1142-9310-EFA5245E70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5" name="AutoShape 64">
                <a:extLst>
                  <a:ext uri="{FF2B5EF4-FFF2-40B4-BE49-F238E27FC236}">
                    <a16:creationId xmlns:a16="http://schemas.microsoft.com/office/drawing/2014/main" id="{3EFA4FBC-2313-4A44-9498-E5B0E1F1CB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6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6" name="AutoShape 65">
                <a:extLst>
                  <a:ext uri="{FF2B5EF4-FFF2-40B4-BE49-F238E27FC236}">
                    <a16:creationId xmlns:a16="http://schemas.microsoft.com/office/drawing/2014/main" id="{53A490A2-F773-064D-9E4E-79006A985B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0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1" name="Rectangle 66">
              <a:extLst>
                <a:ext uri="{FF2B5EF4-FFF2-40B4-BE49-F238E27FC236}">
                  <a16:creationId xmlns:a16="http://schemas.microsoft.com/office/drawing/2014/main" id="{9B1FF5E8-D30B-2443-8F1C-49E8171DB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8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22" name="Group 67">
              <a:extLst>
                <a:ext uri="{FF2B5EF4-FFF2-40B4-BE49-F238E27FC236}">
                  <a16:creationId xmlns:a16="http://schemas.microsoft.com/office/drawing/2014/main" id="{647CD9E2-B875-D040-B501-259F20276F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3" name="AutoShape 68">
                <a:extLst>
                  <a:ext uri="{FF2B5EF4-FFF2-40B4-BE49-F238E27FC236}">
                    <a16:creationId xmlns:a16="http://schemas.microsoft.com/office/drawing/2014/main" id="{8B40E7A0-7F87-CB42-91AF-8495B15D1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7"/>
                <a:ext cx="726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4" name="AutoShape 69">
                <a:extLst>
                  <a:ext uri="{FF2B5EF4-FFF2-40B4-BE49-F238E27FC236}">
                    <a16:creationId xmlns:a16="http://schemas.microsoft.com/office/drawing/2014/main" id="{E1BA0D48-E378-0841-B21E-B216A3DEBC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3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3" name="Rectangle 70">
              <a:extLst>
                <a:ext uri="{FF2B5EF4-FFF2-40B4-BE49-F238E27FC236}">
                  <a16:creationId xmlns:a16="http://schemas.microsoft.com/office/drawing/2014/main" id="{A8FEB5CD-1C02-994C-9CD3-7210669BAB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9" y="1360"/>
              <a:ext cx="592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24" name="Rectangle 71">
              <a:extLst>
                <a:ext uri="{FF2B5EF4-FFF2-40B4-BE49-F238E27FC236}">
                  <a16:creationId xmlns:a16="http://schemas.microsoft.com/office/drawing/2014/main" id="{3F0453AB-5611-FD40-B862-F64CDAA10D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25" name="Group 72">
              <a:extLst>
                <a:ext uri="{FF2B5EF4-FFF2-40B4-BE49-F238E27FC236}">
                  <a16:creationId xmlns:a16="http://schemas.microsoft.com/office/drawing/2014/main" id="{4E495B47-7D7F-AE48-BF68-5F048DC528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1" name="AutoShape 73">
                <a:extLst>
                  <a:ext uri="{FF2B5EF4-FFF2-40B4-BE49-F238E27FC236}">
                    <a16:creationId xmlns:a16="http://schemas.microsoft.com/office/drawing/2014/main" id="{52081D9E-64FD-9241-9EEA-BFC2848F38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8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2" name="AutoShape 74">
                <a:extLst>
                  <a:ext uri="{FF2B5EF4-FFF2-40B4-BE49-F238E27FC236}">
                    <a16:creationId xmlns:a16="http://schemas.microsoft.com/office/drawing/2014/main" id="{89B07DC2-8E24-B048-B84D-C525C9AA2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2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6" name="Freeform 75">
              <a:extLst>
                <a:ext uri="{FF2B5EF4-FFF2-40B4-BE49-F238E27FC236}">
                  <a16:creationId xmlns:a16="http://schemas.microsoft.com/office/drawing/2014/main" id="{00275AA5-20F4-4B40-8A7B-56C022B44C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grpSp>
          <p:nvGrpSpPr>
            <p:cNvPr id="27" name="Group 76">
              <a:extLst>
                <a:ext uri="{FF2B5EF4-FFF2-40B4-BE49-F238E27FC236}">
                  <a16:creationId xmlns:a16="http://schemas.microsoft.com/office/drawing/2014/main" id="{E089CEBF-EE46-794F-82AC-9A64510349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9" name="AutoShape 77">
                <a:extLst>
                  <a:ext uri="{FF2B5EF4-FFF2-40B4-BE49-F238E27FC236}">
                    <a16:creationId xmlns:a16="http://schemas.microsoft.com/office/drawing/2014/main" id="{4DB9DFE4-1869-F54F-9D86-B1C3308910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4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0" name="AutoShape 78">
                <a:extLst>
                  <a:ext uri="{FF2B5EF4-FFF2-40B4-BE49-F238E27FC236}">
                    <a16:creationId xmlns:a16="http://schemas.microsoft.com/office/drawing/2014/main" id="{1D4272DE-9783-504C-B24E-985066EBD4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2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8" name="Rectangle 79">
              <a:extLst>
                <a:ext uri="{FF2B5EF4-FFF2-40B4-BE49-F238E27FC236}">
                  <a16:creationId xmlns:a16="http://schemas.microsoft.com/office/drawing/2014/main" id="{5FE88211-5391-9B42-9155-73A19A273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29" name="Freeform 80">
              <a:extLst>
                <a:ext uri="{FF2B5EF4-FFF2-40B4-BE49-F238E27FC236}">
                  <a16:creationId xmlns:a16="http://schemas.microsoft.com/office/drawing/2014/main" id="{05E256D3-88AF-EE40-9D8D-E6162627B7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0" name="Freeform 81">
              <a:extLst>
                <a:ext uri="{FF2B5EF4-FFF2-40B4-BE49-F238E27FC236}">
                  <a16:creationId xmlns:a16="http://schemas.microsoft.com/office/drawing/2014/main" id="{2B1E13A7-1340-1449-8740-70AFA3DE6C8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1" name="Oval 82">
              <a:extLst>
                <a:ext uri="{FF2B5EF4-FFF2-40B4-BE49-F238E27FC236}">
                  <a16:creationId xmlns:a16="http://schemas.microsoft.com/office/drawing/2014/main" id="{DAC0CC86-045F-6F4E-9391-E07245D698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2" name="Freeform 83">
              <a:extLst>
                <a:ext uri="{FF2B5EF4-FFF2-40B4-BE49-F238E27FC236}">
                  <a16:creationId xmlns:a16="http://schemas.microsoft.com/office/drawing/2014/main" id="{A27EE01C-A7F3-EB4C-B539-16929E3E83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3" name="AutoShape 84">
              <a:extLst>
                <a:ext uri="{FF2B5EF4-FFF2-40B4-BE49-F238E27FC236}">
                  <a16:creationId xmlns:a16="http://schemas.microsoft.com/office/drawing/2014/main" id="{881A1C8F-54F2-8948-B760-2762B01F47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200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4" name="AutoShape 85">
              <a:extLst>
                <a:ext uri="{FF2B5EF4-FFF2-40B4-BE49-F238E27FC236}">
                  <a16:creationId xmlns:a16="http://schemas.microsoft.com/office/drawing/2014/main" id="{5AE8BE14-C3E6-D84F-A9AC-E4E0F707C9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09"/>
              <a:ext cx="1069" cy="8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5" name="Oval 86">
              <a:extLst>
                <a:ext uri="{FF2B5EF4-FFF2-40B4-BE49-F238E27FC236}">
                  <a16:creationId xmlns:a16="http://schemas.microsoft.com/office/drawing/2014/main" id="{FD11E9D2-4386-FF49-8E96-2E035F92F9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6" name="Oval 87">
              <a:extLst>
                <a:ext uri="{FF2B5EF4-FFF2-40B4-BE49-F238E27FC236}">
                  <a16:creationId xmlns:a16="http://schemas.microsoft.com/office/drawing/2014/main" id="{A698DF12-44DE-B34A-9F3A-FC02DEBBF9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7" name="Oval 88">
              <a:extLst>
                <a:ext uri="{FF2B5EF4-FFF2-40B4-BE49-F238E27FC236}">
                  <a16:creationId xmlns:a16="http://schemas.microsoft.com/office/drawing/2014/main" id="{C070DEEB-91AB-C142-9143-5974D8EB70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8" name="Rectangle 89">
              <a:extLst>
                <a:ext uri="{FF2B5EF4-FFF2-40B4-BE49-F238E27FC236}">
                  <a16:creationId xmlns:a16="http://schemas.microsoft.com/office/drawing/2014/main" id="{73990BF0-CEC8-384B-BF26-4A0885AAFA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AC613071-8BFC-5349-80C0-902020637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7471" y="1230461"/>
            <a:ext cx="1797957" cy="1299560"/>
          </a:xfrm>
          <a:prstGeom prst="rect">
            <a:avLst/>
          </a:prstGeom>
        </p:spPr>
      </p:pic>
      <p:grpSp>
        <p:nvGrpSpPr>
          <p:cNvPr id="83" name="Group 57">
            <a:extLst>
              <a:ext uri="{FF2B5EF4-FFF2-40B4-BE49-F238E27FC236}">
                <a16:creationId xmlns:a16="http://schemas.microsoft.com/office/drawing/2014/main" id="{C5D7863B-AD69-FC47-BA2D-38FCE4992417}"/>
              </a:ext>
            </a:extLst>
          </p:cNvPr>
          <p:cNvGrpSpPr>
            <a:grpSpLocks/>
          </p:cNvGrpSpPr>
          <p:nvPr/>
        </p:nvGrpSpPr>
        <p:grpSpPr bwMode="auto">
          <a:xfrm>
            <a:off x="8178799" y="4820558"/>
            <a:ext cx="519313" cy="1096646"/>
            <a:chOff x="4140" y="429"/>
            <a:chExt cx="1425" cy="2396"/>
          </a:xfrm>
        </p:grpSpPr>
        <p:sp>
          <p:nvSpPr>
            <p:cNvPr id="84" name="Freeform 58">
              <a:extLst>
                <a:ext uri="{FF2B5EF4-FFF2-40B4-BE49-F238E27FC236}">
                  <a16:creationId xmlns:a16="http://schemas.microsoft.com/office/drawing/2014/main" id="{49D083FD-79A2-E74D-A776-974520EEA5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85" name="Rectangle 59">
              <a:extLst>
                <a:ext uri="{FF2B5EF4-FFF2-40B4-BE49-F238E27FC236}">
                  <a16:creationId xmlns:a16="http://schemas.microsoft.com/office/drawing/2014/main" id="{C160A5F6-4243-0B4D-A694-687DE9C0BA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86" name="Freeform 60">
              <a:extLst>
                <a:ext uri="{FF2B5EF4-FFF2-40B4-BE49-F238E27FC236}">
                  <a16:creationId xmlns:a16="http://schemas.microsoft.com/office/drawing/2014/main" id="{DCE1287F-730A-864C-AD9E-9FB46028714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87" name="Freeform 61">
              <a:extLst>
                <a:ext uri="{FF2B5EF4-FFF2-40B4-BE49-F238E27FC236}">
                  <a16:creationId xmlns:a16="http://schemas.microsoft.com/office/drawing/2014/main" id="{1A9CE9AE-3F0C-CB4A-AFB4-667C998F6D0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88" name="Rectangle 62">
              <a:extLst>
                <a:ext uri="{FF2B5EF4-FFF2-40B4-BE49-F238E27FC236}">
                  <a16:creationId xmlns:a16="http://schemas.microsoft.com/office/drawing/2014/main" id="{01EB0058-0984-934E-8EBD-78F44D93B7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691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89" name="Group 63">
              <a:extLst>
                <a:ext uri="{FF2B5EF4-FFF2-40B4-BE49-F238E27FC236}">
                  <a16:creationId xmlns:a16="http://schemas.microsoft.com/office/drawing/2014/main" id="{6DEFB971-8A0D-D54B-BB2F-A5A52EC70D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14" name="AutoShape 64">
                <a:extLst>
                  <a:ext uri="{FF2B5EF4-FFF2-40B4-BE49-F238E27FC236}">
                    <a16:creationId xmlns:a16="http://schemas.microsoft.com/office/drawing/2014/main" id="{CB3AB1FF-68E6-B747-BBE7-AB75206133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6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15" name="AutoShape 65">
                <a:extLst>
                  <a:ext uri="{FF2B5EF4-FFF2-40B4-BE49-F238E27FC236}">
                    <a16:creationId xmlns:a16="http://schemas.microsoft.com/office/drawing/2014/main" id="{E93F508C-CA28-204B-8B27-C54D968A70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0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0" name="Rectangle 66">
              <a:extLst>
                <a:ext uri="{FF2B5EF4-FFF2-40B4-BE49-F238E27FC236}">
                  <a16:creationId xmlns:a16="http://schemas.microsoft.com/office/drawing/2014/main" id="{5B1AC563-B14E-A64A-B619-7D4BA23817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8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91" name="Group 67">
              <a:extLst>
                <a:ext uri="{FF2B5EF4-FFF2-40B4-BE49-F238E27FC236}">
                  <a16:creationId xmlns:a16="http://schemas.microsoft.com/office/drawing/2014/main" id="{48FCBC14-90E7-EB46-8ABD-7C73B72514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12" name="AutoShape 68">
                <a:extLst>
                  <a:ext uri="{FF2B5EF4-FFF2-40B4-BE49-F238E27FC236}">
                    <a16:creationId xmlns:a16="http://schemas.microsoft.com/office/drawing/2014/main" id="{A898FDCB-872C-6440-BCF5-39CC5BB4E2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7"/>
                <a:ext cx="726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13" name="AutoShape 69">
                <a:extLst>
                  <a:ext uri="{FF2B5EF4-FFF2-40B4-BE49-F238E27FC236}">
                    <a16:creationId xmlns:a16="http://schemas.microsoft.com/office/drawing/2014/main" id="{146DD0F8-ADA8-4F48-B1C0-6C48443ABC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3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2" name="Rectangle 70">
              <a:extLst>
                <a:ext uri="{FF2B5EF4-FFF2-40B4-BE49-F238E27FC236}">
                  <a16:creationId xmlns:a16="http://schemas.microsoft.com/office/drawing/2014/main" id="{AECADF08-F932-F64F-83DE-4FB9C12540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9" y="1360"/>
              <a:ext cx="592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93" name="Rectangle 71">
              <a:extLst>
                <a:ext uri="{FF2B5EF4-FFF2-40B4-BE49-F238E27FC236}">
                  <a16:creationId xmlns:a16="http://schemas.microsoft.com/office/drawing/2014/main" id="{AAB7C3D1-8C2B-BE49-A8B9-C1F76FC88D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94" name="Group 72">
              <a:extLst>
                <a:ext uri="{FF2B5EF4-FFF2-40B4-BE49-F238E27FC236}">
                  <a16:creationId xmlns:a16="http://schemas.microsoft.com/office/drawing/2014/main" id="{3DEC4CAB-1840-6D4B-83A5-245A38500C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10" name="AutoShape 73">
                <a:extLst>
                  <a:ext uri="{FF2B5EF4-FFF2-40B4-BE49-F238E27FC236}">
                    <a16:creationId xmlns:a16="http://schemas.microsoft.com/office/drawing/2014/main" id="{A0F018FE-D678-C348-92C8-C541D45EC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8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11" name="AutoShape 74">
                <a:extLst>
                  <a:ext uri="{FF2B5EF4-FFF2-40B4-BE49-F238E27FC236}">
                    <a16:creationId xmlns:a16="http://schemas.microsoft.com/office/drawing/2014/main" id="{438A18AE-96B9-634D-B0C6-94D6136C1B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2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5" name="Freeform 75">
              <a:extLst>
                <a:ext uri="{FF2B5EF4-FFF2-40B4-BE49-F238E27FC236}">
                  <a16:creationId xmlns:a16="http://schemas.microsoft.com/office/drawing/2014/main" id="{D0CF0AA3-AC56-5B4A-AAB7-C4F4A10396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grpSp>
          <p:nvGrpSpPr>
            <p:cNvPr id="96" name="Group 76">
              <a:extLst>
                <a:ext uri="{FF2B5EF4-FFF2-40B4-BE49-F238E27FC236}">
                  <a16:creationId xmlns:a16="http://schemas.microsoft.com/office/drawing/2014/main" id="{2F69551B-EBA3-BF40-8C0D-28FC3540F9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08" name="AutoShape 77">
                <a:extLst>
                  <a:ext uri="{FF2B5EF4-FFF2-40B4-BE49-F238E27FC236}">
                    <a16:creationId xmlns:a16="http://schemas.microsoft.com/office/drawing/2014/main" id="{F24A03FE-CC74-2E4C-A1C8-914AEE73C2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4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09" name="AutoShape 78">
                <a:extLst>
                  <a:ext uri="{FF2B5EF4-FFF2-40B4-BE49-F238E27FC236}">
                    <a16:creationId xmlns:a16="http://schemas.microsoft.com/office/drawing/2014/main" id="{1A088830-47CE-554E-891D-383BDC7C10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2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7" name="Rectangle 79">
              <a:extLst>
                <a:ext uri="{FF2B5EF4-FFF2-40B4-BE49-F238E27FC236}">
                  <a16:creationId xmlns:a16="http://schemas.microsoft.com/office/drawing/2014/main" id="{4B8B1DBC-053B-454B-AA6A-93DD7A17D9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98" name="Freeform 80">
              <a:extLst>
                <a:ext uri="{FF2B5EF4-FFF2-40B4-BE49-F238E27FC236}">
                  <a16:creationId xmlns:a16="http://schemas.microsoft.com/office/drawing/2014/main" id="{0C9C506E-2927-3944-A4CD-50E996AE2C6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99" name="Freeform 81">
              <a:extLst>
                <a:ext uri="{FF2B5EF4-FFF2-40B4-BE49-F238E27FC236}">
                  <a16:creationId xmlns:a16="http://schemas.microsoft.com/office/drawing/2014/main" id="{EB949747-1183-E946-A591-654096BEA6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00" name="Oval 82">
              <a:extLst>
                <a:ext uri="{FF2B5EF4-FFF2-40B4-BE49-F238E27FC236}">
                  <a16:creationId xmlns:a16="http://schemas.microsoft.com/office/drawing/2014/main" id="{568FECAB-8B6E-D148-BC17-44303ACE0E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1" name="Freeform 83">
              <a:extLst>
                <a:ext uri="{FF2B5EF4-FFF2-40B4-BE49-F238E27FC236}">
                  <a16:creationId xmlns:a16="http://schemas.microsoft.com/office/drawing/2014/main" id="{638205AE-B922-264E-A776-6C571A51D0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02" name="AutoShape 84">
              <a:extLst>
                <a:ext uri="{FF2B5EF4-FFF2-40B4-BE49-F238E27FC236}">
                  <a16:creationId xmlns:a16="http://schemas.microsoft.com/office/drawing/2014/main" id="{68D17880-2BFD-AB45-8EE6-655F1EE28C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200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3" name="AutoShape 85">
              <a:extLst>
                <a:ext uri="{FF2B5EF4-FFF2-40B4-BE49-F238E27FC236}">
                  <a16:creationId xmlns:a16="http://schemas.microsoft.com/office/drawing/2014/main" id="{38FF6123-2AE5-0E4D-9C49-2AB92E459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09"/>
              <a:ext cx="1069" cy="8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4" name="Oval 86">
              <a:extLst>
                <a:ext uri="{FF2B5EF4-FFF2-40B4-BE49-F238E27FC236}">
                  <a16:creationId xmlns:a16="http://schemas.microsoft.com/office/drawing/2014/main" id="{2620EC11-7D22-C94E-A6F0-0BB8CA9093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5" name="Oval 87">
              <a:extLst>
                <a:ext uri="{FF2B5EF4-FFF2-40B4-BE49-F238E27FC236}">
                  <a16:creationId xmlns:a16="http://schemas.microsoft.com/office/drawing/2014/main" id="{DB036E28-4F88-C54A-8239-CB50D98849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6" name="Oval 88">
              <a:extLst>
                <a:ext uri="{FF2B5EF4-FFF2-40B4-BE49-F238E27FC236}">
                  <a16:creationId xmlns:a16="http://schemas.microsoft.com/office/drawing/2014/main" id="{B01647CB-6EC4-044F-915F-A65E26069E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7" name="Rectangle 89">
              <a:extLst>
                <a:ext uri="{FF2B5EF4-FFF2-40B4-BE49-F238E27FC236}">
                  <a16:creationId xmlns:a16="http://schemas.microsoft.com/office/drawing/2014/main" id="{45BA2A5E-EE30-C54D-8CAD-2B96D86B04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80AEB31E-EE76-584C-AA46-3C2461C3C346}"/>
              </a:ext>
            </a:extLst>
          </p:cNvPr>
          <p:cNvGrpSpPr/>
          <p:nvPr/>
        </p:nvGrpSpPr>
        <p:grpSpPr>
          <a:xfrm>
            <a:off x="3586046" y="4406221"/>
            <a:ext cx="1432267" cy="1301523"/>
            <a:chOff x="2718817" y="3255963"/>
            <a:chExt cx="1432267" cy="1301523"/>
          </a:xfrm>
        </p:grpSpPr>
        <p:grpSp>
          <p:nvGrpSpPr>
            <p:cNvPr id="47" name="Group 90">
              <a:extLst>
                <a:ext uri="{FF2B5EF4-FFF2-40B4-BE49-F238E27FC236}">
                  <a16:creationId xmlns:a16="http://schemas.microsoft.com/office/drawing/2014/main" id="{0E15E389-35EC-4248-8D1B-518B9EAA59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18817" y="3255963"/>
              <a:ext cx="1432267" cy="1301523"/>
              <a:chOff x="-44" y="1473"/>
              <a:chExt cx="981" cy="1105"/>
            </a:xfrm>
          </p:grpSpPr>
          <p:pic>
            <p:nvPicPr>
              <p:cNvPr id="48" name="Picture 91" descr="desktop_computer_stylized_medium">
                <a:extLst>
                  <a:ext uri="{FF2B5EF4-FFF2-40B4-BE49-F238E27FC236}">
                    <a16:creationId xmlns:a16="http://schemas.microsoft.com/office/drawing/2014/main" id="{8461BC4D-1645-F749-AC4B-1926BA94D08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9" name="Freeform 92">
                <a:extLst>
                  <a:ext uri="{FF2B5EF4-FFF2-40B4-BE49-F238E27FC236}">
                    <a16:creationId xmlns:a16="http://schemas.microsoft.com/office/drawing/2014/main" id="{ECE33066-562B-D24D-90DD-9F2C4CD1BA2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497 w 356"/>
                  <a:gd name="T3" fmla="*/ 469 h 368"/>
                  <a:gd name="T4" fmla="*/ 8894 w 356"/>
                  <a:gd name="T5" fmla="*/ 9780 h 368"/>
                  <a:gd name="T6" fmla="*/ 1960 w 356"/>
                  <a:gd name="T7" fmla="*/ 1223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</p:grpSp>
        <p:pic>
          <p:nvPicPr>
            <p:cNvPr id="116" name="Picture 115" descr="Icon&#10;&#10;Description automatically generated">
              <a:extLst>
                <a:ext uri="{FF2B5EF4-FFF2-40B4-BE49-F238E27FC236}">
                  <a16:creationId xmlns:a16="http://schemas.microsoft.com/office/drawing/2014/main" id="{34042089-BE33-B14C-9A59-7A6138E8618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51200" y="3436256"/>
              <a:ext cx="870857" cy="489857"/>
            </a:xfrm>
            <a:prstGeom prst="rect">
              <a:avLst/>
            </a:prstGeom>
          </p:spPr>
        </p:pic>
      </p:grpSp>
      <p:sp>
        <p:nvSpPr>
          <p:cNvPr id="118" name="TextBox 117">
            <a:extLst>
              <a:ext uri="{FF2B5EF4-FFF2-40B4-BE49-F238E27FC236}">
                <a16:creationId xmlns:a16="http://schemas.microsoft.com/office/drawing/2014/main" id="{9A847BB3-697B-8943-A0D3-E3C65DBA6F1C}"/>
              </a:ext>
            </a:extLst>
          </p:cNvPr>
          <p:cNvSpPr txBox="1"/>
          <p:nvPr/>
        </p:nvSpPr>
        <p:spPr>
          <a:xfrm>
            <a:off x="4352471" y="2398486"/>
            <a:ext cx="23498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nytimes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.com (arts)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58BE66CB-B4F9-CC49-A94F-C87C0E785DA3}"/>
              </a:ext>
            </a:extLst>
          </p:cNvPr>
          <p:cNvSpPr txBox="1"/>
          <p:nvPr/>
        </p:nvSpPr>
        <p:spPr>
          <a:xfrm>
            <a:off x="8095344" y="5878285"/>
            <a:ext cx="12279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AdX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.com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20A0CD-DF92-1645-9CBB-C5971315F8AB}"/>
              </a:ext>
            </a:extLst>
          </p:cNvPr>
          <p:cNvSpPr txBox="1"/>
          <p:nvPr/>
        </p:nvSpPr>
        <p:spPr>
          <a:xfrm>
            <a:off x="6997700" y="1778000"/>
            <a:ext cx="2047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1634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sports, 2/15/22</a:t>
            </a:r>
          </a:p>
        </p:txBody>
      </p: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BEDD1666-0DF1-1644-8B3C-E55E2557B728}"/>
              </a:ext>
            </a:extLst>
          </p:cNvPr>
          <p:cNvGrpSpPr/>
          <p:nvPr/>
        </p:nvGrpSpPr>
        <p:grpSpPr>
          <a:xfrm>
            <a:off x="9182100" y="4902200"/>
            <a:ext cx="711200" cy="1016000"/>
            <a:chOff x="1282700" y="2006600"/>
            <a:chExt cx="2603500" cy="3263900"/>
          </a:xfrm>
        </p:grpSpPr>
        <p:sp>
          <p:nvSpPr>
            <p:cNvPr id="149" name="Rounded Rectangle 148">
              <a:extLst>
                <a:ext uri="{FF2B5EF4-FFF2-40B4-BE49-F238E27FC236}">
                  <a16:creationId xmlns:a16="http://schemas.microsoft.com/office/drawing/2014/main" id="{D02791EC-9307-2A4B-9CC8-D2CCC50BC3C0}"/>
                </a:ext>
              </a:extLst>
            </p:cNvPr>
            <p:cNvSpPr/>
            <p:nvPr/>
          </p:nvSpPr>
          <p:spPr>
            <a:xfrm>
              <a:off x="1282700" y="2755900"/>
              <a:ext cx="2603500" cy="25146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" name="Rounded Rectangle 149">
              <a:extLst>
                <a:ext uri="{FF2B5EF4-FFF2-40B4-BE49-F238E27FC236}">
                  <a16:creationId xmlns:a16="http://schemas.microsoft.com/office/drawing/2014/main" id="{1053ED46-9860-D146-B0AD-5B077993BB88}"/>
                </a:ext>
              </a:extLst>
            </p:cNvPr>
            <p:cNvSpPr/>
            <p:nvPr/>
          </p:nvSpPr>
          <p:spPr>
            <a:xfrm>
              <a:off x="1727200" y="2552700"/>
              <a:ext cx="1765300" cy="1778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" name="Rounded Rectangle 150">
              <a:extLst>
                <a:ext uri="{FF2B5EF4-FFF2-40B4-BE49-F238E27FC236}">
                  <a16:creationId xmlns:a16="http://schemas.microsoft.com/office/drawing/2014/main" id="{2D06E11F-99A7-5240-B75B-7DD5647AAD3D}"/>
                </a:ext>
              </a:extLst>
            </p:cNvPr>
            <p:cNvSpPr/>
            <p:nvPr/>
          </p:nvSpPr>
          <p:spPr>
            <a:xfrm>
              <a:off x="1524000" y="2006600"/>
              <a:ext cx="2209800" cy="52070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34" name="TextBox 133">
            <a:extLst>
              <a:ext uri="{FF2B5EF4-FFF2-40B4-BE49-F238E27FC236}">
                <a16:creationId xmlns:a16="http://schemas.microsoft.com/office/drawing/2014/main" id="{9DD11912-9F0C-4A48-865D-02E84CA7BE56}"/>
              </a:ext>
            </a:extLst>
          </p:cNvPr>
          <p:cNvSpPr txBox="1"/>
          <p:nvPr/>
        </p:nvSpPr>
        <p:spPr>
          <a:xfrm>
            <a:off x="4229100" y="5867400"/>
            <a:ext cx="1636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NY Times: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1634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3A0EC18F-F5A0-8D4C-B18A-FC1AADC91C63}"/>
              </a:ext>
            </a:extLst>
          </p:cNvPr>
          <p:cNvSpPr txBox="1"/>
          <p:nvPr/>
        </p:nvSpPr>
        <p:spPr>
          <a:xfrm>
            <a:off x="9226009" y="5181600"/>
            <a:ext cx="2864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7493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NY Times sports, 2/15/22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B147FEBB-BA88-3245-B4BC-E35B47ACD891}"/>
              </a:ext>
            </a:extLst>
          </p:cNvPr>
          <p:cNvSpPr txBox="1"/>
          <p:nvPr/>
        </p:nvSpPr>
        <p:spPr>
          <a:xfrm>
            <a:off x="4660900" y="6121400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AdX: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7493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0" name="Group 57">
            <a:extLst>
              <a:ext uri="{FF2B5EF4-FFF2-40B4-BE49-F238E27FC236}">
                <a16:creationId xmlns:a16="http://schemas.microsoft.com/office/drawing/2014/main" id="{80B9D75A-D707-8E43-938E-72AADC7EE81A}"/>
              </a:ext>
            </a:extLst>
          </p:cNvPr>
          <p:cNvGrpSpPr>
            <a:grpSpLocks/>
          </p:cNvGrpSpPr>
          <p:nvPr/>
        </p:nvGrpSpPr>
        <p:grpSpPr bwMode="auto">
          <a:xfrm>
            <a:off x="2478314" y="1935843"/>
            <a:ext cx="519313" cy="1096646"/>
            <a:chOff x="4140" y="429"/>
            <a:chExt cx="1425" cy="2396"/>
          </a:xfrm>
        </p:grpSpPr>
        <p:sp>
          <p:nvSpPr>
            <p:cNvPr id="121" name="Freeform 58">
              <a:extLst>
                <a:ext uri="{FF2B5EF4-FFF2-40B4-BE49-F238E27FC236}">
                  <a16:creationId xmlns:a16="http://schemas.microsoft.com/office/drawing/2014/main" id="{7CF0D145-247E-524F-80BB-FAB3C9AA22E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24" name="Rectangle 59">
              <a:extLst>
                <a:ext uri="{FF2B5EF4-FFF2-40B4-BE49-F238E27FC236}">
                  <a16:creationId xmlns:a16="http://schemas.microsoft.com/office/drawing/2014/main" id="{B069F6D1-4A45-3B45-83E0-57ADBD28A2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25" name="Freeform 60">
              <a:extLst>
                <a:ext uri="{FF2B5EF4-FFF2-40B4-BE49-F238E27FC236}">
                  <a16:creationId xmlns:a16="http://schemas.microsoft.com/office/drawing/2014/main" id="{00EF2C13-EA34-614D-8589-6AD24A510B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26" name="Freeform 61">
              <a:extLst>
                <a:ext uri="{FF2B5EF4-FFF2-40B4-BE49-F238E27FC236}">
                  <a16:creationId xmlns:a16="http://schemas.microsoft.com/office/drawing/2014/main" id="{D8BEAA98-B184-5A41-899C-24A3499EF8E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27" name="Rectangle 62">
              <a:extLst>
                <a:ext uri="{FF2B5EF4-FFF2-40B4-BE49-F238E27FC236}">
                  <a16:creationId xmlns:a16="http://schemas.microsoft.com/office/drawing/2014/main" id="{A5091CCD-EAEC-3F45-8E3A-3EE1D4BCCB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691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128" name="Group 63">
              <a:extLst>
                <a:ext uri="{FF2B5EF4-FFF2-40B4-BE49-F238E27FC236}">
                  <a16:creationId xmlns:a16="http://schemas.microsoft.com/office/drawing/2014/main" id="{5807BF3F-C3A0-2E46-9ACB-8160305A85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83" name="AutoShape 64">
                <a:extLst>
                  <a:ext uri="{FF2B5EF4-FFF2-40B4-BE49-F238E27FC236}">
                    <a16:creationId xmlns:a16="http://schemas.microsoft.com/office/drawing/2014/main" id="{A7AECF6C-C86B-5C4F-A239-BF49C2E890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6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84" name="AutoShape 65">
                <a:extLst>
                  <a:ext uri="{FF2B5EF4-FFF2-40B4-BE49-F238E27FC236}">
                    <a16:creationId xmlns:a16="http://schemas.microsoft.com/office/drawing/2014/main" id="{F16A2EA0-90C8-114E-8082-17259C9482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0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29" name="Rectangle 66">
              <a:extLst>
                <a:ext uri="{FF2B5EF4-FFF2-40B4-BE49-F238E27FC236}">
                  <a16:creationId xmlns:a16="http://schemas.microsoft.com/office/drawing/2014/main" id="{3A8375E6-EC37-1243-97FB-FE0AF3209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8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131" name="Group 67">
              <a:extLst>
                <a:ext uri="{FF2B5EF4-FFF2-40B4-BE49-F238E27FC236}">
                  <a16:creationId xmlns:a16="http://schemas.microsoft.com/office/drawing/2014/main" id="{3ABEBD29-0886-204E-B875-6CE26C33D4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81" name="AutoShape 68">
                <a:extLst>
                  <a:ext uri="{FF2B5EF4-FFF2-40B4-BE49-F238E27FC236}">
                    <a16:creationId xmlns:a16="http://schemas.microsoft.com/office/drawing/2014/main" id="{49E137F3-A6CC-AE40-9B90-B02C6316B3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7"/>
                <a:ext cx="726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82" name="AutoShape 69">
                <a:extLst>
                  <a:ext uri="{FF2B5EF4-FFF2-40B4-BE49-F238E27FC236}">
                    <a16:creationId xmlns:a16="http://schemas.microsoft.com/office/drawing/2014/main" id="{57B56BCC-B2FD-9048-9DD3-92A3AC501F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3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32" name="Rectangle 70">
              <a:extLst>
                <a:ext uri="{FF2B5EF4-FFF2-40B4-BE49-F238E27FC236}">
                  <a16:creationId xmlns:a16="http://schemas.microsoft.com/office/drawing/2014/main" id="{6B307B68-C234-DF47-81FF-A0D0C80F64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9" y="1360"/>
              <a:ext cx="592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33" name="Rectangle 71">
              <a:extLst>
                <a:ext uri="{FF2B5EF4-FFF2-40B4-BE49-F238E27FC236}">
                  <a16:creationId xmlns:a16="http://schemas.microsoft.com/office/drawing/2014/main" id="{995FC4AA-8787-974F-8D33-03E16EC5AE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137" name="Group 72">
              <a:extLst>
                <a:ext uri="{FF2B5EF4-FFF2-40B4-BE49-F238E27FC236}">
                  <a16:creationId xmlns:a16="http://schemas.microsoft.com/office/drawing/2014/main" id="{FA2AF6E2-6548-EF4F-B726-1227D161FD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79" name="AutoShape 73">
                <a:extLst>
                  <a:ext uri="{FF2B5EF4-FFF2-40B4-BE49-F238E27FC236}">
                    <a16:creationId xmlns:a16="http://schemas.microsoft.com/office/drawing/2014/main" id="{A85BFF85-1162-694B-985B-D53B39D5D5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8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80" name="AutoShape 74">
                <a:extLst>
                  <a:ext uri="{FF2B5EF4-FFF2-40B4-BE49-F238E27FC236}">
                    <a16:creationId xmlns:a16="http://schemas.microsoft.com/office/drawing/2014/main" id="{EFC82C29-79A9-B644-916D-7FC0EF5202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2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38" name="Freeform 75">
              <a:extLst>
                <a:ext uri="{FF2B5EF4-FFF2-40B4-BE49-F238E27FC236}">
                  <a16:creationId xmlns:a16="http://schemas.microsoft.com/office/drawing/2014/main" id="{7EC9C461-F150-1240-8D76-558B6B4F60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grpSp>
          <p:nvGrpSpPr>
            <p:cNvPr id="155" name="Group 76">
              <a:extLst>
                <a:ext uri="{FF2B5EF4-FFF2-40B4-BE49-F238E27FC236}">
                  <a16:creationId xmlns:a16="http://schemas.microsoft.com/office/drawing/2014/main" id="{9299AE05-29C3-2844-B1C6-633C7CFFF1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76" name="AutoShape 77">
                <a:extLst>
                  <a:ext uri="{FF2B5EF4-FFF2-40B4-BE49-F238E27FC236}">
                    <a16:creationId xmlns:a16="http://schemas.microsoft.com/office/drawing/2014/main" id="{06802116-4260-EF43-8FD8-6944FEDDF8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4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78" name="AutoShape 78">
                <a:extLst>
                  <a:ext uri="{FF2B5EF4-FFF2-40B4-BE49-F238E27FC236}">
                    <a16:creationId xmlns:a16="http://schemas.microsoft.com/office/drawing/2014/main" id="{FD196FB8-2008-F14B-94FF-2664A9A9D4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2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56" name="Rectangle 79">
              <a:extLst>
                <a:ext uri="{FF2B5EF4-FFF2-40B4-BE49-F238E27FC236}">
                  <a16:creationId xmlns:a16="http://schemas.microsoft.com/office/drawing/2014/main" id="{8D1AEBDE-093D-AB41-9F4B-6395A4767A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57" name="Freeform 80">
              <a:extLst>
                <a:ext uri="{FF2B5EF4-FFF2-40B4-BE49-F238E27FC236}">
                  <a16:creationId xmlns:a16="http://schemas.microsoft.com/office/drawing/2014/main" id="{E3E9A300-9CB6-5642-9423-B3CE2A84C8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64" name="Freeform 81">
              <a:extLst>
                <a:ext uri="{FF2B5EF4-FFF2-40B4-BE49-F238E27FC236}">
                  <a16:creationId xmlns:a16="http://schemas.microsoft.com/office/drawing/2014/main" id="{61E95673-E276-B54E-8951-E28938049B4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65" name="Oval 82">
              <a:extLst>
                <a:ext uri="{FF2B5EF4-FFF2-40B4-BE49-F238E27FC236}">
                  <a16:creationId xmlns:a16="http://schemas.microsoft.com/office/drawing/2014/main" id="{9B9B3D7E-A0A9-8C43-A374-55DA4D19FB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66" name="Freeform 83">
              <a:extLst>
                <a:ext uri="{FF2B5EF4-FFF2-40B4-BE49-F238E27FC236}">
                  <a16:creationId xmlns:a16="http://schemas.microsoft.com/office/drawing/2014/main" id="{E4ABD20F-89C5-8C46-BFE6-5CA778E2734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67" name="AutoShape 84">
              <a:extLst>
                <a:ext uri="{FF2B5EF4-FFF2-40B4-BE49-F238E27FC236}">
                  <a16:creationId xmlns:a16="http://schemas.microsoft.com/office/drawing/2014/main" id="{ADAAC857-3F17-1A4D-BBD3-254BC3957F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200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68" name="AutoShape 85">
              <a:extLst>
                <a:ext uri="{FF2B5EF4-FFF2-40B4-BE49-F238E27FC236}">
                  <a16:creationId xmlns:a16="http://schemas.microsoft.com/office/drawing/2014/main" id="{B0B35955-7679-1946-9BAF-3CF60ECC57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09"/>
              <a:ext cx="1069" cy="8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69" name="Oval 86">
              <a:extLst>
                <a:ext uri="{FF2B5EF4-FFF2-40B4-BE49-F238E27FC236}">
                  <a16:creationId xmlns:a16="http://schemas.microsoft.com/office/drawing/2014/main" id="{B0EDAF1F-8C77-A745-BA6A-8E3D60BB45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70" name="Oval 87">
              <a:extLst>
                <a:ext uri="{FF2B5EF4-FFF2-40B4-BE49-F238E27FC236}">
                  <a16:creationId xmlns:a16="http://schemas.microsoft.com/office/drawing/2014/main" id="{6B44C974-5992-7741-85AD-5B948203A2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71" name="Oval 88">
              <a:extLst>
                <a:ext uri="{FF2B5EF4-FFF2-40B4-BE49-F238E27FC236}">
                  <a16:creationId xmlns:a16="http://schemas.microsoft.com/office/drawing/2014/main" id="{427659D8-BEE1-CA4D-A8D9-708F2BB9D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74" name="Rectangle 89">
              <a:extLst>
                <a:ext uri="{FF2B5EF4-FFF2-40B4-BE49-F238E27FC236}">
                  <a16:creationId xmlns:a16="http://schemas.microsoft.com/office/drawing/2014/main" id="{BA908D21-224A-454D-AE40-AACCE66AFA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</p:grpSp>
      <p:sp>
        <p:nvSpPr>
          <p:cNvPr id="185" name="TextBox 184">
            <a:extLst>
              <a:ext uri="{FF2B5EF4-FFF2-40B4-BE49-F238E27FC236}">
                <a16:creationId xmlns:a16="http://schemas.microsoft.com/office/drawing/2014/main" id="{E9C38943-9B5B-C74A-9AF5-967FC5643352}"/>
              </a:ext>
            </a:extLst>
          </p:cNvPr>
          <p:cNvSpPr txBox="1"/>
          <p:nvPr/>
        </p:nvSpPr>
        <p:spPr>
          <a:xfrm>
            <a:off x="1482271" y="2995386"/>
            <a:ext cx="14281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socks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.com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A3EDD2B-FC70-7C4A-89B5-9183AE973D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300" y="1492250"/>
            <a:ext cx="2197100" cy="1572924"/>
          </a:xfrm>
          <a:prstGeom prst="rect">
            <a:avLst/>
          </a:prstGeom>
        </p:spPr>
      </p:pic>
      <p:grpSp>
        <p:nvGrpSpPr>
          <p:cNvPr id="205" name="Group 204">
            <a:extLst>
              <a:ext uri="{FF2B5EF4-FFF2-40B4-BE49-F238E27FC236}">
                <a16:creationId xmlns:a16="http://schemas.microsoft.com/office/drawing/2014/main" id="{154A1081-6C53-E145-BDD1-3FA5A22FACF9}"/>
              </a:ext>
            </a:extLst>
          </p:cNvPr>
          <p:cNvGrpSpPr/>
          <p:nvPr/>
        </p:nvGrpSpPr>
        <p:grpSpPr>
          <a:xfrm>
            <a:off x="4978400" y="4381500"/>
            <a:ext cx="3536404" cy="877332"/>
            <a:chOff x="5308600" y="4406900"/>
            <a:chExt cx="3536404" cy="877332"/>
          </a:xfrm>
        </p:grpSpPr>
        <p:grpSp>
          <p:nvGrpSpPr>
            <p:cNvPr id="206" name="Group 205">
              <a:extLst>
                <a:ext uri="{FF2B5EF4-FFF2-40B4-BE49-F238E27FC236}">
                  <a16:creationId xmlns:a16="http://schemas.microsoft.com/office/drawing/2014/main" id="{6E0A9E9E-A06F-CB45-B0B3-17C467D78C53}"/>
                </a:ext>
              </a:extLst>
            </p:cNvPr>
            <p:cNvGrpSpPr/>
            <p:nvPr/>
          </p:nvGrpSpPr>
          <p:grpSpPr>
            <a:xfrm>
              <a:off x="6261100" y="4914900"/>
              <a:ext cx="1854200" cy="369332"/>
              <a:chOff x="3721100" y="3429000"/>
              <a:chExt cx="1854200" cy="369332"/>
            </a:xfrm>
          </p:grpSpPr>
          <p:cxnSp>
            <p:nvCxnSpPr>
              <p:cNvPr id="210" name="Straight Arrow Connector 209">
                <a:extLst>
                  <a:ext uri="{FF2B5EF4-FFF2-40B4-BE49-F238E27FC236}">
                    <a16:creationId xmlns:a16="http://schemas.microsoft.com/office/drawing/2014/main" id="{3F23167E-A119-EC4E-B146-6F516A8086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21100" y="3594100"/>
                <a:ext cx="1854200" cy="0"/>
              </a:xfrm>
              <a:prstGeom prst="straightConnector1">
                <a:avLst/>
              </a:prstGeom>
              <a:ln w="25400">
                <a:solidFill>
                  <a:srgbClr val="0E01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1" name="Oval 210">
                <a:extLst>
                  <a:ext uri="{FF2B5EF4-FFF2-40B4-BE49-F238E27FC236}">
                    <a16:creationId xmlns:a16="http://schemas.microsoft.com/office/drawing/2014/main" id="{C4353B75-74F1-0C48-B057-0887FAA78A74}"/>
                  </a:ext>
                </a:extLst>
              </p:cNvPr>
              <p:cNvSpPr/>
              <p:nvPr/>
            </p:nvSpPr>
            <p:spPr>
              <a:xfrm>
                <a:off x="4673600" y="3441700"/>
                <a:ext cx="342900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E01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7D88345D-2B6C-F447-AAFA-9A1065757E2F}"/>
                  </a:ext>
                </a:extLst>
              </p:cNvPr>
              <p:cNvSpPr txBox="1"/>
              <p:nvPr/>
            </p:nvSpPr>
            <p:spPr>
              <a:xfrm>
                <a:off x="4686300" y="34290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</a:t>
                </a:r>
              </a:p>
            </p:txBody>
          </p:sp>
        </p:grpSp>
        <p:grpSp>
          <p:nvGrpSpPr>
            <p:cNvPr id="207" name="Group 206">
              <a:extLst>
                <a:ext uri="{FF2B5EF4-FFF2-40B4-BE49-F238E27FC236}">
                  <a16:creationId xmlns:a16="http://schemas.microsoft.com/office/drawing/2014/main" id="{FD4BFC66-485F-2147-A211-2CAC1D00C204}"/>
                </a:ext>
              </a:extLst>
            </p:cNvPr>
            <p:cNvGrpSpPr/>
            <p:nvPr/>
          </p:nvGrpSpPr>
          <p:grpSpPr>
            <a:xfrm>
              <a:off x="5308600" y="4406900"/>
              <a:ext cx="3536404" cy="548045"/>
              <a:chOff x="6146800" y="3048000"/>
              <a:chExt cx="3536404" cy="548045"/>
            </a:xfrm>
          </p:grpSpPr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6D133E31-40C7-874C-B037-5CF94EEA15C1}"/>
                  </a:ext>
                </a:extLst>
              </p:cNvPr>
              <p:cNvSpPr txBox="1"/>
              <p:nvPr/>
            </p:nvSpPr>
            <p:spPr>
              <a:xfrm>
                <a:off x="6146800" y="3048000"/>
                <a:ext cx="1473200" cy="319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HTTP GET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CCBB6DD5-8489-9846-AEE8-A4EFC46C4CF0}"/>
                  </a:ext>
                </a:extLst>
              </p:cNvPr>
              <p:cNvSpPr txBox="1"/>
              <p:nvPr/>
            </p:nvSpPr>
            <p:spPr>
              <a:xfrm>
                <a:off x="6273800" y="3276599"/>
                <a:ext cx="3409404" cy="319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Referrer: nytimes.com, cookie: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7493</a:t>
                </a:r>
              </a:p>
            </p:txBody>
          </p:sp>
        </p:grpSp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52A26446-4AA7-B74D-AACE-7134BEC552EB}"/>
              </a:ext>
            </a:extLst>
          </p:cNvPr>
          <p:cNvGrpSpPr/>
          <p:nvPr/>
        </p:nvGrpSpPr>
        <p:grpSpPr>
          <a:xfrm>
            <a:off x="5626100" y="5346700"/>
            <a:ext cx="2641600" cy="865546"/>
            <a:chOff x="6007100" y="5308600"/>
            <a:chExt cx="2641600" cy="865546"/>
          </a:xfrm>
        </p:grpSpPr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29498B2A-276E-DC44-BBE4-90FD27C63891}"/>
                </a:ext>
              </a:extLst>
            </p:cNvPr>
            <p:cNvGrpSpPr/>
            <p:nvPr/>
          </p:nvGrpSpPr>
          <p:grpSpPr>
            <a:xfrm>
              <a:off x="6273800" y="5308600"/>
              <a:ext cx="1841500" cy="369332"/>
              <a:chOff x="3721100" y="3429000"/>
              <a:chExt cx="1841500" cy="369332"/>
            </a:xfrm>
          </p:grpSpPr>
          <p:cxnSp>
            <p:nvCxnSpPr>
              <p:cNvPr id="218" name="Straight Arrow Connector 217">
                <a:extLst>
                  <a:ext uri="{FF2B5EF4-FFF2-40B4-BE49-F238E27FC236}">
                    <a16:creationId xmlns:a16="http://schemas.microsoft.com/office/drawing/2014/main" id="{AEE3B8A3-63AD-A948-AAE1-A57FF9C587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21100" y="3594100"/>
                <a:ext cx="1841500" cy="0"/>
              </a:xfrm>
              <a:prstGeom prst="straightConnector1">
                <a:avLst/>
              </a:prstGeom>
              <a:ln w="25400">
                <a:solidFill>
                  <a:srgbClr val="0E01A0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9" name="Oval 218">
                <a:extLst>
                  <a:ext uri="{FF2B5EF4-FFF2-40B4-BE49-F238E27FC236}">
                    <a16:creationId xmlns:a16="http://schemas.microsoft.com/office/drawing/2014/main" id="{4E74045F-FC9E-C748-9CF5-2D715A8ECF5F}"/>
                  </a:ext>
                </a:extLst>
              </p:cNvPr>
              <p:cNvSpPr/>
              <p:nvPr/>
            </p:nvSpPr>
            <p:spPr>
              <a:xfrm>
                <a:off x="4673600" y="3441700"/>
                <a:ext cx="342900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E01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DB50E822-27A5-7D49-BF52-0C0C70B85C66}"/>
                  </a:ext>
                </a:extLst>
              </p:cNvPr>
              <p:cNvSpPr txBox="1"/>
              <p:nvPr/>
            </p:nvSpPr>
            <p:spPr>
              <a:xfrm>
                <a:off x="4686300" y="34290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5</a:t>
                </a:r>
              </a:p>
            </p:txBody>
          </p:sp>
        </p:grpSp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004A4CDB-638B-244C-BB86-A5BEFC684334}"/>
                </a:ext>
              </a:extLst>
            </p:cNvPr>
            <p:cNvGrpSpPr/>
            <p:nvPr/>
          </p:nvGrpSpPr>
          <p:grpSpPr>
            <a:xfrm>
              <a:off x="6007100" y="5600700"/>
              <a:ext cx="2641600" cy="573446"/>
              <a:chOff x="6654800" y="3187700"/>
              <a:chExt cx="2641600" cy="573446"/>
            </a:xfrm>
          </p:grpSpPr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D4ADF513-A7C3-0143-9B0C-2D1C1BD238A3}"/>
                  </a:ext>
                </a:extLst>
              </p:cNvPr>
              <p:cNvSpPr txBox="1"/>
              <p:nvPr/>
            </p:nvSpPr>
            <p:spPr>
              <a:xfrm>
                <a:off x="6654800" y="3187700"/>
                <a:ext cx="1473200" cy="319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HTTP reply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4A2FC18F-0291-6D46-A3C7-EB72BDA4044F}"/>
                  </a:ext>
                </a:extLst>
              </p:cNvPr>
              <p:cNvSpPr txBox="1"/>
              <p:nvPr/>
            </p:nvSpPr>
            <p:spPr>
              <a:xfrm>
                <a:off x="6781800" y="3441700"/>
                <a:ext cx="2514600" cy="319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Set cookie: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7493</a:t>
                </a:r>
              </a:p>
            </p:txBody>
          </p:sp>
        </p:grpSp>
      </p:grpSp>
      <p:sp>
        <p:nvSpPr>
          <p:cNvPr id="221" name="TextBox 220">
            <a:extLst>
              <a:ext uri="{FF2B5EF4-FFF2-40B4-BE49-F238E27FC236}">
                <a16:creationId xmlns:a16="http://schemas.microsoft.com/office/drawing/2014/main" id="{DE7219FE-2D26-9D42-AE4E-0D7F7B3AF5E9}"/>
              </a:ext>
            </a:extLst>
          </p:cNvPr>
          <p:cNvSpPr txBox="1"/>
          <p:nvPr/>
        </p:nvSpPr>
        <p:spPr>
          <a:xfrm>
            <a:off x="9238709" y="5397500"/>
            <a:ext cx="2385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7493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socks.com, 2/16/22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7817062-774D-454B-8E37-CAF7A9BA9A3F}"/>
              </a:ext>
            </a:extLst>
          </p:cNvPr>
          <p:cNvSpPr/>
          <p:nvPr/>
        </p:nvSpPr>
        <p:spPr>
          <a:xfrm>
            <a:off x="152400" y="1257300"/>
            <a:ext cx="3035300" cy="2273300"/>
          </a:xfrm>
          <a:prstGeom prst="rect">
            <a:avLst/>
          </a:prstGeom>
          <a:solidFill>
            <a:schemeClr val="bg1">
              <a:alpha val="6708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73E8AE-1256-8543-903F-14016A3284D0}"/>
              </a:ext>
            </a:extLst>
          </p:cNvPr>
          <p:cNvSpPr/>
          <p:nvPr/>
        </p:nvSpPr>
        <p:spPr>
          <a:xfrm>
            <a:off x="5041900" y="1663700"/>
            <a:ext cx="1676400" cy="825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C1C141-45F3-B748-A65C-DC6615D1E4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8900" y="1705046"/>
            <a:ext cx="1447800" cy="777076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4EFDBB5A-1D49-7740-BFA3-76D3B419C8FA}"/>
              </a:ext>
            </a:extLst>
          </p:cNvPr>
          <p:cNvGrpSpPr/>
          <p:nvPr/>
        </p:nvGrpSpPr>
        <p:grpSpPr>
          <a:xfrm>
            <a:off x="2946400" y="2946400"/>
            <a:ext cx="3797300" cy="1333500"/>
            <a:chOff x="2946400" y="2946400"/>
            <a:chExt cx="3797300" cy="1333500"/>
          </a:xfrm>
        </p:grpSpPr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EA8EEB57-D796-A44F-AABC-98D2692E45FA}"/>
                </a:ext>
              </a:extLst>
            </p:cNvPr>
            <p:cNvSpPr txBox="1"/>
            <p:nvPr/>
          </p:nvSpPr>
          <p:spPr>
            <a:xfrm>
              <a:off x="2946400" y="3733800"/>
              <a:ext cx="1866900" cy="3194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cookie: 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1634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7F4D187-FD30-4243-9DC3-FEED945AA79A}"/>
                </a:ext>
              </a:extLst>
            </p:cNvPr>
            <p:cNvGrpSpPr/>
            <p:nvPr/>
          </p:nvGrpSpPr>
          <p:grpSpPr>
            <a:xfrm>
              <a:off x="3771900" y="2946400"/>
              <a:ext cx="2971800" cy="1333500"/>
              <a:chOff x="3771900" y="2946400"/>
              <a:chExt cx="2971800" cy="1333500"/>
            </a:xfrm>
          </p:grpSpPr>
          <p:cxnSp>
            <p:nvCxnSpPr>
              <p:cNvPr id="172" name="Straight Arrow Connector 171">
                <a:extLst>
                  <a:ext uri="{FF2B5EF4-FFF2-40B4-BE49-F238E27FC236}">
                    <a16:creationId xmlns:a16="http://schemas.microsoft.com/office/drawing/2014/main" id="{B1744345-32CD-D945-8799-A1B7A26C0FC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18100" y="2971800"/>
                <a:ext cx="0" cy="1308100"/>
              </a:xfrm>
              <a:prstGeom prst="straightConnector1">
                <a:avLst/>
              </a:prstGeom>
              <a:ln w="25400">
                <a:solidFill>
                  <a:srgbClr val="0E01A0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555889BE-7365-4243-803E-53D3F804C2DC}"/>
                  </a:ext>
                </a:extLst>
              </p:cNvPr>
              <p:cNvSpPr txBox="1"/>
              <p:nvPr/>
            </p:nvSpPr>
            <p:spPr>
              <a:xfrm>
                <a:off x="5105400" y="3302000"/>
                <a:ext cx="736600" cy="5410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HTTP reply</a:t>
                </a:r>
              </a:p>
            </p:txBody>
          </p:sp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CEF64886-9C2F-0540-8430-13E580BAFE5B}"/>
                  </a:ext>
                </a:extLst>
              </p:cNvPr>
              <p:cNvGrpSpPr/>
              <p:nvPr/>
            </p:nvGrpSpPr>
            <p:grpSpPr>
              <a:xfrm>
                <a:off x="3771900" y="2946400"/>
                <a:ext cx="1473200" cy="1308100"/>
                <a:chOff x="3771900" y="2946400"/>
                <a:chExt cx="1473200" cy="1308100"/>
              </a:xfrm>
            </p:grpSpPr>
            <p:cxnSp>
              <p:nvCxnSpPr>
                <p:cNvPr id="188" name="Straight Arrow Connector 187">
                  <a:extLst>
                    <a:ext uri="{FF2B5EF4-FFF2-40B4-BE49-F238E27FC236}">
                      <a16:creationId xmlns:a16="http://schemas.microsoft.com/office/drawing/2014/main" id="{1584FBF9-445E-9940-944C-DEF9B15F5A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851400" y="2946400"/>
                  <a:ext cx="0" cy="1308100"/>
                </a:xfrm>
                <a:prstGeom prst="straightConnector1">
                  <a:avLst/>
                </a:prstGeom>
                <a:ln w="25400">
                  <a:solidFill>
                    <a:srgbClr val="0E01A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A200226F-2290-A54B-916F-CB43D1EF79D6}"/>
                    </a:ext>
                  </a:extLst>
                </p:cNvPr>
                <p:cNvSpPr txBox="1"/>
                <p:nvPr/>
              </p:nvSpPr>
              <p:spPr>
                <a:xfrm>
                  <a:off x="3771900" y="3276600"/>
                  <a:ext cx="1473200" cy="5410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HTTP 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GET</a:t>
                  </a:r>
                </a:p>
              </p:txBody>
            </p:sp>
          </p:grpSp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953EEF58-8AF1-E74B-834B-1AE029DD3520}"/>
                  </a:ext>
                </a:extLst>
              </p:cNvPr>
              <p:cNvSpPr txBox="1"/>
              <p:nvPr/>
            </p:nvSpPr>
            <p:spPr>
              <a:xfrm>
                <a:off x="4876800" y="3746500"/>
                <a:ext cx="1866900" cy="319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Set cookie: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1634</a:t>
                </a:r>
              </a:p>
            </p:txBody>
          </p:sp>
        </p:grpSp>
      </p:grpSp>
      <p:sp>
        <p:nvSpPr>
          <p:cNvPr id="191" name="TextBox 190">
            <a:extLst>
              <a:ext uri="{FF2B5EF4-FFF2-40B4-BE49-F238E27FC236}">
                <a16:creationId xmlns:a16="http://schemas.microsoft.com/office/drawing/2014/main" id="{2DA4981F-F39B-3A49-A46E-25D2EC80F748}"/>
              </a:ext>
            </a:extLst>
          </p:cNvPr>
          <p:cNvSpPr txBox="1"/>
          <p:nvPr/>
        </p:nvSpPr>
        <p:spPr>
          <a:xfrm>
            <a:off x="7010400" y="2019300"/>
            <a:ext cx="1848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1634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arts, 2/17/22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3E2282F4-4356-234C-94F2-286B1CE1E2A1}"/>
              </a:ext>
            </a:extLst>
          </p:cNvPr>
          <p:cNvSpPr txBox="1"/>
          <p:nvPr/>
        </p:nvSpPr>
        <p:spPr>
          <a:xfrm>
            <a:off x="9251409" y="5626100"/>
            <a:ext cx="2666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7493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NY Times arts, 2/15/22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AC850B-40A2-CC4E-92FB-CE11DA696EF3}"/>
              </a:ext>
            </a:extLst>
          </p:cNvPr>
          <p:cNvSpPr txBox="1"/>
          <p:nvPr/>
        </p:nvSpPr>
        <p:spPr>
          <a:xfrm>
            <a:off x="5753100" y="6108700"/>
            <a:ext cx="2269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Returned ad for socks!</a:t>
            </a:r>
          </a:p>
        </p:txBody>
      </p:sp>
    </p:spTree>
    <p:extLst>
      <p:ext uri="{BB962C8B-B14F-4D97-AF65-F5344CB8AC3E}">
        <p14:creationId xmlns:p14="http://schemas.microsoft.com/office/powerpoint/2010/main" val="3951012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" grpId="0"/>
      <p:bldP spid="222" grpId="0"/>
      <p:bldP spid="2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B051B04-ACBF-DB44-80A7-0D40AAB4EC53}"/>
              </a:ext>
            </a:extLst>
          </p:cNvPr>
          <p:cNvSpPr txBox="1"/>
          <p:nvPr/>
        </p:nvSpPr>
        <p:spPr>
          <a:xfrm>
            <a:off x="360491" y="261258"/>
            <a:ext cx="1079013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rgbClr val="0E01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Cookies: 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E01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tracking a user’s browsing behavior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44877E6-0E15-2840-BF4C-1558F629F0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541" y="1386556"/>
            <a:ext cx="10515600" cy="507139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dirty="0"/>
              <a:t>Cookies can be used to: </a:t>
            </a:r>
          </a:p>
          <a:p>
            <a:pPr marL="463550" indent="-227013">
              <a:buClr>
                <a:srgbClr val="0A14A3"/>
              </a:buClr>
              <a:buFont typeface="Wingdings" pitchFamily="2" charset="2"/>
              <a:buChar char="§"/>
            </a:pPr>
            <a:r>
              <a:rPr lang="en-US" dirty="0"/>
              <a:t>track user behavior on a given website (</a:t>
            </a:r>
            <a:r>
              <a:rPr lang="en-US" dirty="0">
                <a:solidFill>
                  <a:srgbClr val="C00000"/>
                </a:solidFill>
              </a:rPr>
              <a:t>first party cookies</a:t>
            </a:r>
            <a:r>
              <a:rPr lang="en-US" dirty="0"/>
              <a:t>)</a:t>
            </a:r>
          </a:p>
          <a:p>
            <a:pPr marL="463550" indent="-227013">
              <a:buClr>
                <a:srgbClr val="0A14A3"/>
              </a:buClr>
              <a:buFont typeface="Wingdings" pitchFamily="2" charset="2"/>
              <a:buChar char="§"/>
            </a:pPr>
            <a:r>
              <a:rPr lang="en-US" dirty="0"/>
              <a:t>track user behavior across multiple websites (</a:t>
            </a:r>
            <a:r>
              <a:rPr lang="en-US" dirty="0">
                <a:solidFill>
                  <a:srgbClr val="C00000"/>
                </a:solidFill>
              </a:rPr>
              <a:t>third party cookies</a:t>
            </a:r>
            <a:r>
              <a:rPr lang="en-US" dirty="0"/>
              <a:t>) without user ever choosing to visit tracker site (!)</a:t>
            </a:r>
          </a:p>
          <a:p>
            <a:pPr marL="463550" indent="-227013">
              <a:buClr>
                <a:srgbClr val="0A14A3"/>
              </a:buClr>
              <a:buFont typeface="Wingdings" pitchFamily="2" charset="2"/>
              <a:buChar char="§"/>
            </a:pPr>
            <a:r>
              <a:rPr lang="en-US" dirty="0"/>
              <a:t>tracking may be </a:t>
            </a:r>
            <a:r>
              <a:rPr lang="en-US" i="1" dirty="0"/>
              <a:t>invisible</a:t>
            </a:r>
            <a:r>
              <a:rPr lang="en-US" dirty="0"/>
              <a:t> to user:</a:t>
            </a:r>
          </a:p>
          <a:p>
            <a:pPr marL="860425" lvl="1" indent="-168275">
              <a:buClr>
                <a:srgbClr val="0A14A3"/>
              </a:buClr>
            </a:pPr>
            <a:r>
              <a:rPr lang="en-US" dirty="0"/>
              <a:t>rather than displayed ad triggering HTTP GET to tracker, could be an invisible link</a:t>
            </a:r>
          </a:p>
          <a:p>
            <a:pPr marL="920750" lvl="1" indent="-227013">
              <a:buClr>
                <a:srgbClr val="0A14A3"/>
              </a:buClr>
              <a:buFont typeface="Wingdings" pitchFamily="2" charset="2"/>
              <a:buChar char="§"/>
            </a:pPr>
            <a:endParaRPr lang="en-US" dirty="0"/>
          </a:p>
          <a:p>
            <a:pPr marL="236537" indent="0">
              <a:buClr>
                <a:srgbClr val="0A14A3"/>
              </a:buClr>
              <a:buNone/>
            </a:pPr>
            <a:r>
              <a:rPr lang="en-US" dirty="0"/>
              <a:t>third party tracking via cookies:</a:t>
            </a:r>
          </a:p>
          <a:p>
            <a:pPr marL="692150" indent="-341313">
              <a:buClr>
                <a:srgbClr val="0A14A3"/>
              </a:buClr>
              <a:buFont typeface="Wingdings" pitchFamily="2" charset="2"/>
              <a:buChar char="§"/>
            </a:pPr>
            <a:r>
              <a:rPr lang="en-US" dirty="0"/>
              <a:t>disabled by default in Firefox, Safari browsers</a:t>
            </a:r>
          </a:p>
          <a:p>
            <a:pPr marL="692150" indent="-341313">
              <a:buClr>
                <a:srgbClr val="0A14A3"/>
              </a:buClr>
              <a:buFont typeface="Wingdings" pitchFamily="2" charset="2"/>
              <a:buChar char="§"/>
            </a:pPr>
            <a:r>
              <a:rPr lang="en-US" dirty="0"/>
              <a:t>to be disabled in Chrome browser in 2023</a:t>
            </a:r>
          </a:p>
        </p:txBody>
      </p:sp>
    </p:spTree>
    <p:extLst>
      <p:ext uri="{BB962C8B-B14F-4D97-AF65-F5344CB8AC3E}">
        <p14:creationId xmlns:p14="http://schemas.microsoft.com/office/powerpoint/2010/main" val="4115819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B051B04-ACBF-DB44-80A7-0D40AAB4EC53}"/>
              </a:ext>
            </a:extLst>
          </p:cNvPr>
          <p:cNvSpPr txBox="1"/>
          <p:nvPr/>
        </p:nvSpPr>
        <p:spPr>
          <a:xfrm>
            <a:off x="360491" y="261258"/>
            <a:ext cx="270189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E01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References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44877E6-0E15-2840-BF4C-1558F629F0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541" y="1386556"/>
            <a:ext cx="10515600" cy="507139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Computer Networking: A Top-Down Approach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Chapter 2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TCP/IP Protocol Suite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Chapter 22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hlinkClick r:id="rId3"/>
              </a:rPr>
              <a:t>https://www.youtube.com/watch?v=h2kdEvquRY4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hlinkClick r:id="rId3"/>
              </a:rPr>
              <a:t>https://www.scaler.com/topics/persistent-connection-http/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9920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B051B04-ACBF-DB44-80A7-0D40AAB4EC53}"/>
              </a:ext>
            </a:extLst>
          </p:cNvPr>
          <p:cNvSpPr txBox="1"/>
          <p:nvPr/>
        </p:nvSpPr>
        <p:spPr>
          <a:xfrm>
            <a:off x="4206625" y="2841511"/>
            <a:ext cx="41832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0E01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25973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18535</TotalTime>
  <Words>2583</Words>
  <Application>Microsoft Office PowerPoint</Application>
  <PresentationFormat>Widescreen</PresentationFormat>
  <Paragraphs>441</Paragraphs>
  <Slides>41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41</vt:i4>
      </vt:variant>
    </vt:vector>
  </HeadingPairs>
  <TitlesOfParts>
    <vt:vector size="53" baseType="lpstr">
      <vt:lpstr>ＭＳ Ｐゴシック</vt:lpstr>
      <vt:lpstr>Arial</vt:lpstr>
      <vt:lpstr>Calibri</vt:lpstr>
      <vt:lpstr>Calibri Light</vt:lpstr>
      <vt:lpstr>Comic Sans MS</vt:lpstr>
      <vt:lpstr>Courier New</vt:lpstr>
      <vt:lpstr>Times New Roman</vt:lpstr>
      <vt:lpstr>Wingdings</vt:lpstr>
      <vt:lpstr>ZapfDingbats</vt:lpstr>
      <vt:lpstr>Office Theme</vt:lpstr>
      <vt:lpstr>1_Office Theme</vt:lpstr>
      <vt:lpstr>3_Office Theme</vt:lpstr>
      <vt:lpstr>PowerPoint Presentation</vt:lpstr>
      <vt:lpstr>Application layer: overview</vt:lpstr>
      <vt:lpstr>HTTP connections: Pre-requisite</vt:lpstr>
      <vt:lpstr>HTTP connections: Pre-requisite</vt:lpstr>
      <vt:lpstr>HTTP connections: two types</vt:lpstr>
      <vt:lpstr>HTTP connections: Non-persistent</vt:lpstr>
      <vt:lpstr>HTTP connections: Non-persistent</vt:lpstr>
      <vt:lpstr>HTTP connections: Non-persistent</vt:lpstr>
      <vt:lpstr>HTTP connections: Non-persistent</vt:lpstr>
      <vt:lpstr>HTTP connections: Persistent</vt:lpstr>
      <vt:lpstr>HTTP connections: Persistent</vt:lpstr>
      <vt:lpstr>HTTP connections: Persistent</vt:lpstr>
      <vt:lpstr>HTTP connections: Persistent</vt:lpstr>
      <vt:lpstr>HTTP connections: two types</vt:lpstr>
      <vt:lpstr>Non-persistent HTTP: example</vt:lpstr>
      <vt:lpstr>Non-persistent HTTP: example (cont.)</vt:lpstr>
      <vt:lpstr>Non-persistent HTTP: response time</vt:lpstr>
      <vt:lpstr>Persistent HTTP (HTTP 1.1)</vt:lpstr>
      <vt:lpstr>Pipelining</vt:lpstr>
      <vt:lpstr>Persistent HTTP</vt:lpstr>
      <vt:lpstr>“Persistent without pipelining” most common</vt:lpstr>
      <vt:lpstr>HTTP protocol – message format</vt:lpstr>
      <vt:lpstr>HTTP protocol – message format</vt:lpstr>
      <vt:lpstr>Method Types</vt:lpstr>
      <vt:lpstr>HTTP protocol – message format</vt:lpstr>
      <vt:lpstr>HTTP messages – an example</vt:lpstr>
      <vt:lpstr>HTTP response status codes</vt:lpstr>
      <vt:lpstr>PowerPoint Presentation</vt:lpstr>
      <vt:lpstr>Other HTTP request messages</vt:lpstr>
      <vt:lpstr>Trying out HTTP (client side) for yourself</vt:lpstr>
      <vt:lpstr>Maintaining user/server state: cookies</vt:lpstr>
      <vt:lpstr>Maintaining user/server state: cookies</vt:lpstr>
      <vt:lpstr>Maintaining user/server state: cookies</vt:lpstr>
      <vt:lpstr>HTTP cookies: comments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Kurose</dc:creator>
  <cp:lastModifiedBy>KUET CSE501</cp:lastModifiedBy>
  <cp:revision>381</cp:revision>
  <dcterms:created xsi:type="dcterms:W3CDTF">2020-01-18T07:24:59Z</dcterms:created>
  <dcterms:modified xsi:type="dcterms:W3CDTF">2025-08-17T02:54:05Z</dcterms:modified>
</cp:coreProperties>
</file>