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1214" r:id="rId2"/>
    <p:sldId id="1215" r:id="rId3"/>
    <p:sldId id="1112" r:id="rId4"/>
    <p:sldId id="1113" r:id="rId5"/>
    <p:sldId id="1212" r:id="rId6"/>
    <p:sldId id="1114" r:id="rId7"/>
    <p:sldId id="1115" r:id="rId8"/>
    <p:sldId id="1213" r:id="rId9"/>
    <p:sldId id="1116" r:id="rId10"/>
    <p:sldId id="1125" r:id="rId11"/>
    <p:sldId id="1117" r:id="rId12"/>
    <p:sldId id="1118" r:id="rId13"/>
    <p:sldId id="1119" r:id="rId14"/>
    <p:sldId id="1120" r:id="rId15"/>
    <p:sldId id="1121" r:id="rId16"/>
    <p:sldId id="1122" r:id="rId17"/>
    <p:sldId id="1123" r:id="rId18"/>
    <p:sldId id="112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04" userDrawn="1">
          <p15:clr>
            <a:srgbClr val="A4A3A4"/>
          </p15:clr>
        </p15:guide>
        <p15:guide id="2" pos="5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A3"/>
    <a:srgbClr val="9CDFF9"/>
    <a:srgbClr val="010086"/>
    <a:srgbClr val="CCCCFF"/>
    <a:srgbClr val="3C6CDF"/>
    <a:srgbClr val="0000A8"/>
    <a:srgbClr val="C96B72"/>
    <a:srgbClr val="B8C2C9"/>
    <a:srgbClr val="D6DCE0"/>
    <a:srgbClr val="01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601" autoAdjust="0"/>
    <p:restoredTop sz="93883" autoAdjust="0"/>
  </p:normalViewPr>
  <p:slideViewPr>
    <p:cSldViewPr snapToGrid="0" snapToObjects="1">
      <p:cViewPr varScale="1">
        <p:scale>
          <a:sx n="68" d="100"/>
          <a:sy n="68" d="100"/>
        </p:scale>
        <p:origin x="212" y="48"/>
      </p:cViewPr>
      <p:guideLst>
        <p:guide orient="horz" pos="1104"/>
        <p:guide pos="576"/>
      </p:guideLst>
    </p:cSldViewPr>
  </p:slideViewPr>
  <p:outlineViewPr>
    <p:cViewPr>
      <p:scale>
        <a:sx n="33" d="100"/>
        <a:sy n="33" d="100"/>
      </p:scale>
      <p:origin x="0" y="-415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 History</a:t>
            </a:r>
          </a:p>
          <a:p>
            <a:endParaRPr lang="en-US" dirty="0"/>
          </a:p>
          <a:p>
            <a:r>
              <a:rPr lang="en-US" dirty="0"/>
              <a:t>8.1. Updates throughout, including a lot more animations.  These are the ppt files used to make Chapter 2 online lectures in Sept. 2020.</a:t>
            </a:r>
          </a:p>
          <a:p>
            <a:endParaRPr lang="en-US" dirty="0"/>
          </a:p>
          <a:p>
            <a:r>
              <a:rPr lang="en-US" dirty="0"/>
              <a:t>8.0  (April 2020)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slides reformatted for 16:9 aspect ratio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slides updated to 8</a:t>
            </a:r>
            <a:r>
              <a:rPr lang="en-US" baseline="30000" dirty="0"/>
              <a:t>th</a:t>
            </a:r>
            <a:r>
              <a:rPr lang="en-US" dirty="0"/>
              <a:t> edition material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Use of Calibri font, rather that Gill Sans MT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Add LOTS more animation throughout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6074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60603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26978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35963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82638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25654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53366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25739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61373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78360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53891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93203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25058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61558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78221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33987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89164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7821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7F1199A-45E4-9E4D-95C0-396A8A9C6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6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446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873D4E-4EDA-1349-AB14-5DC995B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958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131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C6EBB-9D5E-E84A-9BCA-EA7E05FD1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16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A3"/>
          </a:solidFill>
          <a:latin typeface="+mj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9A9F684E-5DD1-6543-95D2-8EB5E7619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84196"/>
            <a:ext cx="12192000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85000"/>
              </a:lnSpc>
            </a:pP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Chapter 2</a:t>
            </a:r>
            <a:r>
              <a:rPr lang="en-US" altLang="en-US" sz="6000" b="1" dirty="0">
                <a:solidFill>
                  <a:srgbClr val="000099"/>
                </a:solidFill>
                <a:latin typeface="+mj-lt"/>
              </a:rPr>
              <a:t/>
            </a:r>
            <a:br>
              <a:rPr lang="en-US" altLang="en-US" sz="6000" b="1" dirty="0">
                <a:solidFill>
                  <a:srgbClr val="000099"/>
                </a:solidFill>
                <a:latin typeface="+mj-lt"/>
              </a:rPr>
            </a:b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Application Layer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C65C94-9E94-6144-BDBB-A8F5D511E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037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/>
          <a:lstStyle/>
          <a:p>
            <a:r>
              <a:rPr lang="en-US" altLang="en-US" dirty="0">
                <a:cs typeface="Calibri" panose="020F0502020204030204" pitchFamily="34" charset="0"/>
              </a:rPr>
              <a:t>Application layer: overview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0CCA17D-ECA8-CE46-82AC-A0AF8C3B62BD}"/>
              </a:ext>
            </a:extLst>
          </p:cNvPr>
          <p:cNvSpPr txBox="1">
            <a:spLocks/>
          </p:cNvSpPr>
          <p:nvPr/>
        </p:nvSpPr>
        <p:spPr>
          <a:xfrm>
            <a:off x="809241" y="1870563"/>
            <a:ext cx="11228787" cy="435133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marR="0" lvl="0" indent="-4016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prstClr val="white">
                  <a:lumMod val="75000"/>
                </a:prstClr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Principles of network applications</a:t>
            </a:r>
          </a:p>
          <a:p>
            <a:pPr marL="401638" indent="-401638">
              <a:buClr>
                <a:prstClr val="white">
                  <a:lumMod val="75000"/>
                </a:prstClr>
              </a:buClr>
              <a:defRPr/>
            </a:pPr>
            <a:r>
              <a:rPr lang="en-US" sz="3200" dirty="0">
                <a:solidFill>
                  <a:prstClr val="white">
                    <a:lumMod val="75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Web and </a:t>
            </a:r>
            <a:r>
              <a:rPr lang="en-US" sz="3200" dirty="0" smtClean="0">
                <a:solidFill>
                  <a:prstClr val="white">
                    <a:lumMod val="75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HTTP</a:t>
            </a:r>
          </a:p>
          <a:p>
            <a:pPr marL="401638" indent="-401638">
              <a:buClr>
                <a:prstClr val="white">
                  <a:lumMod val="75000"/>
                </a:prstClr>
              </a:buClr>
              <a:defRPr/>
            </a:pPr>
            <a:r>
              <a:rPr lang="en-US" sz="3200" dirty="0" smtClean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Web Cache and HTTP/2</a:t>
            </a:r>
          </a:p>
          <a:p>
            <a:pPr marL="401638" indent="-401638">
              <a:buClr>
                <a:prstClr val="white">
                  <a:lumMod val="75000"/>
                </a:prstClr>
              </a:buClr>
              <a:defRPr/>
            </a:pP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The Domain Name System DNS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07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DNS: Domain Name System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127" name="Rectangle 3">
            <a:extLst>
              <a:ext uri="{FF2B5EF4-FFF2-40B4-BE49-F238E27FC236}">
                <a16:creationId xmlns:a16="http://schemas.microsoft.com/office/drawing/2014/main" id="{35F7BF1A-0385-C246-9EE3-5E4E54C86490}"/>
              </a:ext>
            </a:extLst>
          </p:cNvPr>
          <p:cNvSpPr txBox="1">
            <a:spLocks noChangeArrowheads="1"/>
          </p:cNvSpPr>
          <p:nvPr/>
        </p:nvSpPr>
        <p:spPr>
          <a:xfrm>
            <a:off x="753721" y="1340962"/>
            <a:ext cx="4901973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many identifiers: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SSN, name, passport #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Internet hosts, routers: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IP address (32 bit) - used for addressing datagrams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“name”, e.g., cs.umass.edu - used by humans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1" u="sng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Q: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how to map between IP address and name, and vice versa ?</a:t>
            </a:r>
          </a:p>
        </p:txBody>
      </p:sp>
      <p:sp>
        <p:nvSpPr>
          <p:cNvPr id="128" name="Rectangle 4">
            <a:extLst>
              <a:ext uri="{FF2B5EF4-FFF2-40B4-BE49-F238E27FC236}">
                <a16:creationId xmlns:a16="http://schemas.microsoft.com/office/drawing/2014/main" id="{3851BC29-45CA-8744-BD4D-21254F83A516}"/>
              </a:ext>
            </a:extLst>
          </p:cNvPr>
          <p:cNvSpPr txBox="1">
            <a:spLocks noChangeArrowheads="1"/>
          </p:cNvSpPr>
          <p:nvPr/>
        </p:nvSpPr>
        <p:spPr>
          <a:xfrm>
            <a:off x="5592033" y="1281002"/>
            <a:ext cx="6088112" cy="500697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Domain Name System (DNS):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distributed database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implemented in hierarchy of many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name servers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application-layer protocol: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hosts, DNS servers communicate to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resolve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names (address/name translation)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note: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core Internet function,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implemented as application-layer protocol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complexity at network’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 “edge”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49189B4D-1C2B-F245-A96D-9F110BA47D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8561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DNS: services, structure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4A8BD0F-3C0D-E143-B2CB-EB155AB75267}"/>
              </a:ext>
            </a:extLst>
          </p:cNvPr>
          <p:cNvSpPr txBox="1">
            <a:spLocks noChangeArrowheads="1"/>
          </p:cNvSpPr>
          <p:nvPr/>
        </p:nvSpPr>
        <p:spPr>
          <a:xfrm>
            <a:off x="6618515" y="1271135"/>
            <a:ext cx="4978400" cy="226377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Q: Why not centralize DNS?</a:t>
            </a:r>
          </a:p>
          <a:p>
            <a:pPr marL="58261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single point of failure</a:t>
            </a:r>
          </a:p>
          <a:p>
            <a:pPr marL="58261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traffic volume</a:t>
            </a:r>
          </a:p>
          <a:p>
            <a:pPr marL="58261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distant centralized database</a:t>
            </a:r>
          </a:p>
          <a:p>
            <a:pPr marL="582613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maintenance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7F0F378-5315-734B-B54E-DEAB8A692F94}"/>
              </a:ext>
            </a:extLst>
          </p:cNvPr>
          <p:cNvSpPr txBox="1">
            <a:spLocks noChangeArrowheads="1"/>
          </p:cNvSpPr>
          <p:nvPr/>
        </p:nvSpPr>
        <p:spPr>
          <a:xfrm>
            <a:off x="731837" y="1300163"/>
            <a:ext cx="5808663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DNS services: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hostname-to-IP-address translation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 aliasing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canonical, alias names</a:t>
            </a:r>
          </a:p>
          <a:p>
            <a:pPr marL="460375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mail server aliasing</a:t>
            </a:r>
          </a:p>
          <a:p>
            <a:pPr marL="460375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load distribution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replicated Web servers: many IP addresses correspond to one name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" name="Text Box 11">
            <a:extLst>
              <a:ext uri="{FF2B5EF4-FFF2-40B4-BE49-F238E27FC236}">
                <a16:creationId xmlns:a16="http://schemas.microsoft.com/office/drawing/2014/main" id="{53ABE19B-9E03-F747-BF91-159D30C79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7862" y="3709428"/>
            <a:ext cx="4956937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6075" marR="0" lvl="0" indent="-3317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A: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doesn‘t</a:t>
            </a:r>
            <a:r>
              <a:rPr kumimoji="0" lang="en-US" altLang="ja-JP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scale!</a:t>
            </a:r>
          </a:p>
          <a:p>
            <a:pPr marL="466725" marR="0" lvl="0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Comcast DNS servers alone: 600B DNS queries/day</a:t>
            </a:r>
          </a:p>
          <a:p>
            <a:pPr marL="466725" marR="0" lvl="0" indent="-2921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Akamai DNS servers alone: 2.2T DNS queries/day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8C5D9A65-B07F-4447-BD43-21050C29FF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023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091" y="306258"/>
            <a:ext cx="10515600" cy="894622"/>
          </a:xfrm>
        </p:spPr>
        <p:txBody>
          <a:bodyPr>
            <a:normAutofit/>
          </a:bodyPr>
          <a:lstStyle/>
          <a:p>
            <a:r>
              <a:rPr 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Thinking about the DNS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7F0F378-5315-734B-B54E-DEAB8A692F94}"/>
              </a:ext>
            </a:extLst>
          </p:cNvPr>
          <p:cNvSpPr txBox="1">
            <a:spLocks noChangeArrowheads="1"/>
          </p:cNvSpPr>
          <p:nvPr/>
        </p:nvSpPr>
        <p:spPr>
          <a:xfrm>
            <a:off x="731837" y="1300163"/>
            <a:ext cx="6338434" cy="105357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humongous distributed database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:</a:t>
            </a:r>
          </a:p>
          <a:p>
            <a:pPr marL="350838" marR="0" lvl="0" indent="-23495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>
                <a:tab pos="49213" algn="l"/>
              </a:tabLst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~ billion records, each simple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D59926F4-E2F6-1848-9764-95A9708A0595}"/>
              </a:ext>
            </a:extLst>
          </p:cNvPr>
          <p:cNvSpPr txBox="1">
            <a:spLocks noChangeArrowheads="1"/>
          </p:cNvSpPr>
          <p:nvPr/>
        </p:nvSpPr>
        <p:spPr>
          <a:xfrm>
            <a:off x="716718" y="2281087"/>
            <a:ext cx="5971949" cy="2307847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handles many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trillions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of queries/day:</a:t>
            </a:r>
          </a:p>
          <a:p>
            <a:pPr marL="350838" marR="0" lvl="0" indent="-217488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many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more reads than writes</a:t>
            </a:r>
          </a:p>
          <a:p>
            <a:pPr marL="350838" marR="0" lvl="0" indent="-217488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performance matters: 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almost every Internet transaction interacts with DNS - msecs count!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E3BA487B-2F58-E448-B437-CA4351F78A23}"/>
              </a:ext>
            </a:extLst>
          </p:cNvPr>
          <p:cNvSpPr txBox="1">
            <a:spLocks noChangeArrowheads="1"/>
          </p:cNvSpPr>
          <p:nvPr/>
        </p:nvSpPr>
        <p:spPr>
          <a:xfrm>
            <a:off x="716717" y="4432300"/>
            <a:ext cx="7038749" cy="1358901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organizationally, physically decentralized: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millions of different organizations responsible for their records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E516052B-584F-8049-894E-365DF65A8B5A}"/>
              </a:ext>
            </a:extLst>
          </p:cNvPr>
          <p:cNvSpPr txBox="1">
            <a:spLocks noChangeArrowheads="1"/>
          </p:cNvSpPr>
          <p:nvPr/>
        </p:nvSpPr>
        <p:spPr>
          <a:xfrm>
            <a:off x="750584" y="5871634"/>
            <a:ext cx="7038749" cy="563034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“bulletproof”: reliability, security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1026" name="Picture 2" descr="SEC Says That It's Not Easy Determining Whether Teva Whistleblowers Are  Deserving Of A Bounty - FCPA Professor">
            <a:extLst>
              <a:ext uri="{FF2B5EF4-FFF2-40B4-BE49-F238E27FC236}">
                <a16:creationId xmlns:a16="http://schemas.microsoft.com/office/drawing/2014/main" id="{C4E09384-BA5E-E74E-8F77-28797AFC9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7866" y="4143022"/>
            <a:ext cx="2937933" cy="2448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0A6AE1E9-B3D7-7642-9CCD-3E2A0C33B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0571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DNS: a distributed, hierarchical </a:t>
            </a:r>
            <a:r>
              <a:rPr lang="en-US" alt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d</a:t>
            </a:r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atabase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30" name="Rectangle 22">
            <a:extLst>
              <a:ext uri="{FF2B5EF4-FFF2-40B4-BE49-F238E27FC236}">
                <a16:creationId xmlns:a16="http://schemas.microsoft.com/office/drawing/2014/main" id="{A444882F-E18F-DD45-9D52-E80EEEA5B2C4}"/>
              </a:ext>
            </a:extLst>
          </p:cNvPr>
          <p:cNvSpPr txBox="1">
            <a:spLocks noChangeArrowheads="1"/>
          </p:cNvSpPr>
          <p:nvPr/>
        </p:nvSpPr>
        <p:spPr>
          <a:xfrm>
            <a:off x="478971" y="4398565"/>
            <a:ext cx="11713029" cy="21336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 wants IP address for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www.amazon.com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; 1</a:t>
            </a:r>
            <a:r>
              <a:rPr kumimoji="0" lang="en-US" altLang="en-US" sz="2800" b="0" i="0" u="none" strike="noStrike" kern="1200" cap="none" spc="0" normalizeH="0" baseline="3000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approximation: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 queries root server to find .com DNS server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 queries .com DNS server to get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amazon.com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DNS server</a:t>
            </a:r>
          </a:p>
          <a:p>
            <a:pPr marL="460375" marR="0" lvl="0" indent="-215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 queries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amazon.com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DNS server to get  IP address for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www.amazon.com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6A00663-77DA-9B4C-A51A-04EBC6FBCCA0}"/>
              </a:ext>
            </a:extLst>
          </p:cNvPr>
          <p:cNvGrpSpPr/>
          <p:nvPr/>
        </p:nvGrpSpPr>
        <p:grpSpPr>
          <a:xfrm>
            <a:off x="1321991" y="1815164"/>
            <a:ext cx="10791292" cy="1046691"/>
            <a:chOff x="1321991" y="1815164"/>
            <a:chExt cx="10791292" cy="1046691"/>
          </a:xfrm>
        </p:grpSpPr>
        <p:sp>
          <p:nvSpPr>
            <p:cNvPr id="12" name="Text Box 4">
              <a:extLst>
                <a:ext uri="{FF2B5EF4-FFF2-40B4-BE49-F238E27FC236}">
                  <a16:creationId xmlns:a16="http://schemas.microsoft.com/office/drawing/2014/main" id="{8DB0E7C3-8033-5949-9183-2915D95A75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1991" y="2431570"/>
              <a:ext cx="2057411" cy="368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.com DNS servers</a:t>
              </a:r>
            </a:p>
          </p:txBody>
        </p:sp>
        <p:sp>
          <p:nvSpPr>
            <p:cNvPr id="13" name="Text Box 5">
              <a:extLst>
                <a:ext uri="{FF2B5EF4-FFF2-40B4-BE49-F238E27FC236}">
                  <a16:creationId xmlns:a16="http://schemas.microsoft.com/office/drawing/2014/main" id="{2E5F716F-8E9B-6F4D-879A-CC62D69D95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9789" y="2432961"/>
              <a:ext cx="1954541" cy="368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.org DNS servers</a:t>
              </a:r>
            </a:p>
          </p:txBody>
        </p:sp>
        <p:sp>
          <p:nvSpPr>
            <p:cNvPr id="14" name="Text Box 6">
              <a:extLst>
                <a:ext uri="{FF2B5EF4-FFF2-40B4-BE49-F238E27FC236}">
                  <a16:creationId xmlns:a16="http://schemas.microsoft.com/office/drawing/2014/main" id="{67230760-6F08-C443-A901-7D6991E095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6026" y="2432961"/>
              <a:ext cx="2005231" cy="368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.edu DNS servers</a:t>
              </a:r>
            </a:p>
          </p:txBody>
        </p:sp>
        <p:sp>
          <p:nvSpPr>
            <p:cNvPr id="15" name="Line 7">
              <a:extLst>
                <a:ext uri="{FF2B5EF4-FFF2-40B4-BE49-F238E27FC236}">
                  <a16:creationId xmlns:a16="http://schemas.microsoft.com/office/drawing/2014/main" id="{BA67319E-9089-5D4D-83FF-3AE2DB5B13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38547" y="1831861"/>
              <a:ext cx="2075302" cy="60110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Line 8">
              <a:extLst>
                <a:ext uri="{FF2B5EF4-FFF2-40B4-BE49-F238E27FC236}">
                  <a16:creationId xmlns:a16="http://schemas.microsoft.com/office/drawing/2014/main" id="{64A53551-2118-9045-B6B4-1F713C8B8A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1588" y="1815164"/>
              <a:ext cx="0" cy="61640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Line 9">
              <a:extLst>
                <a:ext uri="{FF2B5EF4-FFF2-40B4-BE49-F238E27FC236}">
                  <a16:creationId xmlns:a16="http://schemas.microsoft.com/office/drawing/2014/main" id="{B45A6D89-577E-7C44-A516-DED5E6DB81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7908" y="1831861"/>
              <a:ext cx="2146864" cy="6011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Text Box 29">
              <a:extLst>
                <a:ext uri="{FF2B5EF4-FFF2-40B4-BE49-F238E27FC236}">
                  <a16:creationId xmlns:a16="http://schemas.microsoft.com/office/drawing/2014/main" id="{B9DABBB2-671A-2742-937B-8D9DEE87BF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6204" y="1934852"/>
              <a:ext cx="438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29" name="Text Box 30">
              <a:extLst>
                <a:ext uri="{FF2B5EF4-FFF2-40B4-BE49-F238E27FC236}">
                  <a16:creationId xmlns:a16="http://schemas.microsoft.com/office/drawing/2014/main" id="{F8EBAC0E-17AF-6147-BA8E-98BDF7436D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5966" y="1923399"/>
              <a:ext cx="438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7834A79-77AF-0047-9901-2474CA5CB805}"/>
                </a:ext>
              </a:extLst>
            </p:cNvPr>
            <p:cNvSpPr txBox="1"/>
            <p:nvPr/>
          </p:nvSpPr>
          <p:spPr>
            <a:xfrm>
              <a:off x="9724296" y="2400190"/>
              <a:ext cx="23889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Top Level Domain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A62B1BD-DD42-D845-9BBE-BE085C24631D}"/>
              </a:ext>
            </a:extLst>
          </p:cNvPr>
          <p:cNvGrpSpPr/>
          <p:nvPr/>
        </p:nvGrpSpPr>
        <p:grpSpPr>
          <a:xfrm>
            <a:off x="3874373" y="1407648"/>
            <a:ext cx="7294880" cy="461665"/>
            <a:chOff x="3874373" y="1407648"/>
            <a:chExt cx="7294880" cy="461665"/>
          </a:xfrm>
        </p:grpSpPr>
        <p:sp>
          <p:nvSpPr>
            <p:cNvPr id="11" name="Text Box 2">
              <a:extLst>
                <a:ext uri="{FF2B5EF4-FFF2-40B4-BE49-F238E27FC236}">
                  <a16:creationId xmlns:a16="http://schemas.microsoft.com/office/drawing/2014/main" id="{10CE294D-681E-A241-BD53-A34355A364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4373" y="1432519"/>
              <a:ext cx="2064866" cy="367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Root DNS Servers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06AE851-5852-CE4F-8F0F-42EF70A401C4}"/>
                </a:ext>
              </a:extLst>
            </p:cNvPr>
            <p:cNvSpPr txBox="1"/>
            <p:nvPr/>
          </p:nvSpPr>
          <p:spPr>
            <a:xfrm>
              <a:off x="10397760" y="1407648"/>
              <a:ext cx="7714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Root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C7CCAC6-2E30-B94C-ABE6-16301CFD8E18}"/>
              </a:ext>
            </a:extLst>
          </p:cNvPr>
          <p:cNvGrpSpPr/>
          <p:nvPr/>
        </p:nvGrpSpPr>
        <p:grpSpPr>
          <a:xfrm>
            <a:off x="877709" y="2766905"/>
            <a:ext cx="10877911" cy="1053317"/>
            <a:chOff x="877709" y="2766905"/>
            <a:chExt cx="10877911" cy="1053317"/>
          </a:xfrm>
        </p:grpSpPr>
        <p:sp>
          <p:nvSpPr>
            <p:cNvPr id="18" name="Text Box 10">
              <a:extLst>
                <a:ext uri="{FF2B5EF4-FFF2-40B4-BE49-F238E27FC236}">
                  <a16:creationId xmlns:a16="http://schemas.microsoft.com/office/drawing/2014/main" id="{48A982BB-AB47-3F43-B500-136E591676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1887" y="3150942"/>
              <a:ext cx="1478951" cy="641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nyu.edu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DNS servers</a:t>
              </a:r>
            </a:p>
          </p:txBody>
        </p:sp>
        <p:sp>
          <p:nvSpPr>
            <p:cNvPr id="19" name="Text Box 11">
              <a:extLst>
                <a:ext uri="{FF2B5EF4-FFF2-40B4-BE49-F238E27FC236}">
                  <a16:creationId xmlns:a16="http://schemas.microsoft.com/office/drawing/2014/main" id="{2B6BDDC7-E847-3847-933D-4C32FCB6E8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3272" y="3150942"/>
              <a:ext cx="1478951" cy="641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umass.edu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DNS servers</a:t>
              </a:r>
            </a:p>
          </p:txBody>
        </p:sp>
        <p:sp>
          <p:nvSpPr>
            <p:cNvPr id="20" name="Line 12">
              <a:extLst>
                <a:ext uri="{FF2B5EF4-FFF2-40B4-BE49-F238E27FC236}">
                  <a16:creationId xmlns:a16="http://schemas.microsoft.com/office/drawing/2014/main" id="{320DE5FB-B16F-134F-A6AE-3A733BA85D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74130" y="2766905"/>
              <a:ext cx="559079" cy="4202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Line 13">
              <a:extLst>
                <a:ext uri="{FF2B5EF4-FFF2-40B4-BE49-F238E27FC236}">
                  <a16:creationId xmlns:a16="http://schemas.microsoft.com/office/drawing/2014/main" id="{083E8C6B-45A7-4E4F-BE58-4778B3424F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62582" y="2766905"/>
              <a:ext cx="500935" cy="4202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Text Box 14">
              <a:extLst>
                <a:ext uri="{FF2B5EF4-FFF2-40B4-BE49-F238E27FC236}">
                  <a16:creationId xmlns:a16="http://schemas.microsoft.com/office/drawing/2014/main" id="{36B8F6F2-4690-8E4C-937E-0E9481B1C3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7709" y="3173205"/>
              <a:ext cx="1505787" cy="6470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yahoo.com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DNS servers</a:t>
              </a:r>
            </a:p>
          </p:txBody>
        </p:sp>
        <p:sp>
          <p:nvSpPr>
            <p:cNvPr id="23" name="Text Box 15">
              <a:extLst>
                <a:ext uri="{FF2B5EF4-FFF2-40B4-BE49-F238E27FC236}">
                  <a16:creationId xmlns:a16="http://schemas.microsoft.com/office/drawing/2014/main" id="{550F9EB0-5008-3D46-90EE-C86931D200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4875" y="3150942"/>
              <a:ext cx="1492369" cy="641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amazon.com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DNS servers</a:t>
              </a:r>
            </a:p>
          </p:txBody>
        </p:sp>
        <p:sp>
          <p:nvSpPr>
            <p:cNvPr id="24" name="Line 16">
              <a:extLst>
                <a:ext uri="{FF2B5EF4-FFF2-40B4-BE49-F238E27FC236}">
                  <a16:creationId xmlns:a16="http://schemas.microsoft.com/office/drawing/2014/main" id="{369E9B65-3B7C-454D-AB1F-5B2406B160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66383" y="2773863"/>
              <a:ext cx="369738" cy="4132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Line 17">
              <a:extLst>
                <a:ext uri="{FF2B5EF4-FFF2-40B4-BE49-F238E27FC236}">
                  <a16:creationId xmlns:a16="http://schemas.microsoft.com/office/drawing/2014/main" id="{D471AC56-09F2-7C4D-B61A-6CCAD59D7C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8547" y="2773863"/>
              <a:ext cx="429373" cy="4257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Text Box 18">
              <a:extLst>
                <a:ext uri="{FF2B5EF4-FFF2-40B4-BE49-F238E27FC236}">
                  <a16:creationId xmlns:a16="http://schemas.microsoft.com/office/drawing/2014/main" id="{1C077A09-1FCB-034D-952A-AD8C28E51F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2691" y="3132853"/>
              <a:ext cx="1480442" cy="641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pbs.org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DNS servers</a:t>
              </a:r>
            </a:p>
          </p:txBody>
        </p:sp>
        <p:sp>
          <p:nvSpPr>
            <p:cNvPr id="27" name="Line 19">
              <a:extLst>
                <a:ext uri="{FF2B5EF4-FFF2-40B4-BE49-F238E27FC236}">
                  <a16:creationId xmlns:a16="http://schemas.microsoft.com/office/drawing/2014/main" id="{C40276EB-9757-DA42-B8CE-16A23EEE13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4570" y="2766905"/>
              <a:ext cx="0" cy="41743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0556E67-E222-8D43-B71A-156691CCA0D4}"/>
                </a:ext>
              </a:extLst>
            </p:cNvPr>
            <p:cNvSpPr txBox="1"/>
            <p:nvPr/>
          </p:nvSpPr>
          <p:spPr>
            <a:xfrm>
              <a:off x="9919925" y="3273362"/>
              <a:ext cx="183569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Authoritative</a:t>
              </a:r>
            </a:p>
          </p:txBody>
        </p:sp>
        <p:sp>
          <p:nvSpPr>
            <p:cNvPr id="33" name="Text Box 30">
              <a:extLst>
                <a:ext uri="{FF2B5EF4-FFF2-40B4-BE49-F238E27FC236}">
                  <a16:creationId xmlns:a16="http://schemas.microsoft.com/office/drawing/2014/main" id="{F5BAA8E7-838D-494A-81C4-58D94A012B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92568" y="2785396"/>
              <a:ext cx="438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34" name="Text Box 30">
              <a:extLst>
                <a:ext uri="{FF2B5EF4-FFF2-40B4-BE49-F238E27FC236}">
                  <a16:creationId xmlns:a16="http://schemas.microsoft.com/office/drawing/2014/main" id="{2AD59D99-9460-DA4B-AF7A-451CBE5B39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0793" y="2776330"/>
              <a:ext cx="438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35" name="Text Box 30">
              <a:extLst>
                <a:ext uri="{FF2B5EF4-FFF2-40B4-BE49-F238E27FC236}">
                  <a16:creationId xmlns:a16="http://schemas.microsoft.com/office/drawing/2014/main" id="{2B85C740-28F8-0449-B6AC-74E6864619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0346" y="2768742"/>
              <a:ext cx="438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36" name="Text Box 30">
              <a:extLst>
                <a:ext uri="{FF2B5EF4-FFF2-40B4-BE49-F238E27FC236}">
                  <a16:creationId xmlns:a16="http://schemas.microsoft.com/office/drawing/2014/main" id="{D033AF36-F2BE-7F41-93BB-422A537DEE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7758" y="2777057"/>
              <a:ext cx="438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</p:grpSp>
      <p:sp>
        <p:nvSpPr>
          <p:cNvPr id="37" name="Slide Number Placeholder 2">
            <a:extLst>
              <a:ext uri="{FF2B5EF4-FFF2-40B4-BE49-F238E27FC236}">
                <a16:creationId xmlns:a16="http://schemas.microsoft.com/office/drawing/2014/main" id="{E1EB010C-42C7-6E42-AA6D-C225E874AD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6934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C02A27-60D0-5B4D-BD6E-00C279F7F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464" y="1529543"/>
            <a:ext cx="7122656" cy="215200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62E018F-A8B8-D04F-AA86-E98C6072C4D6}"/>
              </a:ext>
            </a:extLst>
          </p:cNvPr>
          <p:cNvSpPr/>
          <p:nvPr/>
        </p:nvSpPr>
        <p:spPr>
          <a:xfrm>
            <a:off x="6940647" y="1546167"/>
            <a:ext cx="2646699" cy="379307"/>
          </a:xfrm>
          <a:prstGeom prst="rect">
            <a:avLst/>
          </a:prstGeom>
          <a:solidFill>
            <a:srgbClr val="FBBFC7">
              <a:alpha val="4117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DNS: root </a:t>
            </a:r>
            <a:r>
              <a:rPr lang="en-US" alt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n</a:t>
            </a:r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ame </a:t>
            </a:r>
            <a:r>
              <a:rPr lang="en-US" alt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s</a:t>
            </a:r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ervers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C4E20309-5EA1-134A-A365-0B330A5879DC}"/>
              </a:ext>
            </a:extLst>
          </p:cNvPr>
          <p:cNvSpPr txBox="1">
            <a:spLocks noChangeArrowheads="1"/>
          </p:cNvSpPr>
          <p:nvPr/>
        </p:nvSpPr>
        <p:spPr>
          <a:xfrm>
            <a:off x="651717" y="1432390"/>
            <a:ext cx="5444283" cy="2455182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marR="0" lvl="0" indent="-2889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official, contact-of-last-resort by name servers that can not resolve name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AE8EED64-A600-EB43-865F-526592344F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758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DNS: root </a:t>
            </a:r>
            <a:r>
              <a:rPr lang="en-US" alt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n</a:t>
            </a:r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ame </a:t>
            </a:r>
            <a:r>
              <a:rPr lang="en-US" alt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s</a:t>
            </a:r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ervers</a:t>
            </a:r>
            <a:endParaRPr lang="en-US" sz="4400" dirty="0"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7EF7A5-82F4-A842-BA4B-88DB1EA46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900" y="2856025"/>
            <a:ext cx="6261100" cy="3200400"/>
          </a:xfrm>
          <a:prstGeom prst="rect">
            <a:avLst/>
          </a:prstGeom>
        </p:spPr>
      </p:pic>
      <p:sp>
        <p:nvSpPr>
          <p:cNvPr id="31" name="Rectangle 3">
            <a:extLst>
              <a:ext uri="{FF2B5EF4-FFF2-40B4-BE49-F238E27FC236}">
                <a16:creationId xmlns:a16="http://schemas.microsoft.com/office/drawing/2014/main" id="{C4E20309-5EA1-134A-A365-0B330A5879DC}"/>
              </a:ext>
            </a:extLst>
          </p:cNvPr>
          <p:cNvSpPr txBox="1">
            <a:spLocks noChangeArrowheads="1"/>
          </p:cNvSpPr>
          <p:nvPr/>
        </p:nvSpPr>
        <p:spPr>
          <a:xfrm>
            <a:off x="651717" y="1432390"/>
            <a:ext cx="5444283" cy="2455182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marR="0" lvl="0" indent="-2889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official, contact-of-last-resort by name servers that can not resolve name</a:t>
            </a:r>
          </a:p>
          <a:p>
            <a:pPr marL="403225" marR="0" lvl="0" indent="-2889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incredibly important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Internet function</a:t>
            </a:r>
          </a:p>
          <a:p>
            <a:pPr marL="635000" marR="0" lvl="1" indent="-3175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Internet couldn’t function without it!</a:t>
            </a:r>
          </a:p>
          <a:p>
            <a:pPr marL="635000" marR="0" lvl="1" indent="-3175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DNSSEC – provides security (authentication, message integrity)</a:t>
            </a:r>
          </a:p>
          <a:p>
            <a:pPr marL="403225" marR="0" lvl="0" indent="-2889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ICANN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(Internet Corporation for Assigned Names and Numbers)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manages root DNS domain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20">
            <a:extLst>
              <a:ext uri="{FF2B5EF4-FFF2-40B4-BE49-F238E27FC236}">
                <a16:creationId xmlns:a16="http://schemas.microsoft.com/office/drawing/2014/main" id="{8ADC63BB-C973-3942-8EC6-3C13E2B38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3186" y="1752600"/>
            <a:ext cx="5142916" cy="1198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13 logical root name “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servers” worldwide each “server” replicated many times (~200 servers in US)</a:t>
            </a:r>
            <a:endParaRPr kumimoji="0" lang="en-US" altLang="ja-JP" sz="2000" b="0" i="0" u="none" strike="noStrike" kern="1200" cap="none" spc="0" normalizeH="0" baseline="0" noProof="0" dirty="0">
              <a:ln>
                <a:noFill/>
              </a:ln>
              <a:solidFill>
                <a:srgbClr val="0000A3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1527D7C4-251C-EC46-94F4-43E46D2825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4005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uiExpand="1" build="p"/>
      <p:bldP spid="3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Top-Level Domain, and </a:t>
            </a:r>
            <a:r>
              <a:rPr lang="en-US" alt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a</a:t>
            </a:r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uthoritative </a:t>
            </a:r>
            <a:r>
              <a:rPr lang="en-US" alt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s</a:t>
            </a:r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ervers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00E43FE-C520-D344-A4CF-6105B63E22D6}"/>
              </a:ext>
            </a:extLst>
          </p:cNvPr>
          <p:cNvSpPr txBox="1">
            <a:spLocks noChangeArrowheads="1"/>
          </p:cNvSpPr>
          <p:nvPr/>
        </p:nvSpPr>
        <p:spPr>
          <a:xfrm>
            <a:off x="832558" y="1286218"/>
            <a:ext cx="10868375" cy="203271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Top-Level Domain (TLD) servers:</a:t>
            </a:r>
          </a:p>
          <a:p>
            <a:pPr marL="460375" marR="0" lvl="1" indent="-287338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responsible for .com, .org, .net, .edu, .aero, .jobs, .museums, and all top-level country domains, e.g.: .cn, .uk, .fr, .ca, .jp</a:t>
            </a:r>
          </a:p>
          <a:p>
            <a:pPr marL="460375" marR="0" lvl="1" indent="-287338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Network Solutions: authoritative registry for .com, .net TLD</a:t>
            </a:r>
          </a:p>
          <a:p>
            <a:pPr marL="460375" marR="0" lvl="1" indent="-287338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Educause: .edu TLD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D24547E-6033-E341-B415-9EEF0C28B3B1}"/>
              </a:ext>
            </a:extLst>
          </p:cNvPr>
          <p:cNvSpPr txBox="1">
            <a:spLocks noChangeArrowheads="1"/>
          </p:cNvSpPr>
          <p:nvPr/>
        </p:nvSpPr>
        <p:spPr>
          <a:xfrm>
            <a:off x="714024" y="4503552"/>
            <a:ext cx="10868375" cy="182951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authoritative DNS servers: </a:t>
            </a:r>
          </a:p>
          <a:p>
            <a:pPr marL="460375" marR="0" lvl="1" indent="-2873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organization’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 own DNS server(s), providing authoritative hostname to IP mappings for organization’s named hosts </a:t>
            </a:r>
          </a:p>
          <a:p>
            <a:pPr marL="460375" marR="0" lvl="1" indent="-2873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can be maintained by organization or service provider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26F0AB-9C7D-C946-94B2-B58E3B095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332" y="3122476"/>
            <a:ext cx="5317067" cy="160647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6353F64-060B-1F4E-AD0A-5FBB20E02BE4}"/>
              </a:ext>
            </a:extLst>
          </p:cNvPr>
          <p:cNvGrpSpPr/>
          <p:nvPr/>
        </p:nvGrpSpPr>
        <p:grpSpPr>
          <a:xfrm>
            <a:off x="4419600" y="1744133"/>
            <a:ext cx="6959600" cy="2235200"/>
            <a:chOff x="4419600" y="1744133"/>
            <a:chExt cx="6959600" cy="22352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C93592B-610F-B041-9201-B6C557DB96B0}"/>
                </a:ext>
              </a:extLst>
            </p:cNvPr>
            <p:cNvSpPr/>
            <p:nvPr/>
          </p:nvSpPr>
          <p:spPr>
            <a:xfrm>
              <a:off x="6366933" y="3742267"/>
              <a:ext cx="5012267" cy="237066"/>
            </a:xfrm>
            <a:prstGeom prst="rect">
              <a:avLst/>
            </a:prstGeom>
            <a:solidFill>
              <a:srgbClr val="FBBFC7">
                <a:alpha val="4117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259AE09-DC39-F54E-8B9C-A94C202C2543}"/>
                </a:ext>
              </a:extLst>
            </p:cNvPr>
            <p:cNvCxnSpPr/>
            <p:nvPr/>
          </p:nvCxnSpPr>
          <p:spPr>
            <a:xfrm>
              <a:off x="4419600" y="1744133"/>
              <a:ext cx="1998133" cy="1998133"/>
            </a:xfrm>
            <a:prstGeom prst="line">
              <a:avLst/>
            </a:prstGeom>
            <a:ln w="95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01D7C10-72B2-BE47-9B8C-600F740CAFCE}"/>
              </a:ext>
            </a:extLst>
          </p:cNvPr>
          <p:cNvGrpSpPr/>
          <p:nvPr/>
        </p:nvGrpSpPr>
        <p:grpSpPr>
          <a:xfrm>
            <a:off x="5249333" y="4233333"/>
            <a:ext cx="6265334" cy="575734"/>
            <a:chOff x="5249333" y="4233333"/>
            <a:chExt cx="6265334" cy="57573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B251AA5-C4FF-7E4A-BCEA-7D8B252E12F3}"/>
                </a:ext>
              </a:extLst>
            </p:cNvPr>
            <p:cNvSpPr/>
            <p:nvPr/>
          </p:nvSpPr>
          <p:spPr>
            <a:xfrm>
              <a:off x="6248400" y="4233333"/>
              <a:ext cx="5266267" cy="372534"/>
            </a:xfrm>
            <a:prstGeom prst="rect">
              <a:avLst/>
            </a:prstGeom>
            <a:solidFill>
              <a:srgbClr val="FBBFC7">
                <a:alpha val="4117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91835C5-DBDE-9A48-8554-EF6EB2FAD7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9333" y="4267199"/>
              <a:ext cx="999068" cy="541868"/>
            </a:xfrm>
            <a:prstGeom prst="line">
              <a:avLst/>
            </a:prstGeom>
            <a:ln w="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363187FC-BBBC-984E-BB71-64F11F5AB9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9174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Local DNS name </a:t>
            </a:r>
            <a:r>
              <a:rPr lang="en-US" alt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s</a:t>
            </a:r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ervers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BB20960-3674-7943-92CD-05431EA8487B}"/>
              </a:ext>
            </a:extLst>
          </p:cNvPr>
          <p:cNvSpPr txBox="1">
            <a:spLocks noChangeArrowheads="1"/>
          </p:cNvSpPr>
          <p:nvPr/>
        </p:nvSpPr>
        <p:spPr>
          <a:xfrm>
            <a:off x="798691" y="1489418"/>
            <a:ext cx="10983578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936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when host makes DNS query, it is sent to its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local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DNS server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Local DNS server returns reply, answering:</a:t>
            </a:r>
          </a:p>
          <a:p>
            <a:pPr marL="1143000" marR="0" lvl="2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from its local cache of recent name-to-address translation pairs (possibly out of date!)</a:t>
            </a:r>
          </a:p>
          <a:p>
            <a:pPr marL="1143000" marR="0" lvl="2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forwarding request into DNS hierarchy for resolution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each ISP has local DNS name server; to find yours: </a:t>
            </a:r>
          </a:p>
          <a:p>
            <a:pPr marL="1143000" marR="0" lvl="2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MacOS: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% scutil --dns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Windows: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+mn-ea"/>
                <a:cs typeface="+mn-cs"/>
              </a:rPr>
              <a:t>&gt;ipconfig /all</a:t>
            </a:r>
          </a:p>
          <a:p>
            <a:pPr marL="352425" marR="0" lvl="0" indent="-2936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local DNS server doesn’t strictly belong to hierarchy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D9D88440-FC58-A548-AA80-854235DE0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6675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DNS name resolution: iterated query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5" name="Rectangle 67">
            <a:extLst>
              <a:ext uri="{FF2B5EF4-FFF2-40B4-BE49-F238E27FC236}">
                <a16:creationId xmlns:a16="http://schemas.microsoft.com/office/drawing/2014/main" id="{B2D75AD3-AD5C-7747-A9C2-6EF45A12CB21}"/>
              </a:ext>
            </a:extLst>
          </p:cNvPr>
          <p:cNvSpPr txBox="1">
            <a:spLocks noChangeArrowheads="1"/>
          </p:cNvSpPr>
          <p:nvPr/>
        </p:nvSpPr>
        <p:spPr>
          <a:xfrm>
            <a:off x="684201" y="1617338"/>
            <a:ext cx="5664200" cy="106113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Example: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 at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engineering.nyu.edu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wants IP address for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gaia.cs.umass.edu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Rectangle 69">
            <a:extLst>
              <a:ext uri="{FF2B5EF4-FFF2-40B4-BE49-F238E27FC236}">
                <a16:creationId xmlns:a16="http://schemas.microsoft.com/office/drawing/2014/main" id="{EB73751A-16ED-6643-8E9C-1B1DDF5D8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433" y="2824122"/>
            <a:ext cx="4093780" cy="261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Iterated query:</a:t>
            </a:r>
          </a:p>
          <a:p>
            <a:pPr marL="342900" marR="0" lvl="0" indent="-28575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contacted server replies with name of server to contact</a:t>
            </a:r>
          </a:p>
          <a:p>
            <a:pPr marL="342900" marR="0" lvl="0" indent="-28575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“I don’t know this name, but ask this server”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1" name="Text Box 5">
            <a:extLst>
              <a:ext uri="{FF2B5EF4-FFF2-40B4-BE49-F238E27FC236}">
                <a16:creationId xmlns:a16="http://schemas.microsoft.com/office/drawing/2014/main" id="{5980C4D7-7160-6843-9829-B4A4351B5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226" y="3848735"/>
            <a:ext cx="185499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requesting host at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engineering.nyu.edu</a:t>
            </a:r>
          </a:p>
        </p:txBody>
      </p:sp>
      <p:sp>
        <p:nvSpPr>
          <p:cNvPr id="172" name="Text Box 6">
            <a:extLst>
              <a:ext uri="{FF2B5EF4-FFF2-40B4-BE49-F238E27FC236}">
                <a16:creationId xmlns:a16="http://schemas.microsoft.com/office/drawing/2014/main" id="{0572A6CE-4DDA-D648-8802-F03C444E2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82058" y="4237785"/>
            <a:ext cx="18780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gaia.cs.umass.edu</a:t>
            </a:r>
          </a:p>
        </p:txBody>
      </p:sp>
      <p:sp>
        <p:nvSpPr>
          <p:cNvPr id="173" name="Text Box 17">
            <a:extLst>
              <a:ext uri="{FF2B5EF4-FFF2-40B4-BE49-F238E27FC236}">
                <a16:creationId xmlns:a16="http://schemas.microsoft.com/office/drawing/2014/main" id="{82144ED5-2C8E-184D-A863-C3B672AB3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2896" y="1322438"/>
            <a:ext cx="20113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root DNS server</a:t>
            </a: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4" name="Line 18">
            <a:extLst>
              <a:ext uri="{FF2B5EF4-FFF2-40B4-BE49-F238E27FC236}">
                <a16:creationId xmlns:a16="http://schemas.microsoft.com/office/drawing/2014/main" id="{0055E9E5-6DE8-1543-9989-1B8A533D40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89235" y="3275781"/>
            <a:ext cx="1196994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5" name="Line 19">
            <a:extLst>
              <a:ext uri="{FF2B5EF4-FFF2-40B4-BE49-F238E27FC236}">
                <a16:creationId xmlns:a16="http://schemas.microsoft.com/office/drawing/2014/main" id="{5959B616-2817-F149-AD5A-71429EF235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68785" y="2005693"/>
            <a:ext cx="914400" cy="9715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6" name="Line 20">
            <a:extLst>
              <a:ext uri="{FF2B5EF4-FFF2-40B4-BE49-F238E27FC236}">
                <a16:creationId xmlns:a16="http://schemas.microsoft.com/office/drawing/2014/main" id="{6EF73249-815F-C548-BC5E-38E4ACE60E7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54535" y="3167743"/>
            <a:ext cx="1485900" cy="952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7" name="Line 21">
            <a:extLst>
              <a:ext uri="{FF2B5EF4-FFF2-40B4-BE49-F238E27FC236}">
                <a16:creationId xmlns:a16="http://schemas.microsoft.com/office/drawing/2014/main" id="{CEC0960C-844E-6F44-83D5-7DC0B1F8A21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254535" y="3339193"/>
            <a:ext cx="14192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8" name="Line 22">
            <a:extLst>
              <a:ext uri="{FF2B5EF4-FFF2-40B4-BE49-F238E27FC236}">
                <a16:creationId xmlns:a16="http://schemas.microsoft.com/office/drawing/2014/main" id="{1CAC12BF-7C29-F640-93E6-9DF1650DE0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78335" y="2234293"/>
            <a:ext cx="733425" cy="7620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9" name="Line 23">
            <a:extLst>
              <a:ext uri="{FF2B5EF4-FFF2-40B4-BE49-F238E27FC236}">
                <a16:creationId xmlns:a16="http://schemas.microsoft.com/office/drawing/2014/main" id="{349E5526-4318-4744-A470-D0A69AD70F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81511" y="3439703"/>
            <a:ext cx="1319232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80" name="Group 24">
            <a:extLst>
              <a:ext uri="{FF2B5EF4-FFF2-40B4-BE49-F238E27FC236}">
                <a16:creationId xmlns:a16="http://schemas.microsoft.com/office/drawing/2014/main" id="{25257205-98B6-614F-8BDC-3E790117BE54}"/>
              </a:ext>
            </a:extLst>
          </p:cNvPr>
          <p:cNvGrpSpPr>
            <a:grpSpLocks/>
          </p:cNvGrpSpPr>
          <p:nvPr/>
        </p:nvGrpSpPr>
        <p:grpSpPr bwMode="auto">
          <a:xfrm>
            <a:off x="6759111" y="3847199"/>
            <a:ext cx="1876425" cy="554038"/>
            <a:chOff x="2838" y="2132"/>
            <a:chExt cx="1182" cy="349"/>
          </a:xfrm>
        </p:grpSpPr>
        <p:sp>
          <p:nvSpPr>
            <p:cNvPr id="181" name="Rectangle 25">
              <a:extLst>
                <a:ext uri="{FF2B5EF4-FFF2-40B4-BE49-F238E27FC236}">
                  <a16:creationId xmlns:a16="http://schemas.microsoft.com/office/drawing/2014/main" id="{D65FCF25-F405-B748-88E8-10A3D8396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8" y="2178"/>
              <a:ext cx="1182" cy="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2" name="Text Box 26">
              <a:extLst>
                <a:ext uri="{FF2B5EF4-FFF2-40B4-BE49-F238E27FC236}">
                  <a16:creationId xmlns:a16="http://schemas.microsoft.com/office/drawing/2014/main" id="{E1FF55F2-CAA3-F740-9BE9-AB0BAF4EF8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7" y="2132"/>
              <a:ext cx="1085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local DNS server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dns.nyu.edu</a:t>
              </a:r>
            </a:p>
          </p:txBody>
        </p:sp>
      </p:grpSp>
      <p:sp>
        <p:nvSpPr>
          <p:cNvPr id="183" name="Text Box 27">
            <a:extLst>
              <a:ext uri="{FF2B5EF4-FFF2-40B4-BE49-F238E27FC236}">
                <a16:creationId xmlns:a16="http://schemas.microsoft.com/office/drawing/2014/main" id="{89A9D659-504E-DE4E-B6CF-35E06A82E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9499" y="288670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4" name="Text Box 28">
            <a:extLst>
              <a:ext uri="{FF2B5EF4-FFF2-40B4-BE49-F238E27FC236}">
                <a16:creationId xmlns:a16="http://schemas.microsoft.com/office/drawing/2014/main" id="{72F042CE-6C6C-7040-AA88-05028C243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8485" y="222318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5" name="Text Box 29">
            <a:extLst>
              <a:ext uri="{FF2B5EF4-FFF2-40B4-BE49-F238E27FC236}">
                <a16:creationId xmlns:a16="http://schemas.microsoft.com/office/drawing/2014/main" id="{E4355CE5-EFAB-8E4F-AA84-68513D8FC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6635" y="246130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3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6" name="Text Box 30">
            <a:extLst>
              <a:ext uri="{FF2B5EF4-FFF2-40B4-BE49-F238E27FC236}">
                <a16:creationId xmlns:a16="http://schemas.microsoft.com/office/drawing/2014/main" id="{61F544AA-6B92-714B-84C9-4070F63CA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0960" y="287088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4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7" name="Text Box 31">
            <a:extLst>
              <a:ext uri="{FF2B5EF4-FFF2-40B4-BE49-F238E27FC236}">
                <a16:creationId xmlns:a16="http://schemas.microsoft.com/office/drawing/2014/main" id="{30095F9A-09A7-2540-B6C0-0D32BAB45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1123" y="335824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5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8" name="Text Box 32">
            <a:extLst>
              <a:ext uri="{FF2B5EF4-FFF2-40B4-BE49-F238E27FC236}">
                <a16:creationId xmlns:a16="http://schemas.microsoft.com/office/drawing/2014/main" id="{AB8F7B88-B6E0-EF40-999E-00C192F32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88023" y="439805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6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9" name="Text Box 60">
            <a:extLst>
              <a:ext uri="{FF2B5EF4-FFF2-40B4-BE49-F238E27FC236}">
                <a16:creationId xmlns:a16="http://schemas.microsoft.com/office/drawing/2014/main" id="{9260634C-BE01-F74D-BF1A-744B534DD2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1285" y="5214030"/>
            <a:ext cx="23971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authoritative DNS server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dns.cs.umass.edu</a:t>
            </a: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0" name="Text Box 61">
            <a:extLst>
              <a:ext uri="{FF2B5EF4-FFF2-40B4-BE49-F238E27FC236}">
                <a16:creationId xmlns:a16="http://schemas.microsoft.com/office/drawing/2014/main" id="{6085ED00-1F5E-0643-A173-419315EE3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0960" y="442821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7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1" name="Text Box 62">
            <a:extLst>
              <a:ext uri="{FF2B5EF4-FFF2-40B4-BE49-F238E27FC236}">
                <a16:creationId xmlns:a16="http://schemas.microsoft.com/office/drawing/2014/main" id="{31298658-8B21-7440-B171-ED6F192C91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0022" y="3470502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8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2" name="Line 63">
            <a:extLst>
              <a:ext uri="{FF2B5EF4-FFF2-40B4-BE49-F238E27FC236}">
                <a16:creationId xmlns:a16="http://schemas.microsoft.com/office/drawing/2014/main" id="{10C66233-6CC9-374E-8305-B82B34B37643}"/>
              </a:ext>
            </a:extLst>
          </p:cNvPr>
          <p:cNvSpPr>
            <a:spLocks noChangeShapeType="1"/>
          </p:cNvSpPr>
          <p:nvPr/>
        </p:nvSpPr>
        <p:spPr bwMode="auto">
          <a:xfrm>
            <a:off x="8187860" y="3499530"/>
            <a:ext cx="1493838" cy="13144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3" name="Line 64">
            <a:extLst>
              <a:ext uri="{FF2B5EF4-FFF2-40B4-BE49-F238E27FC236}">
                <a16:creationId xmlns:a16="http://schemas.microsoft.com/office/drawing/2014/main" id="{BAF9BA4A-0868-F849-BA68-582D117DCF0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48173" y="3624943"/>
            <a:ext cx="1493837" cy="13017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4" name="Text Box 65">
            <a:extLst>
              <a:ext uri="{FF2B5EF4-FFF2-40B4-BE49-F238E27FC236}">
                <a16:creationId xmlns:a16="http://schemas.microsoft.com/office/drawing/2014/main" id="{8797BCED-3D71-5A4B-8881-BCE8144E8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4583" y="2608490"/>
            <a:ext cx="20113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TLD DNS server</a:t>
            </a: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95" name="Group 86">
            <a:extLst>
              <a:ext uri="{FF2B5EF4-FFF2-40B4-BE49-F238E27FC236}">
                <a16:creationId xmlns:a16="http://schemas.microsoft.com/office/drawing/2014/main" id="{75CA10E2-E46A-8244-A966-A51F3D99FE1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659797" y="4619665"/>
            <a:ext cx="787391" cy="614055"/>
            <a:chOff x="-44" y="1473"/>
            <a:chExt cx="981" cy="1105"/>
          </a:xfrm>
        </p:grpSpPr>
        <p:pic>
          <p:nvPicPr>
            <p:cNvPr id="196" name="Picture 87" descr="desktop_computer_stylized_medium">
              <a:extLst>
                <a:ext uri="{FF2B5EF4-FFF2-40B4-BE49-F238E27FC236}">
                  <a16:creationId xmlns:a16="http://schemas.microsoft.com/office/drawing/2014/main" id="{71723812-15F4-5248-BF42-895CB471AE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7" name="Freeform 88">
              <a:extLst>
                <a:ext uri="{FF2B5EF4-FFF2-40B4-BE49-F238E27FC236}">
                  <a16:creationId xmlns:a16="http://schemas.microsoft.com/office/drawing/2014/main" id="{4B3596A6-2AD0-DC45-8E8C-2A75454E7B1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98" name="Group 89">
            <a:extLst>
              <a:ext uri="{FF2B5EF4-FFF2-40B4-BE49-F238E27FC236}">
                <a16:creationId xmlns:a16="http://schemas.microsoft.com/office/drawing/2014/main" id="{06C72D69-BC87-104E-99A1-1FE2BBFDF3AB}"/>
              </a:ext>
            </a:extLst>
          </p:cNvPr>
          <p:cNvGrpSpPr>
            <a:grpSpLocks/>
          </p:cNvGrpSpPr>
          <p:nvPr/>
        </p:nvGrpSpPr>
        <p:grpSpPr bwMode="auto">
          <a:xfrm>
            <a:off x="5483417" y="3053085"/>
            <a:ext cx="883580" cy="766310"/>
            <a:chOff x="-44" y="1473"/>
            <a:chExt cx="981" cy="1105"/>
          </a:xfrm>
        </p:grpSpPr>
        <p:pic>
          <p:nvPicPr>
            <p:cNvPr id="199" name="Picture 90" descr="desktop_computer_stylized_medium">
              <a:extLst>
                <a:ext uri="{FF2B5EF4-FFF2-40B4-BE49-F238E27FC236}">
                  <a16:creationId xmlns:a16="http://schemas.microsoft.com/office/drawing/2014/main" id="{8EECB2CE-1B4C-2746-A9F6-C35C4B9609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0" name="Freeform 91">
              <a:extLst>
                <a:ext uri="{FF2B5EF4-FFF2-40B4-BE49-F238E27FC236}">
                  <a16:creationId xmlns:a16="http://schemas.microsoft.com/office/drawing/2014/main" id="{D65AC841-4780-A94B-9F97-1107EEE46B3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01" name="Group 125">
            <a:extLst>
              <a:ext uri="{FF2B5EF4-FFF2-40B4-BE49-F238E27FC236}">
                <a16:creationId xmlns:a16="http://schemas.microsoft.com/office/drawing/2014/main" id="{724CF7FE-3214-0741-AD8D-7483973CF725}"/>
              </a:ext>
            </a:extLst>
          </p:cNvPr>
          <p:cNvGrpSpPr>
            <a:grpSpLocks/>
          </p:cNvGrpSpPr>
          <p:nvPr/>
        </p:nvGrpSpPr>
        <p:grpSpPr bwMode="auto">
          <a:xfrm>
            <a:off x="9794410" y="4528230"/>
            <a:ext cx="390525" cy="641350"/>
            <a:chOff x="4140" y="429"/>
            <a:chExt cx="1425" cy="2396"/>
          </a:xfrm>
        </p:grpSpPr>
        <p:sp>
          <p:nvSpPr>
            <p:cNvPr id="202" name="Freeform 126">
              <a:extLst>
                <a:ext uri="{FF2B5EF4-FFF2-40B4-BE49-F238E27FC236}">
                  <a16:creationId xmlns:a16="http://schemas.microsoft.com/office/drawing/2014/main" id="{430EC70E-0BF7-F44C-8DEF-C9A33626D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3" name="Rectangle 127">
              <a:extLst>
                <a:ext uri="{FF2B5EF4-FFF2-40B4-BE49-F238E27FC236}">
                  <a16:creationId xmlns:a16="http://schemas.microsoft.com/office/drawing/2014/main" id="{6C288CD0-9AED-1548-9DEF-7CF8E72A0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4" name="Freeform 128">
              <a:extLst>
                <a:ext uri="{FF2B5EF4-FFF2-40B4-BE49-F238E27FC236}">
                  <a16:creationId xmlns:a16="http://schemas.microsoft.com/office/drawing/2014/main" id="{08551039-74E8-F44D-8449-133AF9BF85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5" name="Freeform 129">
              <a:extLst>
                <a:ext uri="{FF2B5EF4-FFF2-40B4-BE49-F238E27FC236}">
                  <a16:creationId xmlns:a16="http://schemas.microsoft.com/office/drawing/2014/main" id="{D41FFC6C-D9E1-E74F-BF15-4894E774B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6" name="Rectangle 130">
              <a:extLst>
                <a:ext uri="{FF2B5EF4-FFF2-40B4-BE49-F238E27FC236}">
                  <a16:creationId xmlns:a16="http://schemas.microsoft.com/office/drawing/2014/main" id="{4AA5429D-F727-884E-96D1-EA63944E58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07" name="Group 131">
              <a:extLst>
                <a:ext uri="{FF2B5EF4-FFF2-40B4-BE49-F238E27FC236}">
                  <a16:creationId xmlns:a16="http://schemas.microsoft.com/office/drawing/2014/main" id="{9CE31B7B-945E-6B44-B446-849D24418C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2" name="AutoShape 132">
                <a:extLst>
                  <a:ext uri="{FF2B5EF4-FFF2-40B4-BE49-F238E27FC236}">
                    <a16:creationId xmlns:a16="http://schemas.microsoft.com/office/drawing/2014/main" id="{FA2F0F31-D516-1C43-8236-266B26AEF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3" name="AutoShape 133">
                <a:extLst>
                  <a:ext uri="{FF2B5EF4-FFF2-40B4-BE49-F238E27FC236}">
                    <a16:creationId xmlns:a16="http://schemas.microsoft.com/office/drawing/2014/main" id="{6EC2A0FB-C35E-CF41-B938-33BF0264E1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08" name="Rectangle 134">
              <a:extLst>
                <a:ext uri="{FF2B5EF4-FFF2-40B4-BE49-F238E27FC236}">
                  <a16:creationId xmlns:a16="http://schemas.microsoft.com/office/drawing/2014/main" id="{9298A98E-EDE0-4B4A-9352-BE6FAE720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09" name="Group 135">
              <a:extLst>
                <a:ext uri="{FF2B5EF4-FFF2-40B4-BE49-F238E27FC236}">
                  <a16:creationId xmlns:a16="http://schemas.microsoft.com/office/drawing/2014/main" id="{C311DEB1-8226-3E48-8DA5-613E18CFA3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0" name="AutoShape 136">
                <a:extLst>
                  <a:ext uri="{FF2B5EF4-FFF2-40B4-BE49-F238E27FC236}">
                    <a16:creationId xmlns:a16="http://schemas.microsoft.com/office/drawing/2014/main" id="{E45D0285-F719-874E-AD50-E3F2882775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1" name="AutoShape 137">
                <a:extLst>
                  <a:ext uri="{FF2B5EF4-FFF2-40B4-BE49-F238E27FC236}">
                    <a16:creationId xmlns:a16="http://schemas.microsoft.com/office/drawing/2014/main" id="{BE16FE12-6196-EF46-A169-0C2675EA51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10" name="Rectangle 138">
              <a:extLst>
                <a:ext uri="{FF2B5EF4-FFF2-40B4-BE49-F238E27FC236}">
                  <a16:creationId xmlns:a16="http://schemas.microsoft.com/office/drawing/2014/main" id="{A7531C2D-AF11-3642-9C87-3B93BEDD6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1" name="Rectangle 139">
              <a:extLst>
                <a:ext uri="{FF2B5EF4-FFF2-40B4-BE49-F238E27FC236}">
                  <a16:creationId xmlns:a16="http://schemas.microsoft.com/office/drawing/2014/main" id="{06C1B7AC-1454-714B-A50F-7F9B42D77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12" name="Group 140">
              <a:extLst>
                <a:ext uri="{FF2B5EF4-FFF2-40B4-BE49-F238E27FC236}">
                  <a16:creationId xmlns:a16="http://schemas.microsoft.com/office/drawing/2014/main" id="{86C62EBF-E65E-4D4B-884D-BA39C6A8B2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28" name="AutoShape 141">
                <a:extLst>
                  <a:ext uri="{FF2B5EF4-FFF2-40B4-BE49-F238E27FC236}">
                    <a16:creationId xmlns:a16="http://schemas.microsoft.com/office/drawing/2014/main" id="{A3E87978-B7EB-E644-B3A8-D8FDCF7E81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9" name="AutoShape 142">
                <a:extLst>
                  <a:ext uri="{FF2B5EF4-FFF2-40B4-BE49-F238E27FC236}">
                    <a16:creationId xmlns:a16="http://schemas.microsoft.com/office/drawing/2014/main" id="{91E0D4CD-2CBB-DD47-8147-BE3E03C965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13" name="Freeform 143">
              <a:extLst>
                <a:ext uri="{FF2B5EF4-FFF2-40B4-BE49-F238E27FC236}">
                  <a16:creationId xmlns:a16="http://schemas.microsoft.com/office/drawing/2014/main" id="{0D682965-15A3-3541-A789-479A47800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14" name="Group 144">
              <a:extLst>
                <a:ext uri="{FF2B5EF4-FFF2-40B4-BE49-F238E27FC236}">
                  <a16:creationId xmlns:a16="http://schemas.microsoft.com/office/drawing/2014/main" id="{0C8D690A-21E1-4146-83A5-7245CAEA83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6" name="AutoShape 145">
                <a:extLst>
                  <a:ext uri="{FF2B5EF4-FFF2-40B4-BE49-F238E27FC236}">
                    <a16:creationId xmlns:a16="http://schemas.microsoft.com/office/drawing/2014/main" id="{7C15E592-E347-A846-AC9F-C18905A617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7" name="AutoShape 146">
                <a:extLst>
                  <a:ext uri="{FF2B5EF4-FFF2-40B4-BE49-F238E27FC236}">
                    <a16:creationId xmlns:a16="http://schemas.microsoft.com/office/drawing/2014/main" id="{3D0AF765-217C-594C-B21E-869B0884A2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15" name="Rectangle 147">
              <a:extLst>
                <a:ext uri="{FF2B5EF4-FFF2-40B4-BE49-F238E27FC236}">
                  <a16:creationId xmlns:a16="http://schemas.microsoft.com/office/drawing/2014/main" id="{4C635A33-8E8F-7D44-92DB-F6F09BFD8C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6" name="Freeform 148">
              <a:extLst>
                <a:ext uri="{FF2B5EF4-FFF2-40B4-BE49-F238E27FC236}">
                  <a16:creationId xmlns:a16="http://schemas.microsoft.com/office/drawing/2014/main" id="{4B503159-D00F-C640-B18B-72CCC4B303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7" name="Freeform 149">
              <a:extLst>
                <a:ext uri="{FF2B5EF4-FFF2-40B4-BE49-F238E27FC236}">
                  <a16:creationId xmlns:a16="http://schemas.microsoft.com/office/drawing/2014/main" id="{83A278D9-086C-BE47-BA0D-A1CB49B9DC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8" name="Oval 150">
              <a:extLst>
                <a:ext uri="{FF2B5EF4-FFF2-40B4-BE49-F238E27FC236}">
                  <a16:creationId xmlns:a16="http://schemas.microsoft.com/office/drawing/2014/main" id="{71B59C46-33D8-EC4A-A0CA-4AF6B7EE7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9" name="Freeform 151">
              <a:extLst>
                <a:ext uri="{FF2B5EF4-FFF2-40B4-BE49-F238E27FC236}">
                  <a16:creationId xmlns:a16="http://schemas.microsoft.com/office/drawing/2014/main" id="{3C577FAB-12B4-CA48-B90D-D923F71687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0" name="AutoShape 152">
              <a:extLst>
                <a:ext uri="{FF2B5EF4-FFF2-40B4-BE49-F238E27FC236}">
                  <a16:creationId xmlns:a16="http://schemas.microsoft.com/office/drawing/2014/main" id="{0744BC6B-A26A-7E49-A677-B90EDB08F5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1" name="AutoShape 153">
              <a:extLst>
                <a:ext uri="{FF2B5EF4-FFF2-40B4-BE49-F238E27FC236}">
                  <a16:creationId xmlns:a16="http://schemas.microsoft.com/office/drawing/2014/main" id="{574AC8BD-9D1C-FB42-BD21-1A786B862E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2" name="Oval 154">
              <a:extLst>
                <a:ext uri="{FF2B5EF4-FFF2-40B4-BE49-F238E27FC236}">
                  <a16:creationId xmlns:a16="http://schemas.microsoft.com/office/drawing/2014/main" id="{5AFE8D2C-0569-3047-AB73-8A9B37AF1F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3" name="Oval 155">
              <a:extLst>
                <a:ext uri="{FF2B5EF4-FFF2-40B4-BE49-F238E27FC236}">
                  <a16:creationId xmlns:a16="http://schemas.microsoft.com/office/drawing/2014/main" id="{83B0123B-44CF-B845-B272-496DEB2388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4" name="Oval 156">
              <a:extLst>
                <a:ext uri="{FF2B5EF4-FFF2-40B4-BE49-F238E27FC236}">
                  <a16:creationId xmlns:a16="http://schemas.microsoft.com/office/drawing/2014/main" id="{FF7ABF78-07FF-FD40-9233-2EC92E7CB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5" name="Rectangle 157">
              <a:extLst>
                <a:ext uri="{FF2B5EF4-FFF2-40B4-BE49-F238E27FC236}">
                  <a16:creationId xmlns:a16="http://schemas.microsoft.com/office/drawing/2014/main" id="{D41F5C27-E8BB-6440-8D30-59C3961E0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34" name="Group 158">
            <a:extLst>
              <a:ext uri="{FF2B5EF4-FFF2-40B4-BE49-F238E27FC236}">
                <a16:creationId xmlns:a16="http://schemas.microsoft.com/office/drawing/2014/main" id="{AEB56919-E56B-7E4E-A7D7-98A288C3B252}"/>
              </a:ext>
            </a:extLst>
          </p:cNvPr>
          <p:cNvGrpSpPr>
            <a:grpSpLocks/>
          </p:cNvGrpSpPr>
          <p:nvPr/>
        </p:nvGrpSpPr>
        <p:grpSpPr bwMode="auto">
          <a:xfrm>
            <a:off x="7790985" y="3015343"/>
            <a:ext cx="390525" cy="641350"/>
            <a:chOff x="4140" y="429"/>
            <a:chExt cx="1425" cy="2396"/>
          </a:xfrm>
        </p:grpSpPr>
        <p:sp>
          <p:nvSpPr>
            <p:cNvPr id="235" name="Freeform 159">
              <a:extLst>
                <a:ext uri="{FF2B5EF4-FFF2-40B4-BE49-F238E27FC236}">
                  <a16:creationId xmlns:a16="http://schemas.microsoft.com/office/drawing/2014/main" id="{86964676-09BA-2F4D-8E07-76EACFD1A54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6" name="Rectangle 160">
              <a:extLst>
                <a:ext uri="{FF2B5EF4-FFF2-40B4-BE49-F238E27FC236}">
                  <a16:creationId xmlns:a16="http://schemas.microsoft.com/office/drawing/2014/main" id="{FFAAD933-7081-1940-82D8-3553DCB084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7" name="Freeform 161">
              <a:extLst>
                <a:ext uri="{FF2B5EF4-FFF2-40B4-BE49-F238E27FC236}">
                  <a16:creationId xmlns:a16="http://schemas.microsoft.com/office/drawing/2014/main" id="{D61BDCB9-8C30-1C44-A8F2-0EC386728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8" name="Freeform 162">
              <a:extLst>
                <a:ext uri="{FF2B5EF4-FFF2-40B4-BE49-F238E27FC236}">
                  <a16:creationId xmlns:a16="http://schemas.microsoft.com/office/drawing/2014/main" id="{3E122E01-84B9-6E48-861A-BEEBD7F672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9" name="Rectangle 163">
              <a:extLst>
                <a:ext uri="{FF2B5EF4-FFF2-40B4-BE49-F238E27FC236}">
                  <a16:creationId xmlns:a16="http://schemas.microsoft.com/office/drawing/2014/main" id="{3AD89C6E-5869-C84E-94DF-DD53888631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0" name="Group 164">
              <a:extLst>
                <a:ext uri="{FF2B5EF4-FFF2-40B4-BE49-F238E27FC236}">
                  <a16:creationId xmlns:a16="http://schemas.microsoft.com/office/drawing/2014/main" id="{919F3CC7-4090-E54D-9BA9-E092A8C810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65" name="AutoShape 165">
                <a:extLst>
                  <a:ext uri="{FF2B5EF4-FFF2-40B4-BE49-F238E27FC236}">
                    <a16:creationId xmlns:a16="http://schemas.microsoft.com/office/drawing/2014/main" id="{EAE6002E-6A1D-0B48-BA81-7D9DEC7045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6" name="AutoShape 166">
                <a:extLst>
                  <a:ext uri="{FF2B5EF4-FFF2-40B4-BE49-F238E27FC236}">
                    <a16:creationId xmlns:a16="http://schemas.microsoft.com/office/drawing/2014/main" id="{CAA5444A-9857-9149-867E-5562C085E1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1" name="Rectangle 167">
              <a:extLst>
                <a:ext uri="{FF2B5EF4-FFF2-40B4-BE49-F238E27FC236}">
                  <a16:creationId xmlns:a16="http://schemas.microsoft.com/office/drawing/2014/main" id="{93E34643-2646-D44C-9D6D-91A5B1C18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2" name="Group 168">
              <a:extLst>
                <a:ext uri="{FF2B5EF4-FFF2-40B4-BE49-F238E27FC236}">
                  <a16:creationId xmlns:a16="http://schemas.microsoft.com/office/drawing/2014/main" id="{652E8D93-E5DE-A34F-9D29-89AB07D056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63" name="AutoShape 169">
                <a:extLst>
                  <a:ext uri="{FF2B5EF4-FFF2-40B4-BE49-F238E27FC236}">
                    <a16:creationId xmlns:a16="http://schemas.microsoft.com/office/drawing/2014/main" id="{AA26172B-FDFE-3D4E-9541-B9BC052C1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4" name="AutoShape 170">
                <a:extLst>
                  <a:ext uri="{FF2B5EF4-FFF2-40B4-BE49-F238E27FC236}">
                    <a16:creationId xmlns:a16="http://schemas.microsoft.com/office/drawing/2014/main" id="{521BB6A8-6D33-7E40-B79B-A911E9D1C5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3" name="Rectangle 171">
              <a:extLst>
                <a:ext uri="{FF2B5EF4-FFF2-40B4-BE49-F238E27FC236}">
                  <a16:creationId xmlns:a16="http://schemas.microsoft.com/office/drawing/2014/main" id="{FF73D9CC-AAAC-D341-85A2-89BC26B91B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4" name="Rectangle 172">
              <a:extLst>
                <a:ext uri="{FF2B5EF4-FFF2-40B4-BE49-F238E27FC236}">
                  <a16:creationId xmlns:a16="http://schemas.microsoft.com/office/drawing/2014/main" id="{B810EEDB-015F-FD45-9174-E980EC5FAA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5" name="Group 173">
              <a:extLst>
                <a:ext uri="{FF2B5EF4-FFF2-40B4-BE49-F238E27FC236}">
                  <a16:creationId xmlns:a16="http://schemas.microsoft.com/office/drawing/2014/main" id="{2E72AE40-DCC2-4948-AD2E-564A2B8A82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61" name="AutoShape 174">
                <a:extLst>
                  <a:ext uri="{FF2B5EF4-FFF2-40B4-BE49-F238E27FC236}">
                    <a16:creationId xmlns:a16="http://schemas.microsoft.com/office/drawing/2014/main" id="{D9D1958B-0DAA-074E-A39D-ABDA1EA5B0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2" name="AutoShape 175">
                <a:extLst>
                  <a:ext uri="{FF2B5EF4-FFF2-40B4-BE49-F238E27FC236}">
                    <a16:creationId xmlns:a16="http://schemas.microsoft.com/office/drawing/2014/main" id="{8EFD2DEF-75B3-4B4C-BB17-5FDA1DFD91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6" name="Freeform 176">
              <a:extLst>
                <a:ext uri="{FF2B5EF4-FFF2-40B4-BE49-F238E27FC236}">
                  <a16:creationId xmlns:a16="http://schemas.microsoft.com/office/drawing/2014/main" id="{A52917D9-2F4F-8A4E-A096-B778F3B976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7" name="Group 177">
              <a:extLst>
                <a:ext uri="{FF2B5EF4-FFF2-40B4-BE49-F238E27FC236}">
                  <a16:creationId xmlns:a16="http://schemas.microsoft.com/office/drawing/2014/main" id="{8476C934-1025-054C-BF2F-A686380677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9" name="AutoShape 178">
                <a:extLst>
                  <a:ext uri="{FF2B5EF4-FFF2-40B4-BE49-F238E27FC236}">
                    <a16:creationId xmlns:a16="http://schemas.microsoft.com/office/drawing/2014/main" id="{8DF96225-9AB2-AB48-9090-A03A165D90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0" name="AutoShape 179">
                <a:extLst>
                  <a:ext uri="{FF2B5EF4-FFF2-40B4-BE49-F238E27FC236}">
                    <a16:creationId xmlns:a16="http://schemas.microsoft.com/office/drawing/2014/main" id="{B48F8DCA-7FC5-4D49-89FD-957B141759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8" name="Rectangle 180">
              <a:extLst>
                <a:ext uri="{FF2B5EF4-FFF2-40B4-BE49-F238E27FC236}">
                  <a16:creationId xmlns:a16="http://schemas.microsoft.com/office/drawing/2014/main" id="{82DD01ED-CC62-8E44-B4AF-5AB162B457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9" name="Freeform 181">
              <a:extLst>
                <a:ext uri="{FF2B5EF4-FFF2-40B4-BE49-F238E27FC236}">
                  <a16:creationId xmlns:a16="http://schemas.microsoft.com/office/drawing/2014/main" id="{02E0A0DA-75BD-A54E-BFBE-1053BAA47AC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0" name="Freeform 182">
              <a:extLst>
                <a:ext uri="{FF2B5EF4-FFF2-40B4-BE49-F238E27FC236}">
                  <a16:creationId xmlns:a16="http://schemas.microsoft.com/office/drawing/2014/main" id="{553CF65B-1E90-FF47-BBE8-B5344DE42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1" name="Oval 183">
              <a:extLst>
                <a:ext uri="{FF2B5EF4-FFF2-40B4-BE49-F238E27FC236}">
                  <a16:creationId xmlns:a16="http://schemas.microsoft.com/office/drawing/2014/main" id="{1CFB15AC-59D4-2B42-9567-80D6F30EC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2" name="Freeform 184">
              <a:extLst>
                <a:ext uri="{FF2B5EF4-FFF2-40B4-BE49-F238E27FC236}">
                  <a16:creationId xmlns:a16="http://schemas.microsoft.com/office/drawing/2014/main" id="{377D0A48-37B0-984B-9D70-F4CA7EE8AC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3" name="AutoShape 185">
              <a:extLst>
                <a:ext uri="{FF2B5EF4-FFF2-40B4-BE49-F238E27FC236}">
                  <a16:creationId xmlns:a16="http://schemas.microsoft.com/office/drawing/2014/main" id="{1DF08F1A-8088-4349-B9B6-80E5278DD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4" name="AutoShape 186">
              <a:extLst>
                <a:ext uri="{FF2B5EF4-FFF2-40B4-BE49-F238E27FC236}">
                  <a16:creationId xmlns:a16="http://schemas.microsoft.com/office/drawing/2014/main" id="{AB1FF07F-165E-5C42-A46F-20C492B2AF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5" name="Oval 187">
              <a:extLst>
                <a:ext uri="{FF2B5EF4-FFF2-40B4-BE49-F238E27FC236}">
                  <a16:creationId xmlns:a16="http://schemas.microsoft.com/office/drawing/2014/main" id="{246533F9-312A-7949-B6A5-04845D4051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6" name="Oval 188">
              <a:extLst>
                <a:ext uri="{FF2B5EF4-FFF2-40B4-BE49-F238E27FC236}">
                  <a16:creationId xmlns:a16="http://schemas.microsoft.com/office/drawing/2014/main" id="{97B4BE6D-9A58-6C4D-98DB-90F92956E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57" name="Oval 189">
              <a:extLst>
                <a:ext uri="{FF2B5EF4-FFF2-40B4-BE49-F238E27FC236}">
                  <a16:creationId xmlns:a16="http://schemas.microsoft.com/office/drawing/2014/main" id="{B4E35ECA-82AF-A74F-9E87-BC1C1318FE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8" name="Rectangle 190">
              <a:extLst>
                <a:ext uri="{FF2B5EF4-FFF2-40B4-BE49-F238E27FC236}">
                  <a16:creationId xmlns:a16="http://schemas.microsoft.com/office/drawing/2014/main" id="{32338498-7D1E-F249-A1B6-782EAA13A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67" name="Group 224">
            <a:extLst>
              <a:ext uri="{FF2B5EF4-FFF2-40B4-BE49-F238E27FC236}">
                <a16:creationId xmlns:a16="http://schemas.microsoft.com/office/drawing/2014/main" id="{3B18C9CF-4DB3-9A45-9F2E-A9E7637C3843}"/>
              </a:ext>
            </a:extLst>
          </p:cNvPr>
          <p:cNvGrpSpPr>
            <a:grpSpLocks/>
          </p:cNvGrpSpPr>
          <p:nvPr/>
        </p:nvGrpSpPr>
        <p:grpSpPr bwMode="auto">
          <a:xfrm>
            <a:off x="8945098" y="1753280"/>
            <a:ext cx="390525" cy="641350"/>
            <a:chOff x="4140" y="429"/>
            <a:chExt cx="1425" cy="2396"/>
          </a:xfrm>
        </p:grpSpPr>
        <p:sp>
          <p:nvSpPr>
            <p:cNvPr id="268" name="Freeform 225">
              <a:extLst>
                <a:ext uri="{FF2B5EF4-FFF2-40B4-BE49-F238E27FC236}">
                  <a16:creationId xmlns:a16="http://schemas.microsoft.com/office/drawing/2014/main" id="{8DE393E4-949F-5A47-87BC-37206D62F2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9" name="Rectangle 226">
              <a:extLst>
                <a:ext uri="{FF2B5EF4-FFF2-40B4-BE49-F238E27FC236}">
                  <a16:creationId xmlns:a16="http://schemas.microsoft.com/office/drawing/2014/main" id="{45AACD86-831C-7245-8042-0EAB26DDB8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0" name="Freeform 227">
              <a:extLst>
                <a:ext uri="{FF2B5EF4-FFF2-40B4-BE49-F238E27FC236}">
                  <a16:creationId xmlns:a16="http://schemas.microsoft.com/office/drawing/2014/main" id="{641EE52D-59FB-874A-8BE7-992D8AB382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1" name="Freeform 228">
              <a:extLst>
                <a:ext uri="{FF2B5EF4-FFF2-40B4-BE49-F238E27FC236}">
                  <a16:creationId xmlns:a16="http://schemas.microsoft.com/office/drawing/2014/main" id="{745C23B7-E3E7-3244-8E92-2A519BCE4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2" name="Rectangle 229">
              <a:extLst>
                <a:ext uri="{FF2B5EF4-FFF2-40B4-BE49-F238E27FC236}">
                  <a16:creationId xmlns:a16="http://schemas.microsoft.com/office/drawing/2014/main" id="{53F1BA0D-FC18-8F40-B02C-5E5456D41E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3" name="Group 230">
              <a:extLst>
                <a:ext uri="{FF2B5EF4-FFF2-40B4-BE49-F238E27FC236}">
                  <a16:creationId xmlns:a16="http://schemas.microsoft.com/office/drawing/2014/main" id="{3BF69572-674D-F94F-AF3E-6360341D09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98" name="AutoShape 231">
                <a:extLst>
                  <a:ext uri="{FF2B5EF4-FFF2-40B4-BE49-F238E27FC236}">
                    <a16:creationId xmlns:a16="http://schemas.microsoft.com/office/drawing/2014/main" id="{7A3AB9B6-ED54-E640-B88B-6349E66AEC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9" name="AutoShape 232">
                <a:extLst>
                  <a:ext uri="{FF2B5EF4-FFF2-40B4-BE49-F238E27FC236}">
                    <a16:creationId xmlns:a16="http://schemas.microsoft.com/office/drawing/2014/main" id="{41885595-164B-5A49-B50B-F202B13B92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4" name="Rectangle 233">
              <a:extLst>
                <a:ext uri="{FF2B5EF4-FFF2-40B4-BE49-F238E27FC236}">
                  <a16:creationId xmlns:a16="http://schemas.microsoft.com/office/drawing/2014/main" id="{1DC47301-CD25-F742-824D-B95A7C78B1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5" name="Group 234">
              <a:extLst>
                <a:ext uri="{FF2B5EF4-FFF2-40B4-BE49-F238E27FC236}">
                  <a16:creationId xmlns:a16="http://schemas.microsoft.com/office/drawing/2014/main" id="{ABA534FC-B51E-B545-893B-AA2D360102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96" name="AutoShape 235">
                <a:extLst>
                  <a:ext uri="{FF2B5EF4-FFF2-40B4-BE49-F238E27FC236}">
                    <a16:creationId xmlns:a16="http://schemas.microsoft.com/office/drawing/2014/main" id="{BF3259EE-323A-7B46-BA99-522FF89692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7" name="AutoShape 236">
                <a:extLst>
                  <a:ext uri="{FF2B5EF4-FFF2-40B4-BE49-F238E27FC236}">
                    <a16:creationId xmlns:a16="http://schemas.microsoft.com/office/drawing/2014/main" id="{773E2C4B-E371-8849-89F1-CB3467DA22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6" name="Rectangle 237">
              <a:extLst>
                <a:ext uri="{FF2B5EF4-FFF2-40B4-BE49-F238E27FC236}">
                  <a16:creationId xmlns:a16="http://schemas.microsoft.com/office/drawing/2014/main" id="{65673162-6BD4-FA45-AD7B-65DCCB5038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7" name="Rectangle 238">
              <a:extLst>
                <a:ext uri="{FF2B5EF4-FFF2-40B4-BE49-F238E27FC236}">
                  <a16:creationId xmlns:a16="http://schemas.microsoft.com/office/drawing/2014/main" id="{EB910949-1BF1-2E43-B251-2F5F6D2BC5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8" name="Group 239">
              <a:extLst>
                <a:ext uri="{FF2B5EF4-FFF2-40B4-BE49-F238E27FC236}">
                  <a16:creationId xmlns:a16="http://schemas.microsoft.com/office/drawing/2014/main" id="{4ABA0E07-42B3-1C4B-A798-B21B741191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94" name="AutoShape 240">
                <a:extLst>
                  <a:ext uri="{FF2B5EF4-FFF2-40B4-BE49-F238E27FC236}">
                    <a16:creationId xmlns:a16="http://schemas.microsoft.com/office/drawing/2014/main" id="{833C6885-DF73-A44C-AF35-71696A3444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5" name="AutoShape 241">
                <a:extLst>
                  <a:ext uri="{FF2B5EF4-FFF2-40B4-BE49-F238E27FC236}">
                    <a16:creationId xmlns:a16="http://schemas.microsoft.com/office/drawing/2014/main" id="{00053469-6811-F146-9041-0E9ADB93CF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9" name="Freeform 242">
              <a:extLst>
                <a:ext uri="{FF2B5EF4-FFF2-40B4-BE49-F238E27FC236}">
                  <a16:creationId xmlns:a16="http://schemas.microsoft.com/office/drawing/2014/main" id="{E93D621E-BD5E-4F41-B292-1FF1D9FD9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80" name="Group 243">
              <a:extLst>
                <a:ext uri="{FF2B5EF4-FFF2-40B4-BE49-F238E27FC236}">
                  <a16:creationId xmlns:a16="http://schemas.microsoft.com/office/drawing/2014/main" id="{D2A4152B-1063-5545-AFB4-C764C9E38D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92" name="AutoShape 244">
                <a:extLst>
                  <a:ext uri="{FF2B5EF4-FFF2-40B4-BE49-F238E27FC236}">
                    <a16:creationId xmlns:a16="http://schemas.microsoft.com/office/drawing/2014/main" id="{91B44A19-99F5-3246-B452-E6974C3882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3" name="AutoShape 245">
                <a:extLst>
                  <a:ext uri="{FF2B5EF4-FFF2-40B4-BE49-F238E27FC236}">
                    <a16:creationId xmlns:a16="http://schemas.microsoft.com/office/drawing/2014/main" id="{CE7C0896-4736-8044-B538-F09471477D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81" name="Rectangle 246">
              <a:extLst>
                <a:ext uri="{FF2B5EF4-FFF2-40B4-BE49-F238E27FC236}">
                  <a16:creationId xmlns:a16="http://schemas.microsoft.com/office/drawing/2014/main" id="{1D6C13B5-BF0F-554A-9CE4-3F075F9379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2" name="Freeform 247">
              <a:extLst>
                <a:ext uri="{FF2B5EF4-FFF2-40B4-BE49-F238E27FC236}">
                  <a16:creationId xmlns:a16="http://schemas.microsoft.com/office/drawing/2014/main" id="{0F3FBF0A-EAF4-094D-A874-245423181C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3" name="Freeform 248">
              <a:extLst>
                <a:ext uri="{FF2B5EF4-FFF2-40B4-BE49-F238E27FC236}">
                  <a16:creationId xmlns:a16="http://schemas.microsoft.com/office/drawing/2014/main" id="{EC002925-BD09-784A-9BB4-2AD299FA2E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4" name="Oval 249">
              <a:extLst>
                <a:ext uri="{FF2B5EF4-FFF2-40B4-BE49-F238E27FC236}">
                  <a16:creationId xmlns:a16="http://schemas.microsoft.com/office/drawing/2014/main" id="{21E73907-A81B-E540-A734-D855A80521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5" name="Freeform 250">
              <a:extLst>
                <a:ext uri="{FF2B5EF4-FFF2-40B4-BE49-F238E27FC236}">
                  <a16:creationId xmlns:a16="http://schemas.microsoft.com/office/drawing/2014/main" id="{7B38A468-42E7-2245-BA7B-6136A44866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6" name="AutoShape 251">
              <a:extLst>
                <a:ext uri="{FF2B5EF4-FFF2-40B4-BE49-F238E27FC236}">
                  <a16:creationId xmlns:a16="http://schemas.microsoft.com/office/drawing/2014/main" id="{F798831B-76D3-634B-A1D7-73487DB6F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7" name="AutoShape 252">
              <a:extLst>
                <a:ext uri="{FF2B5EF4-FFF2-40B4-BE49-F238E27FC236}">
                  <a16:creationId xmlns:a16="http://schemas.microsoft.com/office/drawing/2014/main" id="{93B2ADD1-628A-5B4D-960D-449954DF90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8" name="Oval 253">
              <a:extLst>
                <a:ext uri="{FF2B5EF4-FFF2-40B4-BE49-F238E27FC236}">
                  <a16:creationId xmlns:a16="http://schemas.microsoft.com/office/drawing/2014/main" id="{359740D7-3452-8745-AD4F-78F1EAE69A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9" name="Oval 254">
              <a:extLst>
                <a:ext uri="{FF2B5EF4-FFF2-40B4-BE49-F238E27FC236}">
                  <a16:creationId xmlns:a16="http://schemas.microsoft.com/office/drawing/2014/main" id="{6953048C-3B45-C945-95BD-05D0D95F9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90" name="Oval 255">
              <a:extLst>
                <a:ext uri="{FF2B5EF4-FFF2-40B4-BE49-F238E27FC236}">
                  <a16:creationId xmlns:a16="http://schemas.microsoft.com/office/drawing/2014/main" id="{FCF3244C-B9E8-DF49-A3D0-C0D2140BA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1" name="Rectangle 256">
              <a:extLst>
                <a:ext uri="{FF2B5EF4-FFF2-40B4-BE49-F238E27FC236}">
                  <a16:creationId xmlns:a16="http://schemas.microsoft.com/office/drawing/2014/main" id="{66CCCCC0-CA45-934C-8FFC-B89439DE40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00" name="Group 257">
            <a:extLst>
              <a:ext uri="{FF2B5EF4-FFF2-40B4-BE49-F238E27FC236}">
                <a16:creationId xmlns:a16="http://schemas.microsoft.com/office/drawing/2014/main" id="{6D88D42C-B784-1546-97B0-1AA7D6A27EC3}"/>
              </a:ext>
            </a:extLst>
          </p:cNvPr>
          <p:cNvGrpSpPr>
            <a:grpSpLocks/>
          </p:cNvGrpSpPr>
          <p:nvPr/>
        </p:nvGrpSpPr>
        <p:grpSpPr bwMode="auto">
          <a:xfrm>
            <a:off x="9761073" y="3005818"/>
            <a:ext cx="390525" cy="641350"/>
            <a:chOff x="4140" y="429"/>
            <a:chExt cx="1425" cy="2396"/>
          </a:xfrm>
        </p:grpSpPr>
        <p:sp>
          <p:nvSpPr>
            <p:cNvPr id="301" name="Freeform 258">
              <a:extLst>
                <a:ext uri="{FF2B5EF4-FFF2-40B4-BE49-F238E27FC236}">
                  <a16:creationId xmlns:a16="http://schemas.microsoft.com/office/drawing/2014/main" id="{702EC307-F8E6-434D-B445-B2F47A942B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2" name="Rectangle 259">
              <a:extLst>
                <a:ext uri="{FF2B5EF4-FFF2-40B4-BE49-F238E27FC236}">
                  <a16:creationId xmlns:a16="http://schemas.microsoft.com/office/drawing/2014/main" id="{07437252-B53D-9D40-813F-304E5CD00E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3" name="Freeform 260">
              <a:extLst>
                <a:ext uri="{FF2B5EF4-FFF2-40B4-BE49-F238E27FC236}">
                  <a16:creationId xmlns:a16="http://schemas.microsoft.com/office/drawing/2014/main" id="{EC373583-A9BD-FC4E-A47E-4602AA39D0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4" name="Freeform 261">
              <a:extLst>
                <a:ext uri="{FF2B5EF4-FFF2-40B4-BE49-F238E27FC236}">
                  <a16:creationId xmlns:a16="http://schemas.microsoft.com/office/drawing/2014/main" id="{D1E0B0A0-C834-9D4D-9DDD-D4222C1817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5" name="Rectangle 262">
              <a:extLst>
                <a:ext uri="{FF2B5EF4-FFF2-40B4-BE49-F238E27FC236}">
                  <a16:creationId xmlns:a16="http://schemas.microsoft.com/office/drawing/2014/main" id="{B2DA4C56-6E4F-4F46-A99C-698FAADDB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6" name="Group 263">
              <a:extLst>
                <a:ext uri="{FF2B5EF4-FFF2-40B4-BE49-F238E27FC236}">
                  <a16:creationId xmlns:a16="http://schemas.microsoft.com/office/drawing/2014/main" id="{0476FEFE-2DC6-2148-99D9-A5C054B12C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31" name="AutoShape 264">
                <a:extLst>
                  <a:ext uri="{FF2B5EF4-FFF2-40B4-BE49-F238E27FC236}">
                    <a16:creationId xmlns:a16="http://schemas.microsoft.com/office/drawing/2014/main" id="{81145D7E-D3D7-0D4C-A411-943EBD5AA0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2" name="AutoShape 265">
                <a:extLst>
                  <a:ext uri="{FF2B5EF4-FFF2-40B4-BE49-F238E27FC236}">
                    <a16:creationId xmlns:a16="http://schemas.microsoft.com/office/drawing/2014/main" id="{67891F44-03D3-CF47-86FB-FB0C31AF65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7" name="Rectangle 266">
              <a:extLst>
                <a:ext uri="{FF2B5EF4-FFF2-40B4-BE49-F238E27FC236}">
                  <a16:creationId xmlns:a16="http://schemas.microsoft.com/office/drawing/2014/main" id="{1D029B33-0C7B-864F-B801-978A4B8FD5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8" name="Group 267">
              <a:extLst>
                <a:ext uri="{FF2B5EF4-FFF2-40B4-BE49-F238E27FC236}">
                  <a16:creationId xmlns:a16="http://schemas.microsoft.com/office/drawing/2014/main" id="{8A3352FE-9285-9E4C-BF29-D635003DF9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29" name="AutoShape 268">
                <a:extLst>
                  <a:ext uri="{FF2B5EF4-FFF2-40B4-BE49-F238E27FC236}">
                    <a16:creationId xmlns:a16="http://schemas.microsoft.com/office/drawing/2014/main" id="{CC6637ED-E66A-004E-AE38-F32E55EC54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0" name="AutoShape 269">
                <a:extLst>
                  <a:ext uri="{FF2B5EF4-FFF2-40B4-BE49-F238E27FC236}">
                    <a16:creationId xmlns:a16="http://schemas.microsoft.com/office/drawing/2014/main" id="{99FAA76E-7386-FC45-ACF1-30D129724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9" name="Rectangle 270">
              <a:extLst>
                <a:ext uri="{FF2B5EF4-FFF2-40B4-BE49-F238E27FC236}">
                  <a16:creationId xmlns:a16="http://schemas.microsoft.com/office/drawing/2014/main" id="{AFCC8C61-44F6-2242-8855-E7238EE55A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0" name="Rectangle 271">
              <a:extLst>
                <a:ext uri="{FF2B5EF4-FFF2-40B4-BE49-F238E27FC236}">
                  <a16:creationId xmlns:a16="http://schemas.microsoft.com/office/drawing/2014/main" id="{5F416F68-F5C3-E047-86DD-2B69313C98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11" name="Group 272">
              <a:extLst>
                <a:ext uri="{FF2B5EF4-FFF2-40B4-BE49-F238E27FC236}">
                  <a16:creationId xmlns:a16="http://schemas.microsoft.com/office/drawing/2014/main" id="{63D616E2-37F9-FA41-93A3-EC867A9C9D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27" name="AutoShape 273">
                <a:extLst>
                  <a:ext uri="{FF2B5EF4-FFF2-40B4-BE49-F238E27FC236}">
                    <a16:creationId xmlns:a16="http://schemas.microsoft.com/office/drawing/2014/main" id="{666D6CE3-43E0-B641-9B47-80DA04FB01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8" name="AutoShape 274">
                <a:extLst>
                  <a:ext uri="{FF2B5EF4-FFF2-40B4-BE49-F238E27FC236}">
                    <a16:creationId xmlns:a16="http://schemas.microsoft.com/office/drawing/2014/main" id="{D94D4D24-3A62-4346-A4B0-AF4901D561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12" name="Freeform 275">
              <a:extLst>
                <a:ext uri="{FF2B5EF4-FFF2-40B4-BE49-F238E27FC236}">
                  <a16:creationId xmlns:a16="http://schemas.microsoft.com/office/drawing/2014/main" id="{5502E20D-D3F9-1445-AE1A-C5A9B7BBB8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13" name="Group 276">
              <a:extLst>
                <a:ext uri="{FF2B5EF4-FFF2-40B4-BE49-F238E27FC236}">
                  <a16:creationId xmlns:a16="http://schemas.microsoft.com/office/drawing/2014/main" id="{88289607-2CB3-6846-972E-267A38967E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25" name="AutoShape 277">
                <a:extLst>
                  <a:ext uri="{FF2B5EF4-FFF2-40B4-BE49-F238E27FC236}">
                    <a16:creationId xmlns:a16="http://schemas.microsoft.com/office/drawing/2014/main" id="{4D384432-D7DC-704B-9036-8E7B3A2934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6" name="AutoShape 278">
                <a:extLst>
                  <a:ext uri="{FF2B5EF4-FFF2-40B4-BE49-F238E27FC236}">
                    <a16:creationId xmlns:a16="http://schemas.microsoft.com/office/drawing/2014/main" id="{D9C2A3A1-5244-A14A-8274-DFC1383E58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14" name="Rectangle 279">
              <a:extLst>
                <a:ext uri="{FF2B5EF4-FFF2-40B4-BE49-F238E27FC236}">
                  <a16:creationId xmlns:a16="http://schemas.microsoft.com/office/drawing/2014/main" id="{B1F8DD2B-C939-2C43-B20B-2B1AD74D4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5" name="Freeform 280">
              <a:extLst>
                <a:ext uri="{FF2B5EF4-FFF2-40B4-BE49-F238E27FC236}">
                  <a16:creationId xmlns:a16="http://schemas.microsoft.com/office/drawing/2014/main" id="{F16DC7B2-4515-5543-B12A-6165D6E2E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Freeform 281">
              <a:extLst>
                <a:ext uri="{FF2B5EF4-FFF2-40B4-BE49-F238E27FC236}">
                  <a16:creationId xmlns:a16="http://schemas.microsoft.com/office/drawing/2014/main" id="{004AE2FC-7231-E64A-BEBE-ADCA412A0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7" name="Oval 282">
              <a:extLst>
                <a:ext uri="{FF2B5EF4-FFF2-40B4-BE49-F238E27FC236}">
                  <a16:creationId xmlns:a16="http://schemas.microsoft.com/office/drawing/2014/main" id="{5A6BAD53-D0CF-DF42-803B-A591FE4928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8" name="Freeform 283">
              <a:extLst>
                <a:ext uri="{FF2B5EF4-FFF2-40B4-BE49-F238E27FC236}">
                  <a16:creationId xmlns:a16="http://schemas.microsoft.com/office/drawing/2014/main" id="{37D6350E-473C-2F48-8443-85DB0303D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9" name="AutoShape 284">
              <a:extLst>
                <a:ext uri="{FF2B5EF4-FFF2-40B4-BE49-F238E27FC236}">
                  <a16:creationId xmlns:a16="http://schemas.microsoft.com/office/drawing/2014/main" id="{BC07E322-3708-CF4A-90EA-569EBA34D2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0" name="AutoShape 285">
              <a:extLst>
                <a:ext uri="{FF2B5EF4-FFF2-40B4-BE49-F238E27FC236}">
                  <a16:creationId xmlns:a16="http://schemas.microsoft.com/office/drawing/2014/main" id="{13CC96E0-B269-1C41-8B8A-26D7B49CC2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1" name="Oval 286">
              <a:extLst>
                <a:ext uri="{FF2B5EF4-FFF2-40B4-BE49-F238E27FC236}">
                  <a16:creationId xmlns:a16="http://schemas.microsoft.com/office/drawing/2014/main" id="{B778BB94-7A1A-2A49-A8EF-9BB086F52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2" name="Oval 287">
              <a:extLst>
                <a:ext uri="{FF2B5EF4-FFF2-40B4-BE49-F238E27FC236}">
                  <a16:creationId xmlns:a16="http://schemas.microsoft.com/office/drawing/2014/main" id="{F501B229-B7EF-6B41-9F50-357DBD6338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23" name="Oval 288">
              <a:extLst>
                <a:ext uri="{FF2B5EF4-FFF2-40B4-BE49-F238E27FC236}">
                  <a16:creationId xmlns:a16="http://schemas.microsoft.com/office/drawing/2014/main" id="{B00DA42E-62A3-B349-A633-497D45856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4" name="Rectangle 289">
              <a:extLst>
                <a:ext uri="{FF2B5EF4-FFF2-40B4-BE49-F238E27FC236}">
                  <a16:creationId xmlns:a16="http://schemas.microsoft.com/office/drawing/2014/main" id="{238D91CD-38E8-4C4C-BE90-4508D42E55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67" name="Slide Number Placeholder 2">
            <a:extLst>
              <a:ext uri="{FF2B5EF4-FFF2-40B4-BE49-F238E27FC236}">
                <a16:creationId xmlns:a16="http://schemas.microsoft.com/office/drawing/2014/main" id="{0480BCEF-F94C-E34B-B55C-97CE664B5D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072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83" grpId="0"/>
      <p:bldP spid="184" grpId="0"/>
      <p:bldP spid="185" grpId="0"/>
      <p:bldP spid="186" grpId="0"/>
      <p:bldP spid="187" grpId="0"/>
      <p:bldP spid="188" grpId="0"/>
      <p:bldP spid="190" grpId="0"/>
      <p:bldP spid="19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DNS name resolution: recursive query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171" name="Text Box 5">
            <a:extLst>
              <a:ext uri="{FF2B5EF4-FFF2-40B4-BE49-F238E27FC236}">
                <a16:creationId xmlns:a16="http://schemas.microsoft.com/office/drawing/2014/main" id="{5980C4D7-7160-6843-9829-B4A4351B5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8154" y="3848735"/>
            <a:ext cx="1816524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requesting host at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engineering.nyu.edu</a:t>
            </a:r>
          </a:p>
        </p:txBody>
      </p:sp>
      <p:sp>
        <p:nvSpPr>
          <p:cNvPr id="172" name="Text Box 6">
            <a:extLst>
              <a:ext uri="{FF2B5EF4-FFF2-40B4-BE49-F238E27FC236}">
                <a16:creationId xmlns:a16="http://schemas.microsoft.com/office/drawing/2014/main" id="{0572A6CE-4DDA-D648-8802-F03C444E2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49161" y="4208147"/>
            <a:ext cx="18780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gaia.cs.umass.edu</a:t>
            </a:r>
          </a:p>
        </p:txBody>
      </p:sp>
      <p:sp>
        <p:nvSpPr>
          <p:cNvPr id="173" name="Text Box 17">
            <a:extLst>
              <a:ext uri="{FF2B5EF4-FFF2-40B4-BE49-F238E27FC236}">
                <a16:creationId xmlns:a16="http://schemas.microsoft.com/office/drawing/2014/main" id="{82144ED5-2C8E-184D-A863-C3B672AB3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8588" y="1322438"/>
            <a:ext cx="20113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root DNS server</a:t>
            </a: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4" name="Line 18">
            <a:extLst>
              <a:ext uri="{FF2B5EF4-FFF2-40B4-BE49-F238E27FC236}">
                <a16:creationId xmlns:a16="http://schemas.microsoft.com/office/drawing/2014/main" id="{0055E9E5-6DE8-1543-9989-1B8A533D40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04927" y="3275781"/>
            <a:ext cx="1196994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5" name="Line 19">
            <a:extLst>
              <a:ext uri="{FF2B5EF4-FFF2-40B4-BE49-F238E27FC236}">
                <a16:creationId xmlns:a16="http://schemas.microsoft.com/office/drawing/2014/main" id="{5959B616-2817-F149-AD5A-71429EF235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84477" y="2005693"/>
            <a:ext cx="914400" cy="9715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6" name="Line 20">
            <a:extLst>
              <a:ext uri="{FF2B5EF4-FFF2-40B4-BE49-F238E27FC236}">
                <a16:creationId xmlns:a16="http://schemas.microsoft.com/office/drawing/2014/main" id="{6EF73249-815F-C548-BC5E-38E4ACE60E79}"/>
              </a:ext>
            </a:extLst>
          </p:cNvPr>
          <p:cNvSpPr>
            <a:spLocks noChangeShapeType="1"/>
          </p:cNvSpPr>
          <p:nvPr/>
        </p:nvSpPr>
        <p:spPr bwMode="auto">
          <a:xfrm>
            <a:off x="9672062" y="3760198"/>
            <a:ext cx="2427" cy="702311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7" name="Line 21">
            <a:extLst>
              <a:ext uri="{FF2B5EF4-FFF2-40B4-BE49-F238E27FC236}">
                <a16:creationId xmlns:a16="http://schemas.microsoft.com/office/drawing/2014/main" id="{CEC0960C-844E-6F44-83D5-7DC0B1F8A21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491701" y="3747010"/>
            <a:ext cx="2427" cy="734919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8" name="Line 22">
            <a:extLst>
              <a:ext uri="{FF2B5EF4-FFF2-40B4-BE49-F238E27FC236}">
                <a16:creationId xmlns:a16="http://schemas.microsoft.com/office/drawing/2014/main" id="{1CAC12BF-7C29-F640-93E6-9DF1650DE0DF}"/>
              </a:ext>
            </a:extLst>
          </p:cNvPr>
          <p:cNvSpPr>
            <a:spLocks noChangeShapeType="1"/>
          </p:cNvSpPr>
          <p:nvPr/>
        </p:nvSpPr>
        <p:spPr bwMode="auto">
          <a:xfrm>
            <a:off x="9038381" y="2075731"/>
            <a:ext cx="405154" cy="841218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9" name="Line 23">
            <a:extLst>
              <a:ext uri="{FF2B5EF4-FFF2-40B4-BE49-F238E27FC236}">
                <a16:creationId xmlns:a16="http://schemas.microsoft.com/office/drawing/2014/main" id="{349E5526-4318-4744-A470-D0A69AD70F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97203" y="3439703"/>
            <a:ext cx="1319232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80" name="Group 24">
            <a:extLst>
              <a:ext uri="{FF2B5EF4-FFF2-40B4-BE49-F238E27FC236}">
                <a16:creationId xmlns:a16="http://schemas.microsoft.com/office/drawing/2014/main" id="{25257205-98B6-614F-8BDC-3E790117BE54}"/>
              </a:ext>
            </a:extLst>
          </p:cNvPr>
          <p:cNvGrpSpPr>
            <a:grpSpLocks/>
          </p:cNvGrpSpPr>
          <p:nvPr/>
        </p:nvGrpSpPr>
        <p:grpSpPr bwMode="auto">
          <a:xfrm>
            <a:off x="6374803" y="3847199"/>
            <a:ext cx="1876425" cy="554038"/>
            <a:chOff x="2838" y="2132"/>
            <a:chExt cx="1182" cy="349"/>
          </a:xfrm>
        </p:grpSpPr>
        <p:sp>
          <p:nvSpPr>
            <p:cNvPr id="181" name="Rectangle 25">
              <a:extLst>
                <a:ext uri="{FF2B5EF4-FFF2-40B4-BE49-F238E27FC236}">
                  <a16:creationId xmlns:a16="http://schemas.microsoft.com/office/drawing/2014/main" id="{D65FCF25-F405-B748-88E8-10A3D8396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8" y="2178"/>
              <a:ext cx="1182" cy="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2" name="Text Box 26">
              <a:extLst>
                <a:ext uri="{FF2B5EF4-FFF2-40B4-BE49-F238E27FC236}">
                  <a16:creationId xmlns:a16="http://schemas.microsoft.com/office/drawing/2014/main" id="{E1FF55F2-CAA3-F740-9BE9-AB0BAF4EF8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7" y="2132"/>
              <a:ext cx="1085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local DNS server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1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dns.nyu.edu</a:t>
              </a:r>
            </a:p>
          </p:txBody>
        </p:sp>
      </p:grpSp>
      <p:sp>
        <p:nvSpPr>
          <p:cNvPr id="183" name="Text Box 27">
            <a:extLst>
              <a:ext uri="{FF2B5EF4-FFF2-40B4-BE49-F238E27FC236}">
                <a16:creationId xmlns:a16="http://schemas.microsoft.com/office/drawing/2014/main" id="{89A9D659-504E-DE4E-B6CF-35E06A82E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5191" y="288670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4" name="Text Box 28">
            <a:extLst>
              <a:ext uri="{FF2B5EF4-FFF2-40B4-BE49-F238E27FC236}">
                <a16:creationId xmlns:a16="http://schemas.microsoft.com/office/drawing/2014/main" id="{72F042CE-6C6C-7040-AA88-05028C243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4177" y="222318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5" name="Text Box 29">
            <a:extLst>
              <a:ext uri="{FF2B5EF4-FFF2-40B4-BE49-F238E27FC236}">
                <a16:creationId xmlns:a16="http://schemas.microsoft.com/office/drawing/2014/main" id="{E4355CE5-EFAB-8E4F-AA84-68513D8FC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5965" y="2130702"/>
            <a:ext cx="11965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3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6" name="Text Box 30">
            <a:extLst>
              <a:ext uri="{FF2B5EF4-FFF2-40B4-BE49-F238E27FC236}">
                <a16:creationId xmlns:a16="http://schemas.microsoft.com/office/drawing/2014/main" id="{61F544AA-6B92-714B-84C9-4070F63CA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1511" y="3917024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4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7" name="Text Box 31">
            <a:extLst>
              <a:ext uri="{FF2B5EF4-FFF2-40B4-BE49-F238E27FC236}">
                <a16:creationId xmlns:a16="http://schemas.microsoft.com/office/drawing/2014/main" id="{30095F9A-09A7-2540-B6C0-0D32BAB45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30827" y="3968637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5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8" name="Text Box 32">
            <a:extLst>
              <a:ext uri="{FF2B5EF4-FFF2-40B4-BE49-F238E27FC236}">
                <a16:creationId xmlns:a16="http://schemas.microsoft.com/office/drawing/2014/main" id="{AB8F7B88-B6E0-EF40-999E-00C192F32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4934" y="268526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6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9" name="Text Box 60">
            <a:extLst>
              <a:ext uri="{FF2B5EF4-FFF2-40B4-BE49-F238E27FC236}">
                <a16:creationId xmlns:a16="http://schemas.microsoft.com/office/drawing/2014/main" id="{9260634C-BE01-F74D-BF1A-744B534DD2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6977" y="5214030"/>
            <a:ext cx="23971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authoritative DNS server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dns.cs.umass.edu</a:t>
            </a: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0" name="Text Box 61">
            <a:extLst>
              <a:ext uri="{FF2B5EF4-FFF2-40B4-BE49-F238E27FC236}">
                <a16:creationId xmlns:a16="http://schemas.microsoft.com/office/drawing/2014/main" id="{6085ED00-1F5E-0643-A173-419315EE3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2727" y="2626662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7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1" name="Text Box 62">
            <a:extLst>
              <a:ext uri="{FF2B5EF4-FFF2-40B4-BE49-F238E27FC236}">
                <a16:creationId xmlns:a16="http://schemas.microsoft.com/office/drawing/2014/main" id="{31298658-8B21-7440-B171-ED6F192C91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5714" y="3470502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8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2" name="Line 63">
            <a:extLst>
              <a:ext uri="{FF2B5EF4-FFF2-40B4-BE49-F238E27FC236}">
                <a16:creationId xmlns:a16="http://schemas.microsoft.com/office/drawing/2014/main" id="{10C66233-6CC9-374E-8305-B82B34B3764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981775" y="2427554"/>
            <a:ext cx="344289" cy="64545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3" name="Line 64">
            <a:extLst>
              <a:ext uri="{FF2B5EF4-FFF2-40B4-BE49-F238E27FC236}">
                <a16:creationId xmlns:a16="http://schemas.microsoft.com/office/drawing/2014/main" id="{BAF9BA4A-0868-F849-BA68-582D117DCF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92268" y="2275514"/>
            <a:ext cx="710991" cy="774754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4" name="Text Box 65">
            <a:extLst>
              <a:ext uri="{FF2B5EF4-FFF2-40B4-BE49-F238E27FC236}">
                <a16:creationId xmlns:a16="http://schemas.microsoft.com/office/drawing/2014/main" id="{8797BCED-3D71-5A4B-8881-BCE8144E8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2504" y="2971557"/>
            <a:ext cx="20113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TLD DNS server</a:t>
            </a: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95" name="Group 86">
            <a:extLst>
              <a:ext uri="{FF2B5EF4-FFF2-40B4-BE49-F238E27FC236}">
                <a16:creationId xmlns:a16="http://schemas.microsoft.com/office/drawing/2014/main" id="{75CA10E2-E46A-8244-A966-A51F3D99FE1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526900" y="4590027"/>
            <a:ext cx="787391" cy="614055"/>
            <a:chOff x="-44" y="1473"/>
            <a:chExt cx="981" cy="1105"/>
          </a:xfrm>
        </p:grpSpPr>
        <p:pic>
          <p:nvPicPr>
            <p:cNvPr id="196" name="Picture 87" descr="desktop_computer_stylized_medium">
              <a:extLst>
                <a:ext uri="{FF2B5EF4-FFF2-40B4-BE49-F238E27FC236}">
                  <a16:creationId xmlns:a16="http://schemas.microsoft.com/office/drawing/2014/main" id="{71723812-15F4-5248-BF42-895CB471AE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7" name="Freeform 88">
              <a:extLst>
                <a:ext uri="{FF2B5EF4-FFF2-40B4-BE49-F238E27FC236}">
                  <a16:creationId xmlns:a16="http://schemas.microsoft.com/office/drawing/2014/main" id="{4B3596A6-2AD0-DC45-8E8C-2A75454E7B1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98" name="Group 89">
            <a:extLst>
              <a:ext uri="{FF2B5EF4-FFF2-40B4-BE49-F238E27FC236}">
                <a16:creationId xmlns:a16="http://schemas.microsoft.com/office/drawing/2014/main" id="{06C72D69-BC87-104E-99A1-1FE2BBFDF3AB}"/>
              </a:ext>
            </a:extLst>
          </p:cNvPr>
          <p:cNvGrpSpPr>
            <a:grpSpLocks/>
          </p:cNvGrpSpPr>
          <p:nvPr/>
        </p:nvGrpSpPr>
        <p:grpSpPr bwMode="auto">
          <a:xfrm>
            <a:off x="5099109" y="3053085"/>
            <a:ext cx="883580" cy="766310"/>
            <a:chOff x="-44" y="1473"/>
            <a:chExt cx="981" cy="1105"/>
          </a:xfrm>
        </p:grpSpPr>
        <p:pic>
          <p:nvPicPr>
            <p:cNvPr id="199" name="Picture 90" descr="desktop_computer_stylized_medium">
              <a:extLst>
                <a:ext uri="{FF2B5EF4-FFF2-40B4-BE49-F238E27FC236}">
                  <a16:creationId xmlns:a16="http://schemas.microsoft.com/office/drawing/2014/main" id="{8EECB2CE-1B4C-2746-A9F6-C35C4B9609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0" name="Freeform 91">
              <a:extLst>
                <a:ext uri="{FF2B5EF4-FFF2-40B4-BE49-F238E27FC236}">
                  <a16:creationId xmlns:a16="http://schemas.microsoft.com/office/drawing/2014/main" id="{D65AC841-4780-A94B-9F97-1107EEE46B3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01" name="Group 125">
            <a:extLst>
              <a:ext uri="{FF2B5EF4-FFF2-40B4-BE49-F238E27FC236}">
                <a16:creationId xmlns:a16="http://schemas.microsoft.com/office/drawing/2014/main" id="{724CF7FE-3214-0741-AD8D-7483973CF725}"/>
              </a:ext>
            </a:extLst>
          </p:cNvPr>
          <p:cNvGrpSpPr>
            <a:grpSpLocks/>
          </p:cNvGrpSpPr>
          <p:nvPr/>
        </p:nvGrpSpPr>
        <p:grpSpPr bwMode="auto">
          <a:xfrm>
            <a:off x="9410102" y="4528230"/>
            <a:ext cx="390525" cy="641350"/>
            <a:chOff x="4140" y="429"/>
            <a:chExt cx="1425" cy="2396"/>
          </a:xfrm>
        </p:grpSpPr>
        <p:sp>
          <p:nvSpPr>
            <p:cNvPr id="202" name="Freeform 126">
              <a:extLst>
                <a:ext uri="{FF2B5EF4-FFF2-40B4-BE49-F238E27FC236}">
                  <a16:creationId xmlns:a16="http://schemas.microsoft.com/office/drawing/2014/main" id="{430EC70E-0BF7-F44C-8DEF-C9A33626D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3" name="Rectangle 127">
              <a:extLst>
                <a:ext uri="{FF2B5EF4-FFF2-40B4-BE49-F238E27FC236}">
                  <a16:creationId xmlns:a16="http://schemas.microsoft.com/office/drawing/2014/main" id="{6C288CD0-9AED-1548-9DEF-7CF8E72A0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4" name="Freeform 128">
              <a:extLst>
                <a:ext uri="{FF2B5EF4-FFF2-40B4-BE49-F238E27FC236}">
                  <a16:creationId xmlns:a16="http://schemas.microsoft.com/office/drawing/2014/main" id="{08551039-74E8-F44D-8449-133AF9BF85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5" name="Freeform 129">
              <a:extLst>
                <a:ext uri="{FF2B5EF4-FFF2-40B4-BE49-F238E27FC236}">
                  <a16:creationId xmlns:a16="http://schemas.microsoft.com/office/drawing/2014/main" id="{D41FFC6C-D9E1-E74F-BF15-4894E774B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06" name="Rectangle 130">
              <a:extLst>
                <a:ext uri="{FF2B5EF4-FFF2-40B4-BE49-F238E27FC236}">
                  <a16:creationId xmlns:a16="http://schemas.microsoft.com/office/drawing/2014/main" id="{4AA5429D-F727-884E-96D1-EA63944E58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07" name="Group 131">
              <a:extLst>
                <a:ext uri="{FF2B5EF4-FFF2-40B4-BE49-F238E27FC236}">
                  <a16:creationId xmlns:a16="http://schemas.microsoft.com/office/drawing/2014/main" id="{9CE31B7B-945E-6B44-B446-849D24418C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2" name="AutoShape 132">
                <a:extLst>
                  <a:ext uri="{FF2B5EF4-FFF2-40B4-BE49-F238E27FC236}">
                    <a16:creationId xmlns:a16="http://schemas.microsoft.com/office/drawing/2014/main" id="{FA2F0F31-D516-1C43-8236-266B26AEF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3" name="AutoShape 133">
                <a:extLst>
                  <a:ext uri="{FF2B5EF4-FFF2-40B4-BE49-F238E27FC236}">
                    <a16:creationId xmlns:a16="http://schemas.microsoft.com/office/drawing/2014/main" id="{6EC2A0FB-C35E-CF41-B938-33BF0264E1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08" name="Rectangle 134">
              <a:extLst>
                <a:ext uri="{FF2B5EF4-FFF2-40B4-BE49-F238E27FC236}">
                  <a16:creationId xmlns:a16="http://schemas.microsoft.com/office/drawing/2014/main" id="{9298A98E-EDE0-4B4A-9352-BE6FAE720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09" name="Group 135">
              <a:extLst>
                <a:ext uri="{FF2B5EF4-FFF2-40B4-BE49-F238E27FC236}">
                  <a16:creationId xmlns:a16="http://schemas.microsoft.com/office/drawing/2014/main" id="{C311DEB1-8226-3E48-8DA5-613E18CFA3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0" name="AutoShape 136">
                <a:extLst>
                  <a:ext uri="{FF2B5EF4-FFF2-40B4-BE49-F238E27FC236}">
                    <a16:creationId xmlns:a16="http://schemas.microsoft.com/office/drawing/2014/main" id="{E45D0285-F719-874E-AD50-E3F2882775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1" name="AutoShape 137">
                <a:extLst>
                  <a:ext uri="{FF2B5EF4-FFF2-40B4-BE49-F238E27FC236}">
                    <a16:creationId xmlns:a16="http://schemas.microsoft.com/office/drawing/2014/main" id="{BE16FE12-6196-EF46-A169-0C2675EA51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10" name="Rectangle 138">
              <a:extLst>
                <a:ext uri="{FF2B5EF4-FFF2-40B4-BE49-F238E27FC236}">
                  <a16:creationId xmlns:a16="http://schemas.microsoft.com/office/drawing/2014/main" id="{A7531C2D-AF11-3642-9C87-3B93BEDD6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1" name="Rectangle 139">
              <a:extLst>
                <a:ext uri="{FF2B5EF4-FFF2-40B4-BE49-F238E27FC236}">
                  <a16:creationId xmlns:a16="http://schemas.microsoft.com/office/drawing/2014/main" id="{06C1B7AC-1454-714B-A50F-7F9B42D77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12" name="Group 140">
              <a:extLst>
                <a:ext uri="{FF2B5EF4-FFF2-40B4-BE49-F238E27FC236}">
                  <a16:creationId xmlns:a16="http://schemas.microsoft.com/office/drawing/2014/main" id="{86C62EBF-E65E-4D4B-884D-BA39C6A8B2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28" name="AutoShape 141">
                <a:extLst>
                  <a:ext uri="{FF2B5EF4-FFF2-40B4-BE49-F238E27FC236}">
                    <a16:creationId xmlns:a16="http://schemas.microsoft.com/office/drawing/2014/main" id="{A3E87978-B7EB-E644-B3A8-D8FDCF7E81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9" name="AutoShape 142">
                <a:extLst>
                  <a:ext uri="{FF2B5EF4-FFF2-40B4-BE49-F238E27FC236}">
                    <a16:creationId xmlns:a16="http://schemas.microsoft.com/office/drawing/2014/main" id="{91E0D4CD-2CBB-DD47-8147-BE3E03C965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13" name="Freeform 143">
              <a:extLst>
                <a:ext uri="{FF2B5EF4-FFF2-40B4-BE49-F238E27FC236}">
                  <a16:creationId xmlns:a16="http://schemas.microsoft.com/office/drawing/2014/main" id="{0D682965-15A3-3541-A789-479A47800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14" name="Group 144">
              <a:extLst>
                <a:ext uri="{FF2B5EF4-FFF2-40B4-BE49-F238E27FC236}">
                  <a16:creationId xmlns:a16="http://schemas.microsoft.com/office/drawing/2014/main" id="{0C8D690A-21E1-4146-83A5-7245CAEA83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26" name="AutoShape 145">
                <a:extLst>
                  <a:ext uri="{FF2B5EF4-FFF2-40B4-BE49-F238E27FC236}">
                    <a16:creationId xmlns:a16="http://schemas.microsoft.com/office/drawing/2014/main" id="{7C15E592-E347-A846-AC9F-C18905A617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7" name="AutoShape 146">
                <a:extLst>
                  <a:ext uri="{FF2B5EF4-FFF2-40B4-BE49-F238E27FC236}">
                    <a16:creationId xmlns:a16="http://schemas.microsoft.com/office/drawing/2014/main" id="{3D0AF765-217C-594C-B21E-869B0884A2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15" name="Rectangle 147">
              <a:extLst>
                <a:ext uri="{FF2B5EF4-FFF2-40B4-BE49-F238E27FC236}">
                  <a16:creationId xmlns:a16="http://schemas.microsoft.com/office/drawing/2014/main" id="{4C635A33-8E8F-7D44-92DB-F6F09BFD8C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6" name="Freeform 148">
              <a:extLst>
                <a:ext uri="{FF2B5EF4-FFF2-40B4-BE49-F238E27FC236}">
                  <a16:creationId xmlns:a16="http://schemas.microsoft.com/office/drawing/2014/main" id="{4B503159-D00F-C640-B18B-72CCC4B303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7" name="Freeform 149">
              <a:extLst>
                <a:ext uri="{FF2B5EF4-FFF2-40B4-BE49-F238E27FC236}">
                  <a16:creationId xmlns:a16="http://schemas.microsoft.com/office/drawing/2014/main" id="{83A278D9-086C-BE47-BA0D-A1CB49B9DC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8" name="Oval 150">
              <a:extLst>
                <a:ext uri="{FF2B5EF4-FFF2-40B4-BE49-F238E27FC236}">
                  <a16:creationId xmlns:a16="http://schemas.microsoft.com/office/drawing/2014/main" id="{71B59C46-33D8-EC4A-A0CA-4AF6B7EE7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9" name="Freeform 151">
              <a:extLst>
                <a:ext uri="{FF2B5EF4-FFF2-40B4-BE49-F238E27FC236}">
                  <a16:creationId xmlns:a16="http://schemas.microsoft.com/office/drawing/2014/main" id="{3C577FAB-12B4-CA48-B90D-D923F71687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0" name="AutoShape 152">
              <a:extLst>
                <a:ext uri="{FF2B5EF4-FFF2-40B4-BE49-F238E27FC236}">
                  <a16:creationId xmlns:a16="http://schemas.microsoft.com/office/drawing/2014/main" id="{0744BC6B-A26A-7E49-A677-B90EDB08F5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1" name="AutoShape 153">
              <a:extLst>
                <a:ext uri="{FF2B5EF4-FFF2-40B4-BE49-F238E27FC236}">
                  <a16:creationId xmlns:a16="http://schemas.microsoft.com/office/drawing/2014/main" id="{574AC8BD-9D1C-FB42-BD21-1A786B862E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2" name="Oval 154">
              <a:extLst>
                <a:ext uri="{FF2B5EF4-FFF2-40B4-BE49-F238E27FC236}">
                  <a16:creationId xmlns:a16="http://schemas.microsoft.com/office/drawing/2014/main" id="{5AFE8D2C-0569-3047-AB73-8A9B37AF1F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3" name="Oval 155">
              <a:extLst>
                <a:ext uri="{FF2B5EF4-FFF2-40B4-BE49-F238E27FC236}">
                  <a16:creationId xmlns:a16="http://schemas.microsoft.com/office/drawing/2014/main" id="{83B0123B-44CF-B845-B272-496DEB2388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4" name="Oval 156">
              <a:extLst>
                <a:ext uri="{FF2B5EF4-FFF2-40B4-BE49-F238E27FC236}">
                  <a16:creationId xmlns:a16="http://schemas.microsoft.com/office/drawing/2014/main" id="{FF7ABF78-07FF-FD40-9233-2EC92E7CB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5" name="Rectangle 157">
              <a:extLst>
                <a:ext uri="{FF2B5EF4-FFF2-40B4-BE49-F238E27FC236}">
                  <a16:creationId xmlns:a16="http://schemas.microsoft.com/office/drawing/2014/main" id="{D41F5C27-E8BB-6440-8D30-59C3961E0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34" name="Group 158">
            <a:extLst>
              <a:ext uri="{FF2B5EF4-FFF2-40B4-BE49-F238E27FC236}">
                <a16:creationId xmlns:a16="http://schemas.microsoft.com/office/drawing/2014/main" id="{AEB56919-E56B-7E4E-A7D7-98A288C3B252}"/>
              </a:ext>
            </a:extLst>
          </p:cNvPr>
          <p:cNvGrpSpPr>
            <a:grpSpLocks/>
          </p:cNvGrpSpPr>
          <p:nvPr/>
        </p:nvGrpSpPr>
        <p:grpSpPr bwMode="auto">
          <a:xfrm>
            <a:off x="7406677" y="3015343"/>
            <a:ext cx="390525" cy="641350"/>
            <a:chOff x="4140" y="429"/>
            <a:chExt cx="1425" cy="2396"/>
          </a:xfrm>
        </p:grpSpPr>
        <p:sp>
          <p:nvSpPr>
            <p:cNvPr id="235" name="Freeform 159">
              <a:extLst>
                <a:ext uri="{FF2B5EF4-FFF2-40B4-BE49-F238E27FC236}">
                  <a16:creationId xmlns:a16="http://schemas.microsoft.com/office/drawing/2014/main" id="{86964676-09BA-2F4D-8E07-76EACFD1A54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6" name="Rectangle 160">
              <a:extLst>
                <a:ext uri="{FF2B5EF4-FFF2-40B4-BE49-F238E27FC236}">
                  <a16:creationId xmlns:a16="http://schemas.microsoft.com/office/drawing/2014/main" id="{FFAAD933-7081-1940-82D8-3553DCB084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7" name="Freeform 161">
              <a:extLst>
                <a:ext uri="{FF2B5EF4-FFF2-40B4-BE49-F238E27FC236}">
                  <a16:creationId xmlns:a16="http://schemas.microsoft.com/office/drawing/2014/main" id="{D61BDCB9-8C30-1C44-A8F2-0EC386728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8" name="Freeform 162">
              <a:extLst>
                <a:ext uri="{FF2B5EF4-FFF2-40B4-BE49-F238E27FC236}">
                  <a16:creationId xmlns:a16="http://schemas.microsoft.com/office/drawing/2014/main" id="{3E122E01-84B9-6E48-861A-BEEBD7F672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9" name="Rectangle 163">
              <a:extLst>
                <a:ext uri="{FF2B5EF4-FFF2-40B4-BE49-F238E27FC236}">
                  <a16:creationId xmlns:a16="http://schemas.microsoft.com/office/drawing/2014/main" id="{3AD89C6E-5869-C84E-94DF-DD53888631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0" name="Group 164">
              <a:extLst>
                <a:ext uri="{FF2B5EF4-FFF2-40B4-BE49-F238E27FC236}">
                  <a16:creationId xmlns:a16="http://schemas.microsoft.com/office/drawing/2014/main" id="{919F3CC7-4090-E54D-9BA9-E092A8C810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65" name="AutoShape 165">
                <a:extLst>
                  <a:ext uri="{FF2B5EF4-FFF2-40B4-BE49-F238E27FC236}">
                    <a16:creationId xmlns:a16="http://schemas.microsoft.com/office/drawing/2014/main" id="{EAE6002E-6A1D-0B48-BA81-7D9DEC7045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6" name="AutoShape 166">
                <a:extLst>
                  <a:ext uri="{FF2B5EF4-FFF2-40B4-BE49-F238E27FC236}">
                    <a16:creationId xmlns:a16="http://schemas.microsoft.com/office/drawing/2014/main" id="{CAA5444A-9857-9149-867E-5562C085E1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1" name="Rectangle 167">
              <a:extLst>
                <a:ext uri="{FF2B5EF4-FFF2-40B4-BE49-F238E27FC236}">
                  <a16:creationId xmlns:a16="http://schemas.microsoft.com/office/drawing/2014/main" id="{93E34643-2646-D44C-9D6D-91A5B1C18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2" name="Group 168">
              <a:extLst>
                <a:ext uri="{FF2B5EF4-FFF2-40B4-BE49-F238E27FC236}">
                  <a16:creationId xmlns:a16="http://schemas.microsoft.com/office/drawing/2014/main" id="{652E8D93-E5DE-A34F-9D29-89AB07D056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63" name="AutoShape 169">
                <a:extLst>
                  <a:ext uri="{FF2B5EF4-FFF2-40B4-BE49-F238E27FC236}">
                    <a16:creationId xmlns:a16="http://schemas.microsoft.com/office/drawing/2014/main" id="{AA26172B-FDFE-3D4E-9541-B9BC052C1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4" name="AutoShape 170">
                <a:extLst>
                  <a:ext uri="{FF2B5EF4-FFF2-40B4-BE49-F238E27FC236}">
                    <a16:creationId xmlns:a16="http://schemas.microsoft.com/office/drawing/2014/main" id="{521BB6A8-6D33-7E40-B79B-A911E9D1C5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3" name="Rectangle 171">
              <a:extLst>
                <a:ext uri="{FF2B5EF4-FFF2-40B4-BE49-F238E27FC236}">
                  <a16:creationId xmlns:a16="http://schemas.microsoft.com/office/drawing/2014/main" id="{FF73D9CC-AAAC-D341-85A2-89BC26B91B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4" name="Rectangle 172">
              <a:extLst>
                <a:ext uri="{FF2B5EF4-FFF2-40B4-BE49-F238E27FC236}">
                  <a16:creationId xmlns:a16="http://schemas.microsoft.com/office/drawing/2014/main" id="{B810EEDB-015F-FD45-9174-E980EC5FAA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5" name="Group 173">
              <a:extLst>
                <a:ext uri="{FF2B5EF4-FFF2-40B4-BE49-F238E27FC236}">
                  <a16:creationId xmlns:a16="http://schemas.microsoft.com/office/drawing/2014/main" id="{2E72AE40-DCC2-4948-AD2E-564A2B8A82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61" name="AutoShape 174">
                <a:extLst>
                  <a:ext uri="{FF2B5EF4-FFF2-40B4-BE49-F238E27FC236}">
                    <a16:creationId xmlns:a16="http://schemas.microsoft.com/office/drawing/2014/main" id="{D9D1958B-0DAA-074E-A39D-ABDA1EA5B0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2" name="AutoShape 175">
                <a:extLst>
                  <a:ext uri="{FF2B5EF4-FFF2-40B4-BE49-F238E27FC236}">
                    <a16:creationId xmlns:a16="http://schemas.microsoft.com/office/drawing/2014/main" id="{8EFD2DEF-75B3-4B4C-BB17-5FDA1DFD91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6" name="Freeform 176">
              <a:extLst>
                <a:ext uri="{FF2B5EF4-FFF2-40B4-BE49-F238E27FC236}">
                  <a16:creationId xmlns:a16="http://schemas.microsoft.com/office/drawing/2014/main" id="{A52917D9-2F4F-8A4E-A096-B778F3B976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7" name="Group 177">
              <a:extLst>
                <a:ext uri="{FF2B5EF4-FFF2-40B4-BE49-F238E27FC236}">
                  <a16:creationId xmlns:a16="http://schemas.microsoft.com/office/drawing/2014/main" id="{8476C934-1025-054C-BF2F-A686380677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59" name="AutoShape 178">
                <a:extLst>
                  <a:ext uri="{FF2B5EF4-FFF2-40B4-BE49-F238E27FC236}">
                    <a16:creationId xmlns:a16="http://schemas.microsoft.com/office/drawing/2014/main" id="{8DF96225-9AB2-AB48-9090-A03A165D90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60" name="AutoShape 179">
                <a:extLst>
                  <a:ext uri="{FF2B5EF4-FFF2-40B4-BE49-F238E27FC236}">
                    <a16:creationId xmlns:a16="http://schemas.microsoft.com/office/drawing/2014/main" id="{B48F8DCA-7FC5-4D49-89FD-957B141759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48" name="Rectangle 180">
              <a:extLst>
                <a:ext uri="{FF2B5EF4-FFF2-40B4-BE49-F238E27FC236}">
                  <a16:creationId xmlns:a16="http://schemas.microsoft.com/office/drawing/2014/main" id="{82DD01ED-CC62-8E44-B4AF-5AB162B457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9" name="Freeform 181">
              <a:extLst>
                <a:ext uri="{FF2B5EF4-FFF2-40B4-BE49-F238E27FC236}">
                  <a16:creationId xmlns:a16="http://schemas.microsoft.com/office/drawing/2014/main" id="{02E0A0DA-75BD-A54E-BFBE-1053BAA47AC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0" name="Freeform 182">
              <a:extLst>
                <a:ext uri="{FF2B5EF4-FFF2-40B4-BE49-F238E27FC236}">
                  <a16:creationId xmlns:a16="http://schemas.microsoft.com/office/drawing/2014/main" id="{553CF65B-1E90-FF47-BBE8-B5344DE42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1" name="Oval 183">
              <a:extLst>
                <a:ext uri="{FF2B5EF4-FFF2-40B4-BE49-F238E27FC236}">
                  <a16:creationId xmlns:a16="http://schemas.microsoft.com/office/drawing/2014/main" id="{1CFB15AC-59D4-2B42-9567-80D6F30EC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2" name="Freeform 184">
              <a:extLst>
                <a:ext uri="{FF2B5EF4-FFF2-40B4-BE49-F238E27FC236}">
                  <a16:creationId xmlns:a16="http://schemas.microsoft.com/office/drawing/2014/main" id="{377D0A48-37B0-984B-9D70-F4CA7EE8AC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3" name="AutoShape 185">
              <a:extLst>
                <a:ext uri="{FF2B5EF4-FFF2-40B4-BE49-F238E27FC236}">
                  <a16:creationId xmlns:a16="http://schemas.microsoft.com/office/drawing/2014/main" id="{1DF08F1A-8088-4349-B9B6-80E5278DD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4" name="AutoShape 186">
              <a:extLst>
                <a:ext uri="{FF2B5EF4-FFF2-40B4-BE49-F238E27FC236}">
                  <a16:creationId xmlns:a16="http://schemas.microsoft.com/office/drawing/2014/main" id="{AB1FF07F-165E-5C42-A46F-20C492B2AF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5" name="Oval 187">
              <a:extLst>
                <a:ext uri="{FF2B5EF4-FFF2-40B4-BE49-F238E27FC236}">
                  <a16:creationId xmlns:a16="http://schemas.microsoft.com/office/drawing/2014/main" id="{246533F9-312A-7949-B6A5-04845D4051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6" name="Oval 188">
              <a:extLst>
                <a:ext uri="{FF2B5EF4-FFF2-40B4-BE49-F238E27FC236}">
                  <a16:creationId xmlns:a16="http://schemas.microsoft.com/office/drawing/2014/main" id="{97B4BE6D-9A58-6C4D-98DB-90F92956E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57" name="Oval 189">
              <a:extLst>
                <a:ext uri="{FF2B5EF4-FFF2-40B4-BE49-F238E27FC236}">
                  <a16:creationId xmlns:a16="http://schemas.microsoft.com/office/drawing/2014/main" id="{B4E35ECA-82AF-A74F-9E87-BC1C1318FE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58" name="Rectangle 190">
              <a:extLst>
                <a:ext uri="{FF2B5EF4-FFF2-40B4-BE49-F238E27FC236}">
                  <a16:creationId xmlns:a16="http://schemas.microsoft.com/office/drawing/2014/main" id="{32338498-7D1E-F249-A1B6-782EAA13A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67" name="Group 224">
            <a:extLst>
              <a:ext uri="{FF2B5EF4-FFF2-40B4-BE49-F238E27FC236}">
                <a16:creationId xmlns:a16="http://schemas.microsoft.com/office/drawing/2014/main" id="{3B18C9CF-4DB3-9A45-9F2E-A9E7637C3843}"/>
              </a:ext>
            </a:extLst>
          </p:cNvPr>
          <p:cNvGrpSpPr>
            <a:grpSpLocks/>
          </p:cNvGrpSpPr>
          <p:nvPr/>
        </p:nvGrpSpPr>
        <p:grpSpPr bwMode="auto">
          <a:xfrm>
            <a:off x="8560790" y="1753280"/>
            <a:ext cx="390525" cy="641350"/>
            <a:chOff x="4140" y="429"/>
            <a:chExt cx="1425" cy="2396"/>
          </a:xfrm>
        </p:grpSpPr>
        <p:sp>
          <p:nvSpPr>
            <p:cNvPr id="268" name="Freeform 225">
              <a:extLst>
                <a:ext uri="{FF2B5EF4-FFF2-40B4-BE49-F238E27FC236}">
                  <a16:creationId xmlns:a16="http://schemas.microsoft.com/office/drawing/2014/main" id="{8DE393E4-949F-5A47-87BC-37206D62F2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69" name="Rectangle 226">
              <a:extLst>
                <a:ext uri="{FF2B5EF4-FFF2-40B4-BE49-F238E27FC236}">
                  <a16:creationId xmlns:a16="http://schemas.microsoft.com/office/drawing/2014/main" id="{45AACD86-831C-7245-8042-0EAB26DDB8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0" name="Freeform 227">
              <a:extLst>
                <a:ext uri="{FF2B5EF4-FFF2-40B4-BE49-F238E27FC236}">
                  <a16:creationId xmlns:a16="http://schemas.microsoft.com/office/drawing/2014/main" id="{641EE52D-59FB-874A-8BE7-992D8AB382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1" name="Freeform 228">
              <a:extLst>
                <a:ext uri="{FF2B5EF4-FFF2-40B4-BE49-F238E27FC236}">
                  <a16:creationId xmlns:a16="http://schemas.microsoft.com/office/drawing/2014/main" id="{745C23B7-E3E7-3244-8E92-2A519BCE4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2" name="Rectangle 229">
              <a:extLst>
                <a:ext uri="{FF2B5EF4-FFF2-40B4-BE49-F238E27FC236}">
                  <a16:creationId xmlns:a16="http://schemas.microsoft.com/office/drawing/2014/main" id="{53F1BA0D-FC18-8F40-B02C-5E5456D41E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3" name="Group 230">
              <a:extLst>
                <a:ext uri="{FF2B5EF4-FFF2-40B4-BE49-F238E27FC236}">
                  <a16:creationId xmlns:a16="http://schemas.microsoft.com/office/drawing/2014/main" id="{3BF69572-674D-F94F-AF3E-6360341D09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98" name="AutoShape 231">
                <a:extLst>
                  <a:ext uri="{FF2B5EF4-FFF2-40B4-BE49-F238E27FC236}">
                    <a16:creationId xmlns:a16="http://schemas.microsoft.com/office/drawing/2014/main" id="{7A3AB9B6-ED54-E640-B88B-6349E66AEC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9" name="AutoShape 232">
                <a:extLst>
                  <a:ext uri="{FF2B5EF4-FFF2-40B4-BE49-F238E27FC236}">
                    <a16:creationId xmlns:a16="http://schemas.microsoft.com/office/drawing/2014/main" id="{41885595-164B-5A49-B50B-F202B13B92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4" name="Rectangle 233">
              <a:extLst>
                <a:ext uri="{FF2B5EF4-FFF2-40B4-BE49-F238E27FC236}">
                  <a16:creationId xmlns:a16="http://schemas.microsoft.com/office/drawing/2014/main" id="{1DC47301-CD25-F742-824D-B95A7C78B1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5" name="Group 234">
              <a:extLst>
                <a:ext uri="{FF2B5EF4-FFF2-40B4-BE49-F238E27FC236}">
                  <a16:creationId xmlns:a16="http://schemas.microsoft.com/office/drawing/2014/main" id="{ABA534FC-B51E-B545-893B-AA2D360102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96" name="AutoShape 235">
                <a:extLst>
                  <a:ext uri="{FF2B5EF4-FFF2-40B4-BE49-F238E27FC236}">
                    <a16:creationId xmlns:a16="http://schemas.microsoft.com/office/drawing/2014/main" id="{BF3259EE-323A-7B46-BA99-522FF89692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7" name="AutoShape 236">
                <a:extLst>
                  <a:ext uri="{FF2B5EF4-FFF2-40B4-BE49-F238E27FC236}">
                    <a16:creationId xmlns:a16="http://schemas.microsoft.com/office/drawing/2014/main" id="{773E2C4B-E371-8849-89F1-CB3467DA22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6" name="Rectangle 237">
              <a:extLst>
                <a:ext uri="{FF2B5EF4-FFF2-40B4-BE49-F238E27FC236}">
                  <a16:creationId xmlns:a16="http://schemas.microsoft.com/office/drawing/2014/main" id="{65673162-6BD4-FA45-AD7B-65DCCB5038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7" name="Rectangle 238">
              <a:extLst>
                <a:ext uri="{FF2B5EF4-FFF2-40B4-BE49-F238E27FC236}">
                  <a16:creationId xmlns:a16="http://schemas.microsoft.com/office/drawing/2014/main" id="{EB910949-1BF1-2E43-B251-2F5F6D2BC5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78" name="Group 239">
              <a:extLst>
                <a:ext uri="{FF2B5EF4-FFF2-40B4-BE49-F238E27FC236}">
                  <a16:creationId xmlns:a16="http://schemas.microsoft.com/office/drawing/2014/main" id="{4ABA0E07-42B3-1C4B-A798-B21B741191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94" name="AutoShape 240">
                <a:extLst>
                  <a:ext uri="{FF2B5EF4-FFF2-40B4-BE49-F238E27FC236}">
                    <a16:creationId xmlns:a16="http://schemas.microsoft.com/office/drawing/2014/main" id="{833C6885-DF73-A44C-AF35-71696A3444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5" name="AutoShape 241">
                <a:extLst>
                  <a:ext uri="{FF2B5EF4-FFF2-40B4-BE49-F238E27FC236}">
                    <a16:creationId xmlns:a16="http://schemas.microsoft.com/office/drawing/2014/main" id="{00053469-6811-F146-9041-0E9ADB93CF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9" name="Freeform 242">
              <a:extLst>
                <a:ext uri="{FF2B5EF4-FFF2-40B4-BE49-F238E27FC236}">
                  <a16:creationId xmlns:a16="http://schemas.microsoft.com/office/drawing/2014/main" id="{E93D621E-BD5E-4F41-B292-1FF1D9FD9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80" name="Group 243">
              <a:extLst>
                <a:ext uri="{FF2B5EF4-FFF2-40B4-BE49-F238E27FC236}">
                  <a16:creationId xmlns:a16="http://schemas.microsoft.com/office/drawing/2014/main" id="{D2A4152B-1063-5545-AFB4-C764C9E38D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92" name="AutoShape 244">
                <a:extLst>
                  <a:ext uri="{FF2B5EF4-FFF2-40B4-BE49-F238E27FC236}">
                    <a16:creationId xmlns:a16="http://schemas.microsoft.com/office/drawing/2014/main" id="{91B44A19-99F5-3246-B452-E6974C3882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3" name="AutoShape 245">
                <a:extLst>
                  <a:ext uri="{FF2B5EF4-FFF2-40B4-BE49-F238E27FC236}">
                    <a16:creationId xmlns:a16="http://schemas.microsoft.com/office/drawing/2014/main" id="{CE7C0896-4736-8044-B538-F09471477D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81" name="Rectangle 246">
              <a:extLst>
                <a:ext uri="{FF2B5EF4-FFF2-40B4-BE49-F238E27FC236}">
                  <a16:creationId xmlns:a16="http://schemas.microsoft.com/office/drawing/2014/main" id="{1D6C13B5-BF0F-554A-9CE4-3F075F9379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2" name="Freeform 247">
              <a:extLst>
                <a:ext uri="{FF2B5EF4-FFF2-40B4-BE49-F238E27FC236}">
                  <a16:creationId xmlns:a16="http://schemas.microsoft.com/office/drawing/2014/main" id="{0F3FBF0A-EAF4-094D-A874-245423181C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3" name="Freeform 248">
              <a:extLst>
                <a:ext uri="{FF2B5EF4-FFF2-40B4-BE49-F238E27FC236}">
                  <a16:creationId xmlns:a16="http://schemas.microsoft.com/office/drawing/2014/main" id="{EC002925-BD09-784A-9BB4-2AD299FA2E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4" name="Oval 249">
              <a:extLst>
                <a:ext uri="{FF2B5EF4-FFF2-40B4-BE49-F238E27FC236}">
                  <a16:creationId xmlns:a16="http://schemas.microsoft.com/office/drawing/2014/main" id="{21E73907-A81B-E540-A734-D855A80521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5" name="Freeform 250">
              <a:extLst>
                <a:ext uri="{FF2B5EF4-FFF2-40B4-BE49-F238E27FC236}">
                  <a16:creationId xmlns:a16="http://schemas.microsoft.com/office/drawing/2014/main" id="{7B38A468-42E7-2245-BA7B-6136A44866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6" name="AutoShape 251">
              <a:extLst>
                <a:ext uri="{FF2B5EF4-FFF2-40B4-BE49-F238E27FC236}">
                  <a16:creationId xmlns:a16="http://schemas.microsoft.com/office/drawing/2014/main" id="{F798831B-76D3-634B-A1D7-73487DB6F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7" name="AutoShape 252">
              <a:extLst>
                <a:ext uri="{FF2B5EF4-FFF2-40B4-BE49-F238E27FC236}">
                  <a16:creationId xmlns:a16="http://schemas.microsoft.com/office/drawing/2014/main" id="{93B2ADD1-628A-5B4D-960D-449954DF90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8" name="Oval 253">
              <a:extLst>
                <a:ext uri="{FF2B5EF4-FFF2-40B4-BE49-F238E27FC236}">
                  <a16:creationId xmlns:a16="http://schemas.microsoft.com/office/drawing/2014/main" id="{359740D7-3452-8745-AD4F-78F1EAE69A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9" name="Oval 254">
              <a:extLst>
                <a:ext uri="{FF2B5EF4-FFF2-40B4-BE49-F238E27FC236}">
                  <a16:creationId xmlns:a16="http://schemas.microsoft.com/office/drawing/2014/main" id="{6953048C-3B45-C945-95BD-05D0D95F9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90" name="Oval 255">
              <a:extLst>
                <a:ext uri="{FF2B5EF4-FFF2-40B4-BE49-F238E27FC236}">
                  <a16:creationId xmlns:a16="http://schemas.microsoft.com/office/drawing/2014/main" id="{FCF3244C-B9E8-DF49-A3D0-C0D2140BA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1" name="Rectangle 256">
              <a:extLst>
                <a:ext uri="{FF2B5EF4-FFF2-40B4-BE49-F238E27FC236}">
                  <a16:creationId xmlns:a16="http://schemas.microsoft.com/office/drawing/2014/main" id="{66CCCCC0-CA45-934C-8FFC-B89439DE40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00" name="Group 257">
            <a:extLst>
              <a:ext uri="{FF2B5EF4-FFF2-40B4-BE49-F238E27FC236}">
                <a16:creationId xmlns:a16="http://schemas.microsoft.com/office/drawing/2014/main" id="{6D88D42C-B784-1546-97B0-1AA7D6A27EC3}"/>
              </a:ext>
            </a:extLst>
          </p:cNvPr>
          <p:cNvGrpSpPr>
            <a:grpSpLocks/>
          </p:cNvGrpSpPr>
          <p:nvPr/>
        </p:nvGrpSpPr>
        <p:grpSpPr bwMode="auto">
          <a:xfrm>
            <a:off x="9376765" y="3005818"/>
            <a:ext cx="390525" cy="641350"/>
            <a:chOff x="4140" y="429"/>
            <a:chExt cx="1425" cy="2396"/>
          </a:xfrm>
        </p:grpSpPr>
        <p:sp>
          <p:nvSpPr>
            <p:cNvPr id="301" name="Freeform 258">
              <a:extLst>
                <a:ext uri="{FF2B5EF4-FFF2-40B4-BE49-F238E27FC236}">
                  <a16:creationId xmlns:a16="http://schemas.microsoft.com/office/drawing/2014/main" id="{702EC307-F8E6-434D-B445-B2F47A942B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2" name="Rectangle 259">
              <a:extLst>
                <a:ext uri="{FF2B5EF4-FFF2-40B4-BE49-F238E27FC236}">
                  <a16:creationId xmlns:a16="http://schemas.microsoft.com/office/drawing/2014/main" id="{07437252-B53D-9D40-813F-304E5CD00E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3" name="Freeform 260">
              <a:extLst>
                <a:ext uri="{FF2B5EF4-FFF2-40B4-BE49-F238E27FC236}">
                  <a16:creationId xmlns:a16="http://schemas.microsoft.com/office/drawing/2014/main" id="{EC373583-A9BD-FC4E-A47E-4602AA39D0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4" name="Freeform 261">
              <a:extLst>
                <a:ext uri="{FF2B5EF4-FFF2-40B4-BE49-F238E27FC236}">
                  <a16:creationId xmlns:a16="http://schemas.microsoft.com/office/drawing/2014/main" id="{D1E0B0A0-C834-9D4D-9DDD-D4222C1817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5" name="Rectangle 262">
              <a:extLst>
                <a:ext uri="{FF2B5EF4-FFF2-40B4-BE49-F238E27FC236}">
                  <a16:creationId xmlns:a16="http://schemas.microsoft.com/office/drawing/2014/main" id="{B2DA4C56-6E4F-4F46-A99C-698FAADDB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6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6" name="Group 263">
              <a:extLst>
                <a:ext uri="{FF2B5EF4-FFF2-40B4-BE49-F238E27FC236}">
                  <a16:creationId xmlns:a16="http://schemas.microsoft.com/office/drawing/2014/main" id="{0476FEFE-2DC6-2148-99D9-A5C054B12C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31" name="AutoShape 264">
                <a:extLst>
                  <a:ext uri="{FF2B5EF4-FFF2-40B4-BE49-F238E27FC236}">
                    <a16:creationId xmlns:a16="http://schemas.microsoft.com/office/drawing/2014/main" id="{81145D7E-D3D7-0D4C-A411-943EBD5AA0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3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2" name="AutoShape 265">
                <a:extLst>
                  <a:ext uri="{FF2B5EF4-FFF2-40B4-BE49-F238E27FC236}">
                    <a16:creationId xmlns:a16="http://schemas.microsoft.com/office/drawing/2014/main" id="{67891F44-03D3-CF47-86FB-FB0C31AF65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7" name="Rectangle 266">
              <a:extLst>
                <a:ext uri="{FF2B5EF4-FFF2-40B4-BE49-F238E27FC236}">
                  <a16:creationId xmlns:a16="http://schemas.microsoft.com/office/drawing/2014/main" id="{1D029B33-0C7B-864F-B801-978A4B8FD5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16"/>
              <a:ext cx="591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8" name="Group 267">
              <a:extLst>
                <a:ext uri="{FF2B5EF4-FFF2-40B4-BE49-F238E27FC236}">
                  <a16:creationId xmlns:a16="http://schemas.microsoft.com/office/drawing/2014/main" id="{8A3352FE-9285-9E4C-BF29-D635003DF9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29" name="AutoShape 268">
                <a:extLst>
                  <a:ext uri="{FF2B5EF4-FFF2-40B4-BE49-F238E27FC236}">
                    <a16:creationId xmlns:a16="http://schemas.microsoft.com/office/drawing/2014/main" id="{CC6637ED-E66A-004E-AE38-F32E55EC54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3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0" name="AutoShape 269">
                <a:extLst>
                  <a:ext uri="{FF2B5EF4-FFF2-40B4-BE49-F238E27FC236}">
                    <a16:creationId xmlns:a16="http://schemas.microsoft.com/office/drawing/2014/main" id="{99FAA76E-7386-FC45-ACF1-30D129724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4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9" name="Rectangle 270">
              <a:extLst>
                <a:ext uri="{FF2B5EF4-FFF2-40B4-BE49-F238E27FC236}">
                  <a16:creationId xmlns:a16="http://schemas.microsoft.com/office/drawing/2014/main" id="{AFCC8C61-44F6-2242-8855-E7238EE55A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60"/>
              <a:ext cx="597" cy="4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0" name="Rectangle 271">
              <a:extLst>
                <a:ext uri="{FF2B5EF4-FFF2-40B4-BE49-F238E27FC236}">
                  <a16:creationId xmlns:a16="http://schemas.microsoft.com/office/drawing/2014/main" id="{5F416F68-F5C3-E047-86DD-2B69313C98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7"/>
              <a:ext cx="597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11" name="Group 272">
              <a:extLst>
                <a:ext uri="{FF2B5EF4-FFF2-40B4-BE49-F238E27FC236}">
                  <a16:creationId xmlns:a16="http://schemas.microsoft.com/office/drawing/2014/main" id="{63D616E2-37F9-FA41-93A3-EC867A9C9D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27" name="AutoShape 273">
                <a:extLst>
                  <a:ext uri="{FF2B5EF4-FFF2-40B4-BE49-F238E27FC236}">
                    <a16:creationId xmlns:a16="http://schemas.microsoft.com/office/drawing/2014/main" id="{666D6CE3-43E0-B641-9B47-80DA04FB01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8" name="AutoShape 274">
                <a:extLst>
                  <a:ext uri="{FF2B5EF4-FFF2-40B4-BE49-F238E27FC236}">
                    <a16:creationId xmlns:a16="http://schemas.microsoft.com/office/drawing/2014/main" id="{D94D4D24-3A62-4346-A4B0-AF4901D561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12" name="Freeform 275">
              <a:extLst>
                <a:ext uri="{FF2B5EF4-FFF2-40B4-BE49-F238E27FC236}">
                  <a16:creationId xmlns:a16="http://schemas.microsoft.com/office/drawing/2014/main" id="{5502E20D-D3F9-1445-AE1A-C5A9B7BBB8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13" name="Group 276">
              <a:extLst>
                <a:ext uri="{FF2B5EF4-FFF2-40B4-BE49-F238E27FC236}">
                  <a16:creationId xmlns:a16="http://schemas.microsoft.com/office/drawing/2014/main" id="{88289607-2CB3-6846-972E-267A38967E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25" name="AutoShape 277">
                <a:extLst>
                  <a:ext uri="{FF2B5EF4-FFF2-40B4-BE49-F238E27FC236}">
                    <a16:creationId xmlns:a16="http://schemas.microsoft.com/office/drawing/2014/main" id="{4D384432-D7DC-704B-9036-8E7B3A2934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6"/>
                <a:ext cx="729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6" name="AutoShape 278">
                <a:extLst>
                  <a:ext uri="{FF2B5EF4-FFF2-40B4-BE49-F238E27FC236}">
                    <a16:creationId xmlns:a16="http://schemas.microsoft.com/office/drawing/2014/main" id="{D9C2A3A1-5244-A14A-8274-DFC1383E58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14" name="Rectangle 279">
              <a:extLst>
                <a:ext uri="{FF2B5EF4-FFF2-40B4-BE49-F238E27FC236}">
                  <a16:creationId xmlns:a16="http://schemas.microsoft.com/office/drawing/2014/main" id="{B1F8DD2B-C939-2C43-B20B-2B1AD74D4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5" name="Freeform 280">
              <a:extLst>
                <a:ext uri="{FF2B5EF4-FFF2-40B4-BE49-F238E27FC236}">
                  <a16:creationId xmlns:a16="http://schemas.microsoft.com/office/drawing/2014/main" id="{F16DC7B2-4515-5543-B12A-6165D6E2E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Freeform 281">
              <a:extLst>
                <a:ext uri="{FF2B5EF4-FFF2-40B4-BE49-F238E27FC236}">
                  <a16:creationId xmlns:a16="http://schemas.microsoft.com/office/drawing/2014/main" id="{004AE2FC-7231-E64A-BEBE-ADCA412A0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7" name="Oval 282">
              <a:extLst>
                <a:ext uri="{FF2B5EF4-FFF2-40B4-BE49-F238E27FC236}">
                  <a16:creationId xmlns:a16="http://schemas.microsoft.com/office/drawing/2014/main" id="{5A6BAD53-D0CF-DF42-803B-A591FE4928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1"/>
              <a:ext cx="46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8" name="Freeform 283">
              <a:extLst>
                <a:ext uri="{FF2B5EF4-FFF2-40B4-BE49-F238E27FC236}">
                  <a16:creationId xmlns:a16="http://schemas.microsoft.com/office/drawing/2014/main" id="{37D6350E-473C-2F48-8443-85DB0303D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9" name="AutoShape 284">
              <a:extLst>
                <a:ext uri="{FF2B5EF4-FFF2-40B4-BE49-F238E27FC236}">
                  <a16:creationId xmlns:a16="http://schemas.microsoft.com/office/drawing/2014/main" id="{BC07E322-3708-CF4A-90EA-569EBA34D2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9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0" name="AutoShape 285">
              <a:extLst>
                <a:ext uri="{FF2B5EF4-FFF2-40B4-BE49-F238E27FC236}">
                  <a16:creationId xmlns:a16="http://schemas.microsoft.com/office/drawing/2014/main" id="{13CC96E0-B269-1C41-8B8A-26D7B49CC2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2"/>
              <a:ext cx="1072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1" name="Oval 286">
              <a:extLst>
                <a:ext uri="{FF2B5EF4-FFF2-40B4-BE49-F238E27FC236}">
                  <a16:creationId xmlns:a16="http://schemas.microsoft.com/office/drawing/2014/main" id="{B778BB94-7A1A-2A49-A8EF-9BB086F52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6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2" name="Oval 287">
              <a:extLst>
                <a:ext uri="{FF2B5EF4-FFF2-40B4-BE49-F238E27FC236}">
                  <a16:creationId xmlns:a16="http://schemas.microsoft.com/office/drawing/2014/main" id="{F501B229-B7EF-6B41-9F50-357DBD6338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6"/>
              <a:ext cx="156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23" name="Oval 288">
              <a:extLst>
                <a:ext uri="{FF2B5EF4-FFF2-40B4-BE49-F238E27FC236}">
                  <a16:creationId xmlns:a16="http://schemas.microsoft.com/office/drawing/2014/main" id="{B00DA42E-62A3-B349-A633-497D45856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24" name="Rectangle 289">
              <a:extLst>
                <a:ext uri="{FF2B5EF4-FFF2-40B4-BE49-F238E27FC236}">
                  <a16:creationId xmlns:a16="http://schemas.microsoft.com/office/drawing/2014/main" id="{238D91CD-38E8-4C4C-BE90-4508D42E55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7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68" name="Rectangle 67">
            <a:extLst>
              <a:ext uri="{FF2B5EF4-FFF2-40B4-BE49-F238E27FC236}">
                <a16:creationId xmlns:a16="http://schemas.microsoft.com/office/drawing/2014/main" id="{7033F479-89A5-0143-B345-2FFB1A7A7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552" y="2790656"/>
            <a:ext cx="3704869" cy="3241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Recursive query:</a:t>
            </a:r>
          </a:p>
          <a:p>
            <a:pPr marL="403225" marR="0" lvl="0" indent="-2889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puts burden of name resolution on contacted name server</a:t>
            </a:r>
          </a:p>
          <a:p>
            <a:pPr marL="403225" marR="0" lvl="0" indent="-2889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heavy load at upper levels of hierarchy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?</a:t>
            </a:r>
          </a:p>
        </p:txBody>
      </p:sp>
      <p:sp>
        <p:nvSpPr>
          <p:cNvPr id="167" name="Rectangle 67">
            <a:extLst>
              <a:ext uri="{FF2B5EF4-FFF2-40B4-BE49-F238E27FC236}">
                <a16:creationId xmlns:a16="http://schemas.microsoft.com/office/drawing/2014/main" id="{FC920AB6-C679-FB4D-8FB0-F8831E569238}"/>
              </a:ext>
            </a:extLst>
          </p:cNvPr>
          <p:cNvSpPr txBox="1">
            <a:spLocks noChangeArrowheads="1"/>
          </p:cNvSpPr>
          <p:nvPr/>
        </p:nvSpPr>
        <p:spPr>
          <a:xfrm>
            <a:off x="684201" y="1617338"/>
            <a:ext cx="5664200" cy="106113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Example: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 at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engineering.nyu.edu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wants IP address for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gaia.cs.umass.edu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9" name="Slide Number Placeholder 2">
            <a:extLst>
              <a:ext uri="{FF2B5EF4-FFF2-40B4-BE49-F238E27FC236}">
                <a16:creationId xmlns:a16="http://schemas.microsoft.com/office/drawing/2014/main" id="{A8961CBE-FE41-8D44-9128-97B15DEF4B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2406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" grpId="0"/>
      <p:bldP spid="184" grpId="0"/>
      <p:bldP spid="185" grpId="0"/>
      <p:bldP spid="186" grpId="0"/>
      <p:bldP spid="187" grpId="0"/>
      <p:bldP spid="188" grpId="0"/>
      <p:bldP spid="190" grpId="0"/>
      <p:bldP spid="191" grpId="0"/>
      <p:bldP spid="16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Caching DNS Information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167" name="Rectangle 3">
            <a:extLst>
              <a:ext uri="{FF2B5EF4-FFF2-40B4-BE49-F238E27FC236}">
                <a16:creationId xmlns:a16="http://schemas.microsoft.com/office/drawing/2014/main" id="{796C1A8B-325B-1A4B-BF89-EF3A65965833}"/>
              </a:ext>
            </a:extLst>
          </p:cNvPr>
          <p:cNvSpPr txBox="1">
            <a:spLocks noChangeArrowheads="1"/>
          </p:cNvSpPr>
          <p:nvPr/>
        </p:nvSpPr>
        <p:spPr>
          <a:xfrm>
            <a:off x="952952" y="1446555"/>
            <a:ext cx="10515600" cy="473392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95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once (any) name server learns mapping, it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caches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mapping, and i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mmediately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returns a cached mapping in response to a query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caching improves response time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cache entries timeout (disappear) after some time (TTL)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TLD servers typically cached in local name servers</a:t>
            </a:r>
          </a:p>
          <a:p>
            <a:pPr marL="352425" marR="0" lvl="0" indent="-295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cached entries may be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out-of-date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if named host changes IP address, may not be known Internet-wide until all TTLs expire!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best-effort name-to-address translation!</a:t>
            </a:r>
            <a:endParaRPr kumimoji="0" lang="en-US" altLang="en-US" sz="2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AF23161C-A7AE-1A48-A402-4FD497E92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4961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2678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  <a:cs typeface="Calibri" panose="020F0502020204030204" pitchFamily="34" charset="0"/>
              </a:rPr>
              <a:t>DNS records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D08588B2-F267-5D46-821D-D0D5A216E8F9}"/>
              </a:ext>
            </a:extLst>
          </p:cNvPr>
          <p:cNvSpPr txBox="1">
            <a:spLocks noChangeArrowheads="1"/>
          </p:cNvSpPr>
          <p:nvPr/>
        </p:nvSpPr>
        <p:spPr>
          <a:xfrm>
            <a:off x="1347787" y="1358900"/>
            <a:ext cx="9574213" cy="51435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DNS: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distributed database storing resource records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(RR)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3AF614AE-5EFE-CD4F-98FF-6CA8EFEA6A47}"/>
              </a:ext>
            </a:extLst>
          </p:cNvPr>
          <p:cNvSpPr txBox="1">
            <a:spLocks noChangeArrowheads="1"/>
          </p:cNvSpPr>
          <p:nvPr/>
        </p:nvSpPr>
        <p:spPr>
          <a:xfrm>
            <a:off x="1080534" y="4388077"/>
            <a:ext cx="4547961" cy="19050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type=NS</a:t>
            </a:r>
          </a:p>
          <a:p>
            <a:pPr marL="346075" marR="0" lvl="1" indent="-28892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name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is domain (e.g., foo.com)</a:t>
            </a:r>
          </a:p>
          <a:p>
            <a:pPr marL="346075" marR="0" lvl="1" indent="-28892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value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is hostname of authoritative name server for this domain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" name="Text Box 6">
            <a:extLst>
              <a:ext uri="{FF2B5EF4-FFF2-40B4-BE49-F238E27FC236}">
                <a16:creationId xmlns:a16="http://schemas.microsoft.com/office/drawing/2014/main" id="{D7409DB2-6342-834D-ABB2-A1B3DA3A95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9064" y="1860128"/>
            <a:ext cx="633253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RR format: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name, value, type, ttl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)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5FF3C084-C8BC-1946-AC92-BACA78ED2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7384" y="2774950"/>
            <a:ext cx="3810000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type=A</a:t>
            </a:r>
          </a:p>
          <a:p>
            <a:pPr marL="403225" marR="0" lvl="1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name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is hostname</a:t>
            </a:r>
          </a:p>
          <a:p>
            <a:pPr marL="403225" marR="0" lvl="1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value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is IP address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ZapfDingbats" charset="2"/>
              <a:buChar char="r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" name="Rectangle 9">
            <a:extLst>
              <a:ext uri="{FF2B5EF4-FFF2-40B4-BE49-F238E27FC236}">
                <a16:creationId xmlns:a16="http://schemas.microsoft.com/office/drawing/2014/main" id="{133ECBD3-7BA2-AC4D-ADED-9C9DE52EA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5718" y="2797175"/>
            <a:ext cx="6176282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type=CNAME</a:t>
            </a:r>
          </a:p>
          <a:p>
            <a:pPr marL="403225" marR="0" lvl="1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name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is alias name for some “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canonical” (the real) name</a:t>
            </a:r>
          </a:p>
          <a:p>
            <a:pPr marL="403225" marR="0" lvl="1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20000"/>
              <a:buFont typeface="Wingdings" pitchFamily="2" charset="2"/>
              <a:buChar char="§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www.ibm.com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is really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servereast.backup2.ibm.com</a:t>
            </a:r>
          </a:p>
          <a:p>
            <a:pPr marL="403225" marR="0" lvl="1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value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is canonical name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ZapfDingbats" charset="2"/>
              <a:buChar char="r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B62233DC-6662-1844-8E5F-FDE264813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5718" y="4968875"/>
            <a:ext cx="5287866" cy="130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type=MX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value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is name of SMTP mail server associated with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name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ZapfDingbats" charset="2"/>
              <a:buChar char="r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34497C-A235-8C46-8A1B-FDC4DB9ACC31}"/>
              </a:ext>
            </a:extLst>
          </p:cNvPr>
          <p:cNvSpPr/>
          <p:nvPr/>
        </p:nvSpPr>
        <p:spPr>
          <a:xfrm>
            <a:off x="1358900" y="1270000"/>
            <a:ext cx="9690100" cy="11557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E3AF190D-9153-4849-8D73-82E2FC3A4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4161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18" grpId="0"/>
      <p:bldP spid="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C9A6680-5220-C94B-B54B-8246CBDC5236}"/>
              </a:ext>
            </a:extLst>
          </p:cNvPr>
          <p:cNvGrpSpPr/>
          <p:nvPr/>
        </p:nvGrpSpPr>
        <p:grpSpPr>
          <a:xfrm>
            <a:off x="6272212" y="1937764"/>
            <a:ext cx="3671888" cy="4505326"/>
            <a:chOff x="6272212" y="1937764"/>
            <a:chExt cx="3671888" cy="4505326"/>
          </a:xfrm>
        </p:grpSpPr>
        <p:sp>
          <p:nvSpPr>
            <p:cNvPr id="20" name="Rectangle 12">
              <a:extLst>
                <a:ext uri="{FF2B5EF4-FFF2-40B4-BE49-F238E27FC236}">
                  <a16:creationId xmlns:a16="http://schemas.microsoft.com/office/drawing/2014/main" id="{99BE727C-D65D-1B40-96AC-483DEC4F5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7612" y="2339402"/>
              <a:ext cx="3614738" cy="41036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18900000" sx="101000" sy="101000" algn="bl" rotWithShape="0">
                <a:srgbClr val="0000A3">
                  <a:alpha val="40000"/>
                </a:srgbClr>
              </a:outerShdw>
            </a:effec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" name="Line 13">
              <a:extLst>
                <a:ext uri="{FF2B5EF4-FFF2-40B4-BE49-F238E27FC236}">
                  <a16:creationId xmlns:a16="http://schemas.microsoft.com/office/drawing/2014/main" id="{D3137C12-F806-3641-A910-12D839D308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6500" y="5766814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Line 14">
              <a:extLst>
                <a:ext uri="{FF2B5EF4-FFF2-40B4-BE49-F238E27FC236}">
                  <a16:creationId xmlns:a16="http://schemas.microsoft.com/office/drawing/2014/main" id="{EDBF86F0-1464-CB44-8885-0806AB78A6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7612" y="5081014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Line 15">
              <a:extLst>
                <a:ext uri="{FF2B5EF4-FFF2-40B4-BE49-F238E27FC236}">
                  <a16:creationId xmlns:a16="http://schemas.microsoft.com/office/drawing/2014/main" id="{B63A2FA5-43E4-954D-9AB5-1D874BF6FD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6500" y="4395214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Line 16">
              <a:extLst>
                <a:ext uri="{FF2B5EF4-FFF2-40B4-BE49-F238E27FC236}">
                  <a16:creationId xmlns:a16="http://schemas.microsoft.com/office/drawing/2014/main" id="{AAF4D57F-AE3F-9647-BE59-19E830D1D2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6500" y="3720527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Line 17">
              <a:extLst>
                <a:ext uri="{FF2B5EF4-FFF2-40B4-BE49-F238E27FC236}">
                  <a16:creationId xmlns:a16="http://schemas.microsoft.com/office/drawing/2014/main" id="{679A37C6-A060-1A4E-9044-88577B96F0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4912" y="3263327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Line 18">
              <a:extLst>
                <a:ext uri="{FF2B5EF4-FFF2-40B4-BE49-F238E27FC236}">
                  <a16:creationId xmlns:a16="http://schemas.microsoft.com/office/drawing/2014/main" id="{673541D1-57E3-2945-9429-F011927643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72212" y="2812477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Line 19">
              <a:extLst>
                <a:ext uri="{FF2B5EF4-FFF2-40B4-BE49-F238E27FC236}">
                  <a16:creationId xmlns:a16="http://schemas.microsoft.com/office/drawing/2014/main" id="{54CFADCD-AE37-1644-BF88-67FE47DB3E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4187" y="2350514"/>
              <a:ext cx="3175" cy="13604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Text Box 20">
              <a:extLst>
                <a:ext uri="{FF2B5EF4-FFF2-40B4-BE49-F238E27FC236}">
                  <a16:creationId xmlns:a16="http://schemas.microsoft.com/office/drawing/2014/main" id="{3D1A7AB7-6B0B-CF47-A475-00A1549B56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2087" y="2410839"/>
              <a:ext cx="13112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identification</a:t>
              </a:r>
            </a:p>
          </p:txBody>
        </p:sp>
        <p:sp>
          <p:nvSpPr>
            <p:cNvPr id="29" name="Text Box 21">
              <a:extLst>
                <a:ext uri="{FF2B5EF4-FFF2-40B4-BE49-F238E27FC236}">
                  <a16:creationId xmlns:a16="http://schemas.microsoft.com/office/drawing/2014/main" id="{F6CD8852-97C9-AA40-BE0D-939C3F2037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66162" y="2410839"/>
              <a:ext cx="6127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flags</a:t>
              </a:r>
            </a:p>
          </p:txBody>
        </p:sp>
        <p:sp>
          <p:nvSpPr>
            <p:cNvPr id="30" name="Text Box 22">
              <a:extLst>
                <a:ext uri="{FF2B5EF4-FFF2-40B4-BE49-F238E27FC236}">
                  <a16:creationId xmlns:a16="http://schemas.microsoft.com/office/drawing/2014/main" id="{8E843694-5A82-3146-BF88-2166E2F008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3837" y="2868039"/>
              <a:ext cx="12223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# questions</a:t>
              </a:r>
            </a:p>
          </p:txBody>
        </p:sp>
        <p:sp>
          <p:nvSpPr>
            <p:cNvPr id="31" name="Text Box 23">
              <a:extLst>
                <a:ext uri="{FF2B5EF4-FFF2-40B4-BE49-F238E27FC236}">
                  <a16:creationId xmlns:a16="http://schemas.microsoft.com/office/drawing/2014/main" id="{647BB3F6-ABB6-7745-BEE2-09BC405C08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57950" y="3879277"/>
              <a:ext cx="327818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questions (variable # of questions)</a:t>
              </a:r>
            </a:p>
          </p:txBody>
        </p:sp>
        <p:sp>
          <p:nvSpPr>
            <p:cNvPr id="32" name="Text Box 26">
              <a:extLst>
                <a:ext uri="{FF2B5EF4-FFF2-40B4-BE49-F238E27FC236}">
                  <a16:creationId xmlns:a16="http://schemas.microsoft.com/office/drawing/2014/main" id="{43C35098-F1D5-F844-AD59-9E1AB2E6B0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7687" y="3323652"/>
              <a:ext cx="167163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# additional RRs</a:t>
              </a:r>
            </a:p>
          </p:txBody>
        </p:sp>
        <p:sp>
          <p:nvSpPr>
            <p:cNvPr id="33" name="Text Box 27">
              <a:extLst>
                <a:ext uri="{FF2B5EF4-FFF2-40B4-BE49-F238E27FC236}">
                  <a16:creationId xmlns:a16="http://schemas.microsoft.com/office/drawing/2014/main" id="{C77DED5D-F85E-BD49-A1EA-E279AC50D9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5087" y="3325239"/>
              <a:ext cx="15843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# authority RRs</a:t>
              </a:r>
            </a:p>
          </p:txBody>
        </p:sp>
        <p:sp>
          <p:nvSpPr>
            <p:cNvPr id="34" name="Text Box 28">
              <a:extLst>
                <a:ext uri="{FF2B5EF4-FFF2-40B4-BE49-F238E27FC236}">
                  <a16:creationId xmlns:a16="http://schemas.microsoft.com/office/drawing/2014/main" id="{570DB478-D786-3F43-96D9-4A3EFE52D1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6112" y="2877564"/>
              <a:ext cx="14589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# answer RRs</a:t>
              </a:r>
            </a:p>
          </p:txBody>
        </p:sp>
        <p:sp>
          <p:nvSpPr>
            <p:cNvPr id="35" name="Text Box 30">
              <a:extLst>
                <a:ext uri="{FF2B5EF4-FFF2-40B4-BE49-F238E27FC236}">
                  <a16:creationId xmlns:a16="http://schemas.microsoft.com/office/drawing/2014/main" id="{EC9CAD9A-2ACC-E841-964A-C51614A31D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5925" y="4563489"/>
              <a:ext cx="26908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answers (variable # of RRs)</a:t>
              </a:r>
            </a:p>
          </p:txBody>
        </p:sp>
        <p:sp>
          <p:nvSpPr>
            <p:cNvPr id="36" name="Text Box 31">
              <a:extLst>
                <a:ext uri="{FF2B5EF4-FFF2-40B4-BE49-F238E27FC236}">
                  <a16:creationId xmlns:a16="http://schemas.microsoft.com/office/drawing/2014/main" id="{C50AEEC2-E934-374F-AD10-414E9A36FC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6087" y="5249289"/>
              <a:ext cx="27146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authority (variable # of RRs)</a:t>
              </a:r>
            </a:p>
          </p:txBody>
        </p:sp>
        <p:sp>
          <p:nvSpPr>
            <p:cNvPr id="37" name="Text Box 32">
              <a:extLst>
                <a:ext uri="{FF2B5EF4-FFF2-40B4-BE49-F238E27FC236}">
                  <a16:creationId xmlns:a16="http://schemas.microsoft.com/office/drawing/2014/main" id="{0F454706-890A-194D-A8B9-1F027F5A53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92875" y="5916039"/>
              <a:ext cx="31861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additional info (variable # of RRs)</a:t>
              </a:r>
            </a:p>
          </p:txBody>
        </p:sp>
        <p:grpSp>
          <p:nvGrpSpPr>
            <p:cNvPr id="40" name="Group 60">
              <a:extLst>
                <a:ext uri="{FF2B5EF4-FFF2-40B4-BE49-F238E27FC236}">
                  <a16:creationId xmlns:a16="http://schemas.microsoft.com/office/drawing/2014/main" id="{B20DF2CE-5427-7642-BC04-9D36B08A46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02375" y="1937764"/>
              <a:ext cx="1747837" cy="274638"/>
              <a:chOff x="2691" y="1194"/>
              <a:chExt cx="1101" cy="173"/>
            </a:xfrm>
          </p:grpSpPr>
          <p:sp>
            <p:nvSpPr>
              <p:cNvPr id="41" name="Text Box 57">
                <a:extLst>
                  <a:ext uri="{FF2B5EF4-FFF2-40B4-BE49-F238E27FC236}">
                    <a16:creationId xmlns:a16="http://schemas.microsoft.com/office/drawing/2014/main" id="{4CC1EC8B-ED8A-534D-B8AB-0E3E394818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2" y="1194"/>
                <a:ext cx="42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2 bytes</a:t>
                </a:r>
              </a:p>
            </p:txBody>
          </p:sp>
          <p:sp>
            <p:nvSpPr>
              <p:cNvPr id="42" name="Line 58">
                <a:extLst>
                  <a:ext uri="{FF2B5EF4-FFF2-40B4-BE49-F238E27FC236}">
                    <a16:creationId xmlns:a16="http://schemas.microsoft.com/office/drawing/2014/main" id="{FD720698-F5B3-5C47-A102-5E4786459A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5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3" name="Line 59">
                <a:extLst>
                  <a:ext uri="{FF2B5EF4-FFF2-40B4-BE49-F238E27FC236}">
                    <a16:creationId xmlns:a16="http://schemas.microsoft.com/office/drawing/2014/main" id="{5FE43354-E99E-6549-837E-529B4A967B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691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4" name="Group 61">
              <a:extLst>
                <a:ext uri="{FF2B5EF4-FFF2-40B4-BE49-F238E27FC236}">
                  <a16:creationId xmlns:a16="http://schemas.microsoft.com/office/drawing/2014/main" id="{7B6CBFB9-B999-324E-91C4-CB7BCE5D86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77200" y="1937764"/>
              <a:ext cx="1747837" cy="274638"/>
              <a:chOff x="2691" y="1194"/>
              <a:chExt cx="1101" cy="173"/>
            </a:xfrm>
          </p:grpSpPr>
          <p:sp>
            <p:nvSpPr>
              <p:cNvPr id="45" name="Text Box 62">
                <a:extLst>
                  <a:ext uri="{FF2B5EF4-FFF2-40B4-BE49-F238E27FC236}">
                    <a16:creationId xmlns:a16="http://schemas.microsoft.com/office/drawing/2014/main" id="{E2F0F997-6116-0C45-BA9F-CBA730A159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2" y="1194"/>
                <a:ext cx="42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2 bytes</a:t>
                </a:r>
              </a:p>
            </p:txBody>
          </p:sp>
          <p:sp>
            <p:nvSpPr>
              <p:cNvPr id="46" name="Line 63">
                <a:extLst>
                  <a:ext uri="{FF2B5EF4-FFF2-40B4-BE49-F238E27FC236}">
                    <a16:creationId xmlns:a16="http://schemas.microsoft.com/office/drawing/2014/main" id="{17A912FD-E8A8-8442-8F53-5994F27165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5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" name="Line 64">
                <a:extLst>
                  <a:ext uri="{FF2B5EF4-FFF2-40B4-BE49-F238E27FC236}">
                    <a16:creationId xmlns:a16="http://schemas.microsoft.com/office/drawing/2014/main" id="{07B7A39C-E852-2B4C-941E-0B488FF8CD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691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2678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DNS protocol messages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D167590-D12C-F842-94F3-26CF0F3023F4}"/>
              </a:ext>
            </a:extLst>
          </p:cNvPr>
          <p:cNvSpPr txBox="1">
            <a:spLocks noChangeArrowheads="1"/>
          </p:cNvSpPr>
          <p:nvPr/>
        </p:nvSpPr>
        <p:spPr>
          <a:xfrm>
            <a:off x="693057" y="1391557"/>
            <a:ext cx="10393362" cy="51435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DNS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query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and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reply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messages, both have same 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format: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F978C79B-5602-8E43-829C-44002A5A2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7887" y="2394964"/>
            <a:ext cx="4688114" cy="383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ZapfDingbat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message header:</a:t>
            </a:r>
          </a:p>
          <a:p>
            <a:pPr marL="227013" marR="0" lvl="0" indent="-2270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identification: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 16 bit # for query, reply to query uses same #</a:t>
            </a:r>
          </a:p>
          <a:p>
            <a:pPr marL="227013" marR="0" lvl="0" indent="-2270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flags:</a:t>
            </a:r>
          </a:p>
          <a:p>
            <a:pPr marL="460375" marR="0" lvl="1" indent="-2301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query or reply</a:t>
            </a:r>
          </a:p>
          <a:p>
            <a:pPr marL="460375" marR="0" lvl="1" indent="-2301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recursion desired </a:t>
            </a:r>
          </a:p>
          <a:p>
            <a:pPr marL="460375" marR="0" lvl="1" indent="-2301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recursion available</a:t>
            </a:r>
          </a:p>
          <a:p>
            <a:pPr marL="460375" marR="0" lvl="1" indent="-2301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reply is authoritative</a:t>
            </a:r>
          </a:p>
        </p:txBody>
      </p:sp>
      <p:sp>
        <p:nvSpPr>
          <p:cNvPr id="38" name="Line 34">
            <a:extLst>
              <a:ext uri="{FF2B5EF4-FFF2-40B4-BE49-F238E27FC236}">
                <a16:creationId xmlns:a16="http://schemas.microsoft.com/office/drawing/2014/main" id="{03A0FB20-73AE-C645-8115-85F6EEA5B5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10672" y="2610864"/>
            <a:ext cx="2902854" cy="295274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Line 35">
            <a:extLst>
              <a:ext uri="{FF2B5EF4-FFF2-40B4-BE49-F238E27FC236}">
                <a16:creationId xmlns:a16="http://schemas.microsoft.com/office/drawing/2014/main" id="{1A55A89B-1CD7-B54F-863D-E99720E03B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52675" y="2590227"/>
            <a:ext cx="6383337" cy="1208088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lide Number Placeholder 2">
            <a:extLst>
              <a:ext uri="{FF2B5EF4-FFF2-40B4-BE49-F238E27FC236}">
                <a16:creationId xmlns:a16="http://schemas.microsoft.com/office/drawing/2014/main" id="{B83050FC-315F-2544-B90A-1FF8E08E69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1549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>
            <a:extLst>
              <a:ext uri="{FF2B5EF4-FFF2-40B4-BE49-F238E27FC236}">
                <a16:creationId xmlns:a16="http://schemas.microsoft.com/office/drawing/2014/main" id="{F3A966D3-2C53-7043-9726-8E5764BD36FD}"/>
              </a:ext>
            </a:extLst>
          </p:cNvPr>
          <p:cNvGrpSpPr/>
          <p:nvPr/>
        </p:nvGrpSpPr>
        <p:grpSpPr>
          <a:xfrm>
            <a:off x="6272212" y="1937764"/>
            <a:ext cx="3671888" cy="4505326"/>
            <a:chOff x="6272212" y="1937764"/>
            <a:chExt cx="3671888" cy="4505326"/>
          </a:xfrm>
        </p:grpSpPr>
        <p:sp>
          <p:nvSpPr>
            <p:cNvPr id="58" name="Rectangle 12">
              <a:extLst>
                <a:ext uri="{FF2B5EF4-FFF2-40B4-BE49-F238E27FC236}">
                  <a16:creationId xmlns:a16="http://schemas.microsoft.com/office/drawing/2014/main" id="{D3568E88-5955-424B-B8F5-A21359D5E5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7612" y="2339402"/>
              <a:ext cx="3614738" cy="41036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18900000" sx="101000" sy="101000" algn="bl" rotWithShape="0">
                <a:srgbClr val="0000A3">
                  <a:alpha val="40000"/>
                </a:srgbClr>
              </a:outerShdw>
            </a:effec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9" name="Line 13">
              <a:extLst>
                <a:ext uri="{FF2B5EF4-FFF2-40B4-BE49-F238E27FC236}">
                  <a16:creationId xmlns:a16="http://schemas.microsoft.com/office/drawing/2014/main" id="{F1DAA21C-2CC0-F041-B1F7-E511608807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6500" y="5766814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Line 14">
              <a:extLst>
                <a:ext uri="{FF2B5EF4-FFF2-40B4-BE49-F238E27FC236}">
                  <a16:creationId xmlns:a16="http://schemas.microsoft.com/office/drawing/2014/main" id="{507E3301-3AAB-0340-A7F1-6C57515086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7612" y="5081014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Line 15">
              <a:extLst>
                <a:ext uri="{FF2B5EF4-FFF2-40B4-BE49-F238E27FC236}">
                  <a16:creationId xmlns:a16="http://schemas.microsoft.com/office/drawing/2014/main" id="{C84DEA63-7944-AC4C-88AD-6817D39540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6500" y="4395214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Line 16">
              <a:extLst>
                <a:ext uri="{FF2B5EF4-FFF2-40B4-BE49-F238E27FC236}">
                  <a16:creationId xmlns:a16="http://schemas.microsoft.com/office/drawing/2014/main" id="{DC9B8E6D-9F7D-004C-98A3-75DEEEBD9A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6500" y="3720527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Line 17">
              <a:extLst>
                <a:ext uri="{FF2B5EF4-FFF2-40B4-BE49-F238E27FC236}">
                  <a16:creationId xmlns:a16="http://schemas.microsoft.com/office/drawing/2014/main" id="{306014BE-BC39-824E-9F78-D660CD2675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84912" y="3263327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Line 18">
              <a:extLst>
                <a:ext uri="{FF2B5EF4-FFF2-40B4-BE49-F238E27FC236}">
                  <a16:creationId xmlns:a16="http://schemas.microsoft.com/office/drawing/2014/main" id="{A42C2C1E-84BD-9743-97E0-09CF9FCFF2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72212" y="2812477"/>
              <a:ext cx="3646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Line 19">
              <a:extLst>
                <a:ext uri="{FF2B5EF4-FFF2-40B4-BE49-F238E27FC236}">
                  <a16:creationId xmlns:a16="http://schemas.microsoft.com/office/drawing/2014/main" id="{A5708C43-6E7B-824A-980E-C5EB81FC21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04187" y="2350514"/>
              <a:ext cx="3175" cy="13604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Text Box 20">
              <a:extLst>
                <a:ext uri="{FF2B5EF4-FFF2-40B4-BE49-F238E27FC236}">
                  <a16:creationId xmlns:a16="http://schemas.microsoft.com/office/drawing/2014/main" id="{B5DFDF92-2319-2549-A363-2E65C12911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2087" y="2410839"/>
              <a:ext cx="13112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identification</a:t>
              </a:r>
            </a:p>
          </p:txBody>
        </p:sp>
        <p:sp>
          <p:nvSpPr>
            <p:cNvPr id="67" name="Text Box 21">
              <a:extLst>
                <a:ext uri="{FF2B5EF4-FFF2-40B4-BE49-F238E27FC236}">
                  <a16:creationId xmlns:a16="http://schemas.microsoft.com/office/drawing/2014/main" id="{D4E993B8-AE34-384B-8C59-1B56BB128D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66162" y="2410839"/>
              <a:ext cx="6127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flags</a:t>
              </a:r>
            </a:p>
          </p:txBody>
        </p:sp>
        <p:sp>
          <p:nvSpPr>
            <p:cNvPr id="68" name="Text Box 22">
              <a:extLst>
                <a:ext uri="{FF2B5EF4-FFF2-40B4-BE49-F238E27FC236}">
                  <a16:creationId xmlns:a16="http://schemas.microsoft.com/office/drawing/2014/main" id="{B3DF818C-F6C8-E14D-A46C-FD30630746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3837" y="2868039"/>
              <a:ext cx="12223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# questions</a:t>
              </a:r>
            </a:p>
          </p:txBody>
        </p:sp>
        <p:sp>
          <p:nvSpPr>
            <p:cNvPr id="69" name="Text Box 23">
              <a:extLst>
                <a:ext uri="{FF2B5EF4-FFF2-40B4-BE49-F238E27FC236}">
                  <a16:creationId xmlns:a16="http://schemas.microsoft.com/office/drawing/2014/main" id="{9A6A9AC2-926A-8B4E-81B0-9CE0DD3BB5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57950" y="3879277"/>
              <a:ext cx="327818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questions (variable # of questions)</a:t>
              </a:r>
            </a:p>
          </p:txBody>
        </p:sp>
        <p:sp>
          <p:nvSpPr>
            <p:cNvPr id="70" name="Text Box 26">
              <a:extLst>
                <a:ext uri="{FF2B5EF4-FFF2-40B4-BE49-F238E27FC236}">
                  <a16:creationId xmlns:a16="http://schemas.microsoft.com/office/drawing/2014/main" id="{C9071FBC-5A74-7341-A63F-649340BD84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7687" y="3323652"/>
              <a:ext cx="167163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# additional RRs</a:t>
              </a:r>
            </a:p>
          </p:txBody>
        </p:sp>
        <p:sp>
          <p:nvSpPr>
            <p:cNvPr id="71" name="Text Box 27">
              <a:extLst>
                <a:ext uri="{FF2B5EF4-FFF2-40B4-BE49-F238E27FC236}">
                  <a16:creationId xmlns:a16="http://schemas.microsoft.com/office/drawing/2014/main" id="{9513342D-3D82-2446-A7D3-28EDD5EAEE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5087" y="3325239"/>
              <a:ext cx="15843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# authority RRs</a:t>
              </a:r>
            </a:p>
          </p:txBody>
        </p:sp>
        <p:sp>
          <p:nvSpPr>
            <p:cNvPr id="72" name="Text Box 28">
              <a:extLst>
                <a:ext uri="{FF2B5EF4-FFF2-40B4-BE49-F238E27FC236}">
                  <a16:creationId xmlns:a16="http://schemas.microsoft.com/office/drawing/2014/main" id="{83ED9871-C6FF-8644-98E4-EEE7A5BD02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6112" y="2877564"/>
              <a:ext cx="14589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# answer RRs</a:t>
              </a:r>
            </a:p>
          </p:txBody>
        </p:sp>
        <p:sp>
          <p:nvSpPr>
            <p:cNvPr id="73" name="Text Box 30">
              <a:extLst>
                <a:ext uri="{FF2B5EF4-FFF2-40B4-BE49-F238E27FC236}">
                  <a16:creationId xmlns:a16="http://schemas.microsoft.com/office/drawing/2014/main" id="{646FFA4C-D2F4-804F-BB10-D2E1E711F5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5925" y="4563489"/>
              <a:ext cx="26908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answers (variable # of RRs)</a:t>
              </a:r>
            </a:p>
          </p:txBody>
        </p:sp>
        <p:sp>
          <p:nvSpPr>
            <p:cNvPr id="74" name="Text Box 31">
              <a:extLst>
                <a:ext uri="{FF2B5EF4-FFF2-40B4-BE49-F238E27FC236}">
                  <a16:creationId xmlns:a16="http://schemas.microsoft.com/office/drawing/2014/main" id="{F169C7FC-D0F8-9546-93C0-00F4E6E4B0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6087" y="5249289"/>
              <a:ext cx="27146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authority (variable # of RRs)</a:t>
              </a:r>
            </a:p>
          </p:txBody>
        </p:sp>
        <p:sp>
          <p:nvSpPr>
            <p:cNvPr id="75" name="Text Box 32">
              <a:extLst>
                <a:ext uri="{FF2B5EF4-FFF2-40B4-BE49-F238E27FC236}">
                  <a16:creationId xmlns:a16="http://schemas.microsoft.com/office/drawing/2014/main" id="{2A810C4D-9EF9-0B42-8366-C238D3FBAE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92875" y="5916039"/>
              <a:ext cx="31861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additional info (variable # of RRs)</a:t>
              </a:r>
            </a:p>
          </p:txBody>
        </p:sp>
        <p:grpSp>
          <p:nvGrpSpPr>
            <p:cNvPr id="76" name="Group 60">
              <a:extLst>
                <a:ext uri="{FF2B5EF4-FFF2-40B4-BE49-F238E27FC236}">
                  <a16:creationId xmlns:a16="http://schemas.microsoft.com/office/drawing/2014/main" id="{8BF3E406-CCE3-D64E-8AB4-D91149714F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02375" y="1937764"/>
              <a:ext cx="1747837" cy="274638"/>
              <a:chOff x="2691" y="1194"/>
              <a:chExt cx="1101" cy="173"/>
            </a:xfrm>
          </p:grpSpPr>
          <p:sp>
            <p:nvSpPr>
              <p:cNvPr id="81" name="Text Box 57">
                <a:extLst>
                  <a:ext uri="{FF2B5EF4-FFF2-40B4-BE49-F238E27FC236}">
                    <a16:creationId xmlns:a16="http://schemas.microsoft.com/office/drawing/2014/main" id="{C33F9937-2680-5C4C-811E-5F9E3D43BD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2" y="1194"/>
                <a:ext cx="42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2 bytes</a:t>
                </a:r>
              </a:p>
            </p:txBody>
          </p:sp>
          <p:sp>
            <p:nvSpPr>
              <p:cNvPr id="82" name="Line 58">
                <a:extLst>
                  <a:ext uri="{FF2B5EF4-FFF2-40B4-BE49-F238E27FC236}">
                    <a16:creationId xmlns:a16="http://schemas.microsoft.com/office/drawing/2014/main" id="{B39B871F-A818-1B4E-A225-DA01D5EDAC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5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3" name="Line 59">
                <a:extLst>
                  <a:ext uri="{FF2B5EF4-FFF2-40B4-BE49-F238E27FC236}">
                    <a16:creationId xmlns:a16="http://schemas.microsoft.com/office/drawing/2014/main" id="{3CB8F9AE-D625-1D4A-8625-28F8772B9B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691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77" name="Group 61">
              <a:extLst>
                <a:ext uri="{FF2B5EF4-FFF2-40B4-BE49-F238E27FC236}">
                  <a16:creationId xmlns:a16="http://schemas.microsoft.com/office/drawing/2014/main" id="{711AFC78-9A4A-CD41-A49D-623142A481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77200" y="1937764"/>
              <a:ext cx="1747837" cy="274638"/>
              <a:chOff x="2691" y="1194"/>
              <a:chExt cx="1101" cy="173"/>
            </a:xfrm>
          </p:grpSpPr>
          <p:sp>
            <p:nvSpPr>
              <p:cNvPr id="78" name="Text Box 62">
                <a:extLst>
                  <a:ext uri="{FF2B5EF4-FFF2-40B4-BE49-F238E27FC236}">
                    <a16:creationId xmlns:a16="http://schemas.microsoft.com/office/drawing/2014/main" id="{D2686047-8DDE-AA4D-88A8-9F0670CBD0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2" y="1194"/>
                <a:ext cx="42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342900" indent="-3429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2 bytes</a:t>
                </a:r>
              </a:p>
            </p:txBody>
          </p:sp>
          <p:sp>
            <p:nvSpPr>
              <p:cNvPr id="79" name="Line 63">
                <a:extLst>
                  <a:ext uri="{FF2B5EF4-FFF2-40B4-BE49-F238E27FC236}">
                    <a16:creationId xmlns:a16="http://schemas.microsoft.com/office/drawing/2014/main" id="{A93491FC-3FC2-BA4A-B5FC-8BFED42708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5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0" name="Line 64">
                <a:extLst>
                  <a:ext uri="{FF2B5EF4-FFF2-40B4-BE49-F238E27FC236}">
                    <a16:creationId xmlns:a16="http://schemas.microsoft.com/office/drawing/2014/main" id="{B4EF32F5-CEE0-064C-98D1-0B2AED9C53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691" y="1284"/>
                <a:ext cx="3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0" name="Rectangle 3">
            <a:extLst>
              <a:ext uri="{FF2B5EF4-FFF2-40B4-BE49-F238E27FC236}">
                <a16:creationId xmlns:a16="http://schemas.microsoft.com/office/drawing/2014/main" id="{CD167590-D12C-F842-94F3-26CF0F3023F4}"/>
              </a:ext>
            </a:extLst>
          </p:cNvPr>
          <p:cNvSpPr txBox="1">
            <a:spLocks noChangeArrowheads="1"/>
          </p:cNvSpPr>
          <p:nvPr/>
        </p:nvSpPr>
        <p:spPr>
          <a:xfrm>
            <a:off x="693057" y="1391557"/>
            <a:ext cx="10393362" cy="51435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DNS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query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and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reply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messages, both have same 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format: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8" name="Text Box 4">
            <a:extLst>
              <a:ext uri="{FF2B5EF4-FFF2-40B4-BE49-F238E27FC236}">
                <a16:creationId xmlns:a16="http://schemas.microsoft.com/office/drawing/2014/main" id="{95042E94-C8A0-BE46-8EB4-39429E2BF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7795" y="3882482"/>
            <a:ext cx="3970338" cy="409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name, type fields for a query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9" name="Text Box 5">
            <a:extLst>
              <a:ext uri="{FF2B5EF4-FFF2-40B4-BE49-F238E27FC236}">
                <a16:creationId xmlns:a16="http://schemas.microsoft.com/office/drawing/2014/main" id="{4E613433-F917-A147-AF5A-4DF4F76E7E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8138" y="4604794"/>
            <a:ext cx="4003170" cy="409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RRs in response to query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0" name="Text Box 6">
            <a:extLst>
              <a:ext uri="{FF2B5EF4-FFF2-40B4-BE49-F238E27FC236}">
                <a16:creationId xmlns:a16="http://schemas.microsoft.com/office/drawing/2014/main" id="{3FD623A6-A024-6347-B591-DAC5D82FD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715" y="5271771"/>
            <a:ext cx="4801281" cy="409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records for authoritative servers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1" name="Text Box 7">
            <a:extLst>
              <a:ext uri="{FF2B5EF4-FFF2-40B4-BE49-F238E27FC236}">
                <a16:creationId xmlns:a16="http://schemas.microsoft.com/office/drawing/2014/main" id="{4B8555F6-7100-944F-9974-2E826BBBD8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371" y="5790401"/>
            <a:ext cx="4614409" cy="722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additional “ 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helpful”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info that may be used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2" name="Line 37">
            <a:extLst>
              <a:ext uri="{FF2B5EF4-FFF2-40B4-BE49-F238E27FC236}">
                <a16:creationId xmlns:a16="http://schemas.microsoft.com/office/drawing/2014/main" id="{F803F024-9C8E-164E-BC96-48776D3FA40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70475" y="6126704"/>
            <a:ext cx="1371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Line 38">
            <a:extLst>
              <a:ext uri="{FF2B5EF4-FFF2-40B4-BE49-F238E27FC236}">
                <a16:creationId xmlns:a16="http://schemas.microsoft.com/office/drawing/2014/main" id="{316EAAA0-F793-2043-BFB7-87E6DFAFF7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78413" y="5467891"/>
            <a:ext cx="1371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Line 39">
            <a:extLst>
              <a:ext uri="{FF2B5EF4-FFF2-40B4-BE49-F238E27FC236}">
                <a16:creationId xmlns:a16="http://schemas.microsoft.com/office/drawing/2014/main" id="{408447E0-07FB-1341-9B44-D1DA4C6774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86350" y="4809079"/>
            <a:ext cx="1371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Line 40">
            <a:extLst>
              <a:ext uri="{FF2B5EF4-FFF2-40B4-BE49-F238E27FC236}">
                <a16:creationId xmlns:a16="http://schemas.microsoft.com/office/drawing/2014/main" id="{F708B0A3-0C69-D745-B00F-2DDF2924D4F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72063" y="4083591"/>
            <a:ext cx="1371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Title 1">
            <a:extLst>
              <a:ext uri="{FF2B5EF4-FFF2-40B4-BE49-F238E27FC236}">
                <a16:creationId xmlns:a16="http://schemas.microsoft.com/office/drawing/2014/main" id="{95E186ED-4245-C448-9822-1199EA93D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2678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DNS protocol messages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39" name="Slide Number Placeholder 2">
            <a:extLst>
              <a:ext uri="{FF2B5EF4-FFF2-40B4-BE49-F238E27FC236}">
                <a16:creationId xmlns:a16="http://schemas.microsoft.com/office/drawing/2014/main" id="{C19D16D8-DC06-E546-AA51-6069613B4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6859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  <p:bldP spid="50" grpId="0"/>
      <p:bldP spid="51" grpId="0"/>
      <p:bldP spid="52" grpId="0" animBg="1"/>
      <p:bldP spid="53" grpId="0" animBg="1"/>
      <p:bldP spid="54" grpId="0" animBg="1"/>
      <p:bldP spid="5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2678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Getting your info into the DNS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56" name="Rectangle 4">
            <a:extLst>
              <a:ext uri="{FF2B5EF4-FFF2-40B4-BE49-F238E27FC236}">
                <a16:creationId xmlns:a16="http://schemas.microsoft.com/office/drawing/2014/main" id="{3216383A-5EC1-7E47-A0BE-F48A801236CE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1404537"/>
            <a:ext cx="10253340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example: new startup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Network Utopia”</a:t>
            </a:r>
          </a:p>
          <a:p>
            <a:pPr marL="352425" marR="0" lvl="0" indent="-295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register name networkuptopia.com at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DNS registrar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(e.g., Network Solutions)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provide names, IP addresses of authoritative name server (primary and secondary)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registrar inserts NS, A RRs into .com TLD server: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46355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 (networkutopia.com, dns1.networkutopia.com, NS)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 (dns1.networkutopia.com, 212.212.212.1, A)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ourier" pitchFamily="2" charset="0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952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create authoritative server locally with IP address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212.212.212.1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695325" marR="0" lvl="1" indent="-2952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type A record for www.networkuptopia.com</a:t>
            </a:r>
          </a:p>
          <a:p>
            <a:pPr marL="695325" marR="0" lvl="1" indent="-2952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type MX record for networkutopia.com</a:t>
            </a:r>
          </a:p>
          <a:p>
            <a:pPr marL="352425" marR="0" lvl="0" indent="-22225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7792EB6E-923E-9C45-A570-23DE9782A5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2651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2678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DNS security</a:t>
            </a:r>
            <a:endParaRPr lang="en-US" sz="4400" dirty="0">
              <a:cs typeface="Calibri" panose="020F0502020204030204" pitchFamily="34" charset="0"/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1829ECA-BDD6-AD44-8D36-9BB88442CDAB}"/>
              </a:ext>
            </a:extLst>
          </p:cNvPr>
          <p:cNvSpPr txBox="1">
            <a:spLocks/>
          </p:cNvSpPr>
          <p:nvPr/>
        </p:nvSpPr>
        <p:spPr>
          <a:xfrm>
            <a:off x="838200" y="1526094"/>
            <a:ext cx="5025571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2228B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DDoS attacks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bombard root servers with traffic</a:t>
            </a:r>
          </a:p>
          <a:p>
            <a:pPr marL="574675" marR="0" lvl="1" indent="-22701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not successful to date</a:t>
            </a:r>
          </a:p>
          <a:p>
            <a:pPr marL="574675" marR="0" lvl="1" indent="-22701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traffic filtering</a:t>
            </a:r>
          </a:p>
          <a:p>
            <a:pPr marL="574675" marR="0" lvl="1" indent="-22701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local DNS servers cache IPs of TLD servers, allowing root server bypass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bombard TLD servers</a:t>
            </a:r>
          </a:p>
          <a:p>
            <a:pPr marL="574675" marR="0" lvl="1" indent="-22701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potentially more dangerous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Comic Sans MS" panose="030F0902030302020204" pitchFamily="66" charset="0"/>
              <a:buAutoNum type="arabicPeriod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77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A84F48D-B139-BA49-B127-5134E112078B}"/>
              </a:ext>
            </a:extLst>
          </p:cNvPr>
          <p:cNvSpPr txBox="1">
            <a:spLocks/>
          </p:cNvSpPr>
          <p:nvPr/>
        </p:nvSpPr>
        <p:spPr bwMode="auto">
          <a:xfrm>
            <a:off x="6096000" y="1526094"/>
            <a:ext cx="4760686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14288" marR="0" lvl="0" indent="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2D2DB9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</a:rPr>
              <a:t>Spoofing  attacks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intercept DNS queries, returning bogus replies</a:t>
            </a:r>
          </a:p>
          <a:p>
            <a:pPr marL="742950" marR="0" lvl="1" indent="-28575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DNS cache poisoning</a:t>
            </a:r>
          </a:p>
          <a:p>
            <a:pPr marL="742950" marR="0" lvl="1" indent="-28575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RFC 4033: DNSSEC authentication services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CEE8551A-CF21-2D4C-B81F-11CF85B7E4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7063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18182</TotalTime>
  <Words>1366</Words>
  <Application>Microsoft Office PowerPoint</Application>
  <PresentationFormat>Widescreen</PresentationFormat>
  <Paragraphs>269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ＭＳ Ｐゴシック</vt:lpstr>
      <vt:lpstr>Arial</vt:lpstr>
      <vt:lpstr>Calibri</vt:lpstr>
      <vt:lpstr>Calibri Light</vt:lpstr>
      <vt:lpstr>Comic Sans MS</vt:lpstr>
      <vt:lpstr>Courier</vt:lpstr>
      <vt:lpstr>Gill Sans MT</vt:lpstr>
      <vt:lpstr>Wingdings</vt:lpstr>
      <vt:lpstr>ZapfDingbats</vt:lpstr>
      <vt:lpstr>Office Theme</vt:lpstr>
      <vt:lpstr>PowerPoint Presentation</vt:lpstr>
      <vt:lpstr>Application layer: overview</vt:lpstr>
      <vt:lpstr>DNS: Domain Name System</vt:lpstr>
      <vt:lpstr>DNS: services, structure</vt:lpstr>
      <vt:lpstr>Thinking about the DNS</vt:lpstr>
      <vt:lpstr>DNS: a distributed, hierarchical database</vt:lpstr>
      <vt:lpstr>DNS: root name servers</vt:lpstr>
      <vt:lpstr>DNS: root name servers</vt:lpstr>
      <vt:lpstr>Top-Level Domain, and authoritative servers</vt:lpstr>
      <vt:lpstr>Local DNS name servers</vt:lpstr>
      <vt:lpstr>DNS name resolution: iterated query</vt:lpstr>
      <vt:lpstr>DNS name resolution: recursive query</vt:lpstr>
      <vt:lpstr>Caching DNS Information</vt:lpstr>
      <vt:lpstr>DNS records</vt:lpstr>
      <vt:lpstr>DNS protocol messages</vt:lpstr>
      <vt:lpstr>DNS protocol messages</vt:lpstr>
      <vt:lpstr>Getting your info into the DNS</vt:lpstr>
      <vt:lpstr>DNS security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User</cp:lastModifiedBy>
  <cp:revision>331</cp:revision>
  <dcterms:created xsi:type="dcterms:W3CDTF">2020-01-18T07:24:59Z</dcterms:created>
  <dcterms:modified xsi:type="dcterms:W3CDTF">2025-08-29T17:04:04Z</dcterms:modified>
</cp:coreProperties>
</file>