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6858000" cx="9144000"/>
  <p:notesSz cx="6858000" cy="9144000"/>
  <p:embeddedFontLst>
    <p:embeddedFont>
      <p:font typeface="Arimo"/>
      <p:regular r:id="rId50"/>
      <p:bold r:id="rId51"/>
      <p:italic r:id="rId52"/>
      <p:boldItalic r:id="rId53"/>
    </p:embeddedFont>
    <p:embeddedFont>
      <p:font typeface="Tahoma"/>
      <p:regular r:id="rId54"/>
      <p:bold r:id="rId55"/>
    </p:embeddedFont>
    <p:embeddedFont>
      <p:font typeface="Noto Sans Symbols"/>
      <p:regular r:id="rId56"/>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58" roundtripDataSignature="AMtx7mjPvqBYeecVIltAEbPR5aXezpw5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Arimo-bold.fntdata"/><Relationship Id="rId50" Type="http://schemas.openxmlformats.org/officeDocument/2006/relationships/font" Target="fonts/Arimo-regular.fntdata"/><Relationship Id="rId53" Type="http://schemas.openxmlformats.org/officeDocument/2006/relationships/font" Target="fonts/Arimo-boldItalic.fntdata"/><Relationship Id="rId52" Type="http://schemas.openxmlformats.org/officeDocument/2006/relationships/font" Target="fonts/Arimo-italic.fntdata"/><Relationship Id="rId11" Type="http://schemas.openxmlformats.org/officeDocument/2006/relationships/slide" Target="slides/slide6.xml"/><Relationship Id="rId55" Type="http://schemas.openxmlformats.org/officeDocument/2006/relationships/font" Target="fonts/Tahoma-bold.fntdata"/><Relationship Id="rId10" Type="http://schemas.openxmlformats.org/officeDocument/2006/relationships/slide" Target="slides/slide5.xml"/><Relationship Id="rId54" Type="http://schemas.openxmlformats.org/officeDocument/2006/relationships/font" Target="fonts/Tahoma-regular.fntdata"/><Relationship Id="rId13" Type="http://schemas.openxmlformats.org/officeDocument/2006/relationships/slide" Target="slides/slide8.xml"/><Relationship Id="rId57" Type="http://schemas.openxmlformats.org/officeDocument/2006/relationships/font" Target="fonts/NotoSansSymbols-bold.fntdata"/><Relationship Id="rId12" Type="http://schemas.openxmlformats.org/officeDocument/2006/relationships/slide" Target="slides/slide7.xml"/><Relationship Id="rId56" Type="http://schemas.openxmlformats.org/officeDocument/2006/relationships/font" Target="fonts/NotoSansSymbols-regular.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ecf7653d4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g37ecf7653d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Version History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8.1. Updates throughout, including a lot more animations.  These are the ppt files used to make Chapter 2 online lectures in Sept. 2020.</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8.0  (April 2020)</a:t>
            </a:r>
            <a:endParaRPr/>
          </a:p>
          <a:p>
            <a:pPr indent="-171450" lvl="0" marL="171450" rtl="0" algn="l">
              <a:lnSpc>
                <a:spcPct val="100000"/>
              </a:lnSpc>
              <a:spcBef>
                <a:spcPts val="0"/>
              </a:spcBef>
              <a:spcAft>
                <a:spcPts val="0"/>
              </a:spcAft>
              <a:buClr>
                <a:schemeClr val="dk1"/>
              </a:buClr>
              <a:buSzPts val="1200"/>
              <a:buFont typeface="Arial"/>
              <a:buChar char="•"/>
            </a:pPr>
            <a:r>
              <a:rPr lang="en-US"/>
              <a:t>All slides reformatted for 16:9 aspect ratio</a:t>
            </a:r>
            <a:endParaRPr/>
          </a:p>
          <a:p>
            <a:pPr indent="-171450" lvl="0" marL="171450" rtl="0" algn="l">
              <a:lnSpc>
                <a:spcPct val="100000"/>
              </a:lnSpc>
              <a:spcBef>
                <a:spcPts val="0"/>
              </a:spcBef>
              <a:spcAft>
                <a:spcPts val="0"/>
              </a:spcAft>
              <a:buClr>
                <a:schemeClr val="dk1"/>
              </a:buClr>
              <a:buSzPts val="1200"/>
              <a:buFont typeface="Arial"/>
              <a:buChar char="•"/>
            </a:pPr>
            <a:r>
              <a:rPr lang="en-US"/>
              <a:t>All slides updated to 8</a:t>
            </a:r>
            <a:r>
              <a:rPr baseline="30000" lang="en-US"/>
              <a:t>th</a:t>
            </a:r>
            <a:r>
              <a:rPr lang="en-US"/>
              <a:t> edition material</a:t>
            </a:r>
            <a:endParaRPr/>
          </a:p>
          <a:p>
            <a:pPr indent="-171450" lvl="0" marL="171450" rtl="0" algn="l">
              <a:lnSpc>
                <a:spcPct val="100000"/>
              </a:lnSpc>
              <a:spcBef>
                <a:spcPts val="0"/>
              </a:spcBef>
              <a:spcAft>
                <a:spcPts val="0"/>
              </a:spcAft>
              <a:buClr>
                <a:schemeClr val="dk1"/>
              </a:buClr>
              <a:buSzPts val="1200"/>
              <a:buFont typeface="Arial"/>
              <a:buChar char="•"/>
            </a:pPr>
            <a:r>
              <a:rPr lang="en-US"/>
              <a:t>Use of Calibri font, rather that Gill Sans MT</a:t>
            </a:r>
            <a:endParaRPr/>
          </a:p>
          <a:p>
            <a:pPr indent="-171450" lvl="0" marL="171450" rtl="0" algn="l">
              <a:lnSpc>
                <a:spcPct val="100000"/>
              </a:lnSpc>
              <a:spcBef>
                <a:spcPts val="0"/>
              </a:spcBef>
              <a:spcAft>
                <a:spcPts val="0"/>
              </a:spcAft>
              <a:buClr>
                <a:schemeClr val="dk1"/>
              </a:buClr>
              <a:buSzPts val="1200"/>
              <a:buFont typeface="Arial"/>
              <a:buChar char="•"/>
            </a:pPr>
            <a:r>
              <a:rPr lang="en-US"/>
              <a:t>Add LOTS more animation throughout</a:t>
            </a:r>
            <a:endParaRPr/>
          </a:p>
        </p:txBody>
      </p:sp>
      <p:sp>
        <p:nvSpPr>
          <p:cNvPr id="96" name="Google Shape;96;g37ecf7653d4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2" name="Google Shape;10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6" name="Google Shape;11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7" name="Google Shape;12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7" name="Google Shape;13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8" name="Google Shape;14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4" name="Google Shape;16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 name="Google Shape;16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5" name="Google Shape;17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1" name="Google Shape;19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2" name="Google Shape;20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2" name="Google Shape;21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2" name="Google Shape;23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8" name="Google Shape;24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5" name="Google Shape;26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4" name="Google Shape;28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4" name="Google Shape;304;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0" name="Google Shape;320;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1" name="Google Shape;33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1" name="Google Shape;34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59" name="Google Shape;35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6" name="Google Shape;37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2" name="Google Shape;39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7" name="Google Shape;417;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7" name="Google Shape;43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2" name="Google Shape;46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2" name="Google Shape;48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3" name="Google Shape;48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1" name="Google Shape;50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21" name="Google Shape;52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40" name="Google Shape;54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 name="Google Shape;541;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60" name="Google Shape;56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79" name="Google Shape;57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0" name="Google Shape;580;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99" name="Google Shape;59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0" name="Google Shape;600;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10" name="Google Shape;610;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20" name="Google Shape;620;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1" name="Google Shape;621;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36" name="Google Shape;63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7" name="Google Shape;63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47" name="Google Shape;64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8" name="Google Shape;648;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67" name="Google Shape;667;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8" name="Google Shape;668;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79" name="Google Shape;67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0" name="Google Shape;680;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90" name="Google Shape;690;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1" name="Google Shape;691;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09" name="Google Shape;70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0" name="Google Shape;710;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29" name="Google Shape;72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40" name="Google Shape;74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1" name="Google Shape;741;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61" name="Google Shape;76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2" name="Google Shape;762;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81" name="Google Shape;78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
        <p:nvSpPr>
          <p:cNvPr id="13" name="Google Shape;13;p47"/>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47"/>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Tahoma"/>
                <a:ea typeface="Tahoma"/>
                <a:cs typeface="Tahoma"/>
                <a:sym typeface="Tahoma"/>
              </a:defRPr>
            </a:lvl1pPr>
            <a:lvl2pPr indent="0" lvl="1" marL="0" algn="r">
              <a:spcBef>
                <a:spcPts val="0"/>
              </a:spcBef>
              <a:spcAft>
                <a:spcPts val="0"/>
              </a:spcAft>
              <a:buNone/>
              <a:defRPr b="0" i="0" sz="1400" u="none" cap="none" strike="noStrike">
                <a:solidFill>
                  <a:schemeClr val="dk1"/>
                </a:solidFill>
                <a:latin typeface="Tahoma"/>
                <a:ea typeface="Tahoma"/>
                <a:cs typeface="Tahoma"/>
                <a:sym typeface="Tahoma"/>
              </a:defRPr>
            </a:lvl2pPr>
            <a:lvl3pPr indent="0" lvl="2" marL="0" algn="r">
              <a:spcBef>
                <a:spcPts val="0"/>
              </a:spcBef>
              <a:spcAft>
                <a:spcPts val="0"/>
              </a:spcAft>
              <a:buNone/>
              <a:defRPr b="0" i="0" sz="1400" u="none" cap="none" strike="noStrike">
                <a:solidFill>
                  <a:schemeClr val="dk1"/>
                </a:solidFill>
                <a:latin typeface="Tahoma"/>
                <a:ea typeface="Tahoma"/>
                <a:cs typeface="Tahoma"/>
                <a:sym typeface="Tahoma"/>
              </a:defRPr>
            </a:lvl3pPr>
            <a:lvl4pPr indent="0" lvl="3" marL="0" algn="r">
              <a:spcBef>
                <a:spcPts val="0"/>
              </a:spcBef>
              <a:spcAft>
                <a:spcPts val="0"/>
              </a:spcAft>
              <a:buNone/>
              <a:defRPr b="0" i="0" sz="1400" u="none" cap="none" strike="noStrike">
                <a:solidFill>
                  <a:schemeClr val="dk1"/>
                </a:solidFill>
                <a:latin typeface="Tahoma"/>
                <a:ea typeface="Tahoma"/>
                <a:cs typeface="Tahoma"/>
                <a:sym typeface="Tahoma"/>
              </a:defRPr>
            </a:lvl4pPr>
            <a:lvl5pPr indent="0" lvl="4" marL="0" algn="r">
              <a:spcBef>
                <a:spcPts val="0"/>
              </a:spcBef>
              <a:spcAft>
                <a:spcPts val="0"/>
              </a:spcAft>
              <a:buNone/>
              <a:defRPr b="0" i="0" sz="1400" u="none" cap="none" strike="noStrike">
                <a:solidFill>
                  <a:schemeClr val="dk1"/>
                </a:solidFill>
                <a:latin typeface="Tahoma"/>
                <a:ea typeface="Tahoma"/>
                <a:cs typeface="Tahoma"/>
                <a:sym typeface="Tahoma"/>
              </a:defRPr>
            </a:lvl5pPr>
            <a:lvl6pPr indent="0" lvl="5" marL="0" algn="r">
              <a:spcBef>
                <a:spcPts val="0"/>
              </a:spcBef>
              <a:spcAft>
                <a:spcPts val="0"/>
              </a:spcAft>
              <a:buNone/>
              <a:defRPr b="0" i="0" sz="1400" u="none" cap="none" strike="noStrike">
                <a:solidFill>
                  <a:schemeClr val="dk1"/>
                </a:solidFill>
                <a:latin typeface="Tahoma"/>
                <a:ea typeface="Tahoma"/>
                <a:cs typeface="Tahoma"/>
                <a:sym typeface="Tahoma"/>
              </a:defRPr>
            </a:lvl6pPr>
            <a:lvl7pPr indent="0" lvl="6" marL="0" algn="r">
              <a:spcBef>
                <a:spcPts val="0"/>
              </a:spcBef>
              <a:spcAft>
                <a:spcPts val="0"/>
              </a:spcAft>
              <a:buNone/>
              <a:defRPr b="0" i="0" sz="1400" u="none" cap="none" strike="noStrike">
                <a:solidFill>
                  <a:schemeClr val="dk1"/>
                </a:solidFill>
                <a:latin typeface="Tahoma"/>
                <a:ea typeface="Tahoma"/>
                <a:cs typeface="Tahoma"/>
                <a:sym typeface="Tahoma"/>
              </a:defRPr>
            </a:lvl7pPr>
            <a:lvl8pPr indent="0" lvl="7" marL="0" algn="r">
              <a:spcBef>
                <a:spcPts val="0"/>
              </a:spcBef>
              <a:spcAft>
                <a:spcPts val="0"/>
              </a:spcAft>
              <a:buNone/>
              <a:defRPr b="0" i="0" sz="1400" u="none" cap="none" strike="noStrike">
                <a:solidFill>
                  <a:schemeClr val="dk1"/>
                </a:solidFill>
                <a:latin typeface="Tahoma"/>
                <a:ea typeface="Tahoma"/>
                <a:cs typeface="Tahoma"/>
                <a:sym typeface="Tahoma"/>
              </a:defRPr>
            </a:lvl8pPr>
            <a:lvl9pPr indent="0" lvl="8" marL="0" algn="r">
              <a:spcBef>
                <a:spcPts val="0"/>
              </a:spcBef>
              <a:spcAft>
                <a:spcPts val="0"/>
              </a:spcAft>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15" name="Shape 15"/>
        <p:cNvGrpSpPr/>
        <p:nvPr/>
      </p:nvGrpSpPr>
      <p:grpSpPr>
        <a:xfrm>
          <a:off x="0" y="0"/>
          <a:ext cx="0" cy="0"/>
          <a:chOff x="0" y="0"/>
          <a:chExt cx="0" cy="0"/>
        </a:xfrm>
      </p:grpSpPr>
      <p:sp>
        <p:nvSpPr>
          <p:cNvPr id="16" name="Google Shape;16;p48"/>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17" name="Google Shape;17;p48"/>
          <p:cNvSpPr/>
          <p:nvPr>
            <p:ph idx="2" type="tbl"/>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8" name="Google Shape;18;p48"/>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8"/>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Tahoma"/>
                <a:ea typeface="Tahoma"/>
                <a:cs typeface="Tahoma"/>
                <a:sym typeface="Tahoma"/>
              </a:defRPr>
            </a:lvl1pPr>
            <a:lvl2pPr indent="0" lvl="1" marL="0" algn="r">
              <a:spcBef>
                <a:spcPts val="0"/>
              </a:spcBef>
              <a:spcAft>
                <a:spcPts val="0"/>
              </a:spcAft>
              <a:buNone/>
              <a:defRPr b="0" i="0" sz="1400" u="none" cap="none" strike="noStrike">
                <a:solidFill>
                  <a:schemeClr val="dk1"/>
                </a:solidFill>
                <a:latin typeface="Tahoma"/>
                <a:ea typeface="Tahoma"/>
                <a:cs typeface="Tahoma"/>
                <a:sym typeface="Tahoma"/>
              </a:defRPr>
            </a:lvl2pPr>
            <a:lvl3pPr indent="0" lvl="2" marL="0" algn="r">
              <a:spcBef>
                <a:spcPts val="0"/>
              </a:spcBef>
              <a:spcAft>
                <a:spcPts val="0"/>
              </a:spcAft>
              <a:buNone/>
              <a:defRPr b="0" i="0" sz="1400" u="none" cap="none" strike="noStrike">
                <a:solidFill>
                  <a:schemeClr val="dk1"/>
                </a:solidFill>
                <a:latin typeface="Tahoma"/>
                <a:ea typeface="Tahoma"/>
                <a:cs typeface="Tahoma"/>
                <a:sym typeface="Tahoma"/>
              </a:defRPr>
            </a:lvl3pPr>
            <a:lvl4pPr indent="0" lvl="3" marL="0" algn="r">
              <a:spcBef>
                <a:spcPts val="0"/>
              </a:spcBef>
              <a:spcAft>
                <a:spcPts val="0"/>
              </a:spcAft>
              <a:buNone/>
              <a:defRPr b="0" i="0" sz="1400" u="none" cap="none" strike="noStrike">
                <a:solidFill>
                  <a:schemeClr val="dk1"/>
                </a:solidFill>
                <a:latin typeface="Tahoma"/>
                <a:ea typeface="Tahoma"/>
                <a:cs typeface="Tahoma"/>
                <a:sym typeface="Tahoma"/>
              </a:defRPr>
            </a:lvl4pPr>
            <a:lvl5pPr indent="0" lvl="4" marL="0" algn="r">
              <a:spcBef>
                <a:spcPts val="0"/>
              </a:spcBef>
              <a:spcAft>
                <a:spcPts val="0"/>
              </a:spcAft>
              <a:buNone/>
              <a:defRPr b="0" i="0" sz="1400" u="none" cap="none" strike="noStrike">
                <a:solidFill>
                  <a:schemeClr val="dk1"/>
                </a:solidFill>
                <a:latin typeface="Tahoma"/>
                <a:ea typeface="Tahoma"/>
                <a:cs typeface="Tahoma"/>
                <a:sym typeface="Tahoma"/>
              </a:defRPr>
            </a:lvl5pPr>
            <a:lvl6pPr indent="0" lvl="5" marL="0" algn="r">
              <a:spcBef>
                <a:spcPts val="0"/>
              </a:spcBef>
              <a:spcAft>
                <a:spcPts val="0"/>
              </a:spcAft>
              <a:buNone/>
              <a:defRPr b="0" i="0" sz="1400" u="none" cap="none" strike="noStrike">
                <a:solidFill>
                  <a:schemeClr val="dk1"/>
                </a:solidFill>
                <a:latin typeface="Tahoma"/>
                <a:ea typeface="Tahoma"/>
                <a:cs typeface="Tahoma"/>
                <a:sym typeface="Tahoma"/>
              </a:defRPr>
            </a:lvl6pPr>
            <a:lvl7pPr indent="0" lvl="6" marL="0" algn="r">
              <a:spcBef>
                <a:spcPts val="0"/>
              </a:spcBef>
              <a:spcAft>
                <a:spcPts val="0"/>
              </a:spcAft>
              <a:buNone/>
              <a:defRPr b="0" i="0" sz="1400" u="none" cap="none" strike="noStrike">
                <a:solidFill>
                  <a:schemeClr val="dk1"/>
                </a:solidFill>
                <a:latin typeface="Tahoma"/>
                <a:ea typeface="Tahoma"/>
                <a:cs typeface="Tahoma"/>
                <a:sym typeface="Tahoma"/>
              </a:defRPr>
            </a:lvl7pPr>
            <a:lvl8pPr indent="0" lvl="7" marL="0" algn="r">
              <a:spcBef>
                <a:spcPts val="0"/>
              </a:spcBef>
              <a:spcAft>
                <a:spcPts val="0"/>
              </a:spcAft>
              <a:buNone/>
              <a:defRPr b="0" i="0" sz="1400" u="none" cap="none" strike="noStrike">
                <a:solidFill>
                  <a:schemeClr val="dk1"/>
                </a:solidFill>
                <a:latin typeface="Tahoma"/>
                <a:ea typeface="Tahoma"/>
                <a:cs typeface="Tahoma"/>
                <a:sym typeface="Tahoma"/>
              </a:defRPr>
            </a:lvl8pPr>
            <a:lvl9pPr indent="0" lvl="8" marL="0" algn="r">
              <a:spcBef>
                <a:spcPts val="0"/>
              </a:spcBef>
              <a:spcAft>
                <a:spcPts val="0"/>
              </a:spcAft>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20" name="Shape 20"/>
        <p:cNvGrpSpPr/>
        <p:nvPr/>
      </p:nvGrpSpPr>
      <p:grpSpPr>
        <a:xfrm>
          <a:off x="0" y="0"/>
          <a:ext cx="0" cy="0"/>
          <a:chOff x="0" y="0"/>
          <a:chExt cx="0" cy="0"/>
        </a:xfrm>
      </p:grpSpPr>
      <p:sp>
        <p:nvSpPr>
          <p:cNvPr id="21" name="Google Shape;21;p49"/>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22" name="Google Shape;22;p49"/>
          <p:cNvSpPr/>
          <p:nvPr>
            <p:ph idx="2" type="dgm"/>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3" name="Google Shape;23;p49"/>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9"/>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Tahoma"/>
                <a:ea typeface="Tahoma"/>
                <a:cs typeface="Tahoma"/>
                <a:sym typeface="Tahoma"/>
              </a:defRPr>
            </a:lvl1pPr>
            <a:lvl2pPr indent="0" lvl="1" marL="0" algn="r">
              <a:spcBef>
                <a:spcPts val="0"/>
              </a:spcBef>
              <a:spcAft>
                <a:spcPts val="0"/>
              </a:spcAft>
              <a:buNone/>
              <a:defRPr b="0" i="0" sz="1400" u="none" cap="none" strike="noStrike">
                <a:solidFill>
                  <a:schemeClr val="dk1"/>
                </a:solidFill>
                <a:latin typeface="Tahoma"/>
                <a:ea typeface="Tahoma"/>
                <a:cs typeface="Tahoma"/>
                <a:sym typeface="Tahoma"/>
              </a:defRPr>
            </a:lvl2pPr>
            <a:lvl3pPr indent="0" lvl="2" marL="0" algn="r">
              <a:spcBef>
                <a:spcPts val="0"/>
              </a:spcBef>
              <a:spcAft>
                <a:spcPts val="0"/>
              </a:spcAft>
              <a:buNone/>
              <a:defRPr b="0" i="0" sz="1400" u="none" cap="none" strike="noStrike">
                <a:solidFill>
                  <a:schemeClr val="dk1"/>
                </a:solidFill>
                <a:latin typeface="Tahoma"/>
                <a:ea typeface="Tahoma"/>
                <a:cs typeface="Tahoma"/>
                <a:sym typeface="Tahoma"/>
              </a:defRPr>
            </a:lvl3pPr>
            <a:lvl4pPr indent="0" lvl="3" marL="0" algn="r">
              <a:spcBef>
                <a:spcPts val="0"/>
              </a:spcBef>
              <a:spcAft>
                <a:spcPts val="0"/>
              </a:spcAft>
              <a:buNone/>
              <a:defRPr b="0" i="0" sz="1400" u="none" cap="none" strike="noStrike">
                <a:solidFill>
                  <a:schemeClr val="dk1"/>
                </a:solidFill>
                <a:latin typeface="Tahoma"/>
                <a:ea typeface="Tahoma"/>
                <a:cs typeface="Tahoma"/>
                <a:sym typeface="Tahoma"/>
              </a:defRPr>
            </a:lvl4pPr>
            <a:lvl5pPr indent="0" lvl="4" marL="0" algn="r">
              <a:spcBef>
                <a:spcPts val="0"/>
              </a:spcBef>
              <a:spcAft>
                <a:spcPts val="0"/>
              </a:spcAft>
              <a:buNone/>
              <a:defRPr b="0" i="0" sz="1400" u="none" cap="none" strike="noStrike">
                <a:solidFill>
                  <a:schemeClr val="dk1"/>
                </a:solidFill>
                <a:latin typeface="Tahoma"/>
                <a:ea typeface="Tahoma"/>
                <a:cs typeface="Tahoma"/>
                <a:sym typeface="Tahoma"/>
              </a:defRPr>
            </a:lvl5pPr>
            <a:lvl6pPr indent="0" lvl="5" marL="0" algn="r">
              <a:spcBef>
                <a:spcPts val="0"/>
              </a:spcBef>
              <a:spcAft>
                <a:spcPts val="0"/>
              </a:spcAft>
              <a:buNone/>
              <a:defRPr b="0" i="0" sz="1400" u="none" cap="none" strike="noStrike">
                <a:solidFill>
                  <a:schemeClr val="dk1"/>
                </a:solidFill>
                <a:latin typeface="Tahoma"/>
                <a:ea typeface="Tahoma"/>
                <a:cs typeface="Tahoma"/>
                <a:sym typeface="Tahoma"/>
              </a:defRPr>
            </a:lvl6pPr>
            <a:lvl7pPr indent="0" lvl="6" marL="0" algn="r">
              <a:spcBef>
                <a:spcPts val="0"/>
              </a:spcBef>
              <a:spcAft>
                <a:spcPts val="0"/>
              </a:spcAft>
              <a:buNone/>
              <a:defRPr b="0" i="0" sz="1400" u="none" cap="none" strike="noStrike">
                <a:solidFill>
                  <a:schemeClr val="dk1"/>
                </a:solidFill>
                <a:latin typeface="Tahoma"/>
                <a:ea typeface="Tahoma"/>
                <a:cs typeface="Tahoma"/>
                <a:sym typeface="Tahoma"/>
              </a:defRPr>
            </a:lvl7pPr>
            <a:lvl8pPr indent="0" lvl="7" marL="0" algn="r">
              <a:spcBef>
                <a:spcPts val="0"/>
              </a:spcBef>
              <a:spcAft>
                <a:spcPts val="0"/>
              </a:spcAft>
              <a:buNone/>
              <a:defRPr b="0" i="0" sz="1400" u="none" cap="none" strike="noStrike">
                <a:solidFill>
                  <a:schemeClr val="dk1"/>
                </a:solidFill>
                <a:latin typeface="Tahoma"/>
                <a:ea typeface="Tahoma"/>
                <a:cs typeface="Tahoma"/>
                <a:sym typeface="Tahoma"/>
              </a:defRPr>
            </a:lvl8pPr>
            <a:lvl9pPr indent="0" lvl="8" marL="0" algn="r">
              <a:spcBef>
                <a:spcPts val="0"/>
              </a:spcBef>
              <a:spcAft>
                <a:spcPts val="0"/>
              </a:spcAft>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grpSp>
        <p:nvGrpSpPr>
          <p:cNvPr id="26" name="Google Shape;26;p50"/>
          <p:cNvGrpSpPr/>
          <p:nvPr/>
        </p:nvGrpSpPr>
        <p:grpSpPr>
          <a:xfrm>
            <a:off x="0" y="2438400"/>
            <a:ext cx="9009063" cy="1052513"/>
            <a:chOff x="0" y="1536"/>
            <a:chExt cx="5675" cy="663"/>
          </a:xfrm>
        </p:grpSpPr>
        <p:grpSp>
          <p:nvGrpSpPr>
            <p:cNvPr id="27" name="Google Shape;27;p50"/>
            <p:cNvGrpSpPr/>
            <p:nvPr/>
          </p:nvGrpSpPr>
          <p:grpSpPr>
            <a:xfrm>
              <a:off x="183" y="1604"/>
              <a:ext cx="448" cy="299"/>
              <a:chOff x="720" y="336"/>
              <a:chExt cx="624" cy="432"/>
            </a:xfrm>
          </p:grpSpPr>
          <p:sp>
            <p:nvSpPr>
              <p:cNvPr id="28" name="Google Shape;28;p50"/>
              <p:cNvSpPr/>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sp>
            <p:nvSpPr>
              <p:cNvPr id="29" name="Google Shape;29;p50"/>
              <p:cNvSpPr/>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grpSp>
        <p:grpSp>
          <p:nvGrpSpPr>
            <p:cNvPr id="30" name="Google Shape;30;p50"/>
            <p:cNvGrpSpPr/>
            <p:nvPr/>
          </p:nvGrpSpPr>
          <p:grpSpPr>
            <a:xfrm>
              <a:off x="261" y="1870"/>
              <a:ext cx="465" cy="299"/>
              <a:chOff x="912" y="2640"/>
              <a:chExt cx="672" cy="432"/>
            </a:xfrm>
          </p:grpSpPr>
          <p:sp>
            <p:nvSpPr>
              <p:cNvPr id="31" name="Google Shape;31;p50"/>
              <p:cNvSpPr/>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sp>
            <p:nvSpPr>
              <p:cNvPr id="32" name="Google Shape;32;p50"/>
              <p:cNvSpPr/>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grpSp>
        <p:sp>
          <p:nvSpPr>
            <p:cNvPr id="33" name="Google Shape;33;p50"/>
            <p:cNvSpPr/>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sp>
          <p:nvSpPr>
            <p:cNvPr id="34" name="Google Shape;34;p50"/>
            <p:cNvSpPr/>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sp>
          <p:nvSpPr>
            <p:cNvPr id="35" name="Google Shape;35;p50"/>
            <p:cNvSpPr/>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grpSp>
      <p:sp>
        <p:nvSpPr>
          <p:cNvPr id="36" name="Google Shape;36;p50"/>
          <p:cNvSpPr txBox="1"/>
          <p:nvPr>
            <p:ph type="ctrTitle"/>
          </p:nvPr>
        </p:nvSpPr>
        <p:spPr>
          <a:xfrm>
            <a:off x="990600" y="1676400"/>
            <a:ext cx="7772400" cy="146208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37" name="Google Shape;37;p5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chemeClr val="folHlink"/>
              </a:buClr>
              <a:buSzPts val="1920"/>
              <a:buFont typeface="Noto Sans Symbols"/>
              <a:buNone/>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38" name="Google Shape;38;p50"/>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sz="1400">
                <a:solidFill>
                  <a:schemeClr val="lt2"/>
                </a:solidFill>
                <a:latin typeface="Tahoma"/>
                <a:ea typeface="Tahoma"/>
                <a:cs typeface="Tahoma"/>
                <a:sym typeface="Tahoma"/>
              </a:defRPr>
            </a:lvl1pPr>
            <a:lvl2pPr lvl="1"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39" name="Google Shape;39;p50"/>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b="0" sz="140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50"/>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sz="1400">
                <a:solidFill>
                  <a:schemeClr val="lt2"/>
                </a:solidFill>
                <a:latin typeface="Tahoma"/>
                <a:ea typeface="Tahoma"/>
                <a:cs typeface="Tahoma"/>
                <a:sym typeface="Tahoma"/>
              </a:defRPr>
            </a:lvl1pPr>
            <a:lvl2pPr indent="0" lvl="1" marL="0" algn="r">
              <a:spcBef>
                <a:spcPts val="0"/>
              </a:spcBef>
              <a:spcAft>
                <a:spcPts val="0"/>
              </a:spcAft>
              <a:buNone/>
              <a:defRPr b="0" sz="1400">
                <a:solidFill>
                  <a:schemeClr val="lt2"/>
                </a:solidFill>
                <a:latin typeface="Tahoma"/>
                <a:ea typeface="Tahoma"/>
                <a:cs typeface="Tahoma"/>
                <a:sym typeface="Tahoma"/>
              </a:defRPr>
            </a:lvl2pPr>
            <a:lvl3pPr indent="0" lvl="2" marL="0" algn="r">
              <a:spcBef>
                <a:spcPts val="0"/>
              </a:spcBef>
              <a:spcAft>
                <a:spcPts val="0"/>
              </a:spcAft>
              <a:buNone/>
              <a:defRPr b="0" sz="1400">
                <a:solidFill>
                  <a:schemeClr val="lt2"/>
                </a:solidFill>
                <a:latin typeface="Tahoma"/>
                <a:ea typeface="Tahoma"/>
                <a:cs typeface="Tahoma"/>
                <a:sym typeface="Tahoma"/>
              </a:defRPr>
            </a:lvl3pPr>
            <a:lvl4pPr indent="0" lvl="3" marL="0" algn="r">
              <a:spcBef>
                <a:spcPts val="0"/>
              </a:spcBef>
              <a:spcAft>
                <a:spcPts val="0"/>
              </a:spcAft>
              <a:buNone/>
              <a:defRPr b="0" sz="1400">
                <a:solidFill>
                  <a:schemeClr val="lt2"/>
                </a:solidFill>
                <a:latin typeface="Tahoma"/>
                <a:ea typeface="Tahoma"/>
                <a:cs typeface="Tahoma"/>
                <a:sym typeface="Tahoma"/>
              </a:defRPr>
            </a:lvl4pPr>
            <a:lvl5pPr indent="0" lvl="4" marL="0" algn="r">
              <a:spcBef>
                <a:spcPts val="0"/>
              </a:spcBef>
              <a:spcAft>
                <a:spcPts val="0"/>
              </a:spcAft>
              <a:buNone/>
              <a:defRPr b="0" sz="1400">
                <a:solidFill>
                  <a:schemeClr val="lt2"/>
                </a:solidFill>
                <a:latin typeface="Tahoma"/>
                <a:ea typeface="Tahoma"/>
                <a:cs typeface="Tahoma"/>
                <a:sym typeface="Tahoma"/>
              </a:defRPr>
            </a:lvl5pPr>
            <a:lvl6pPr indent="0" lvl="5" marL="0" algn="r">
              <a:spcBef>
                <a:spcPts val="0"/>
              </a:spcBef>
              <a:spcAft>
                <a:spcPts val="0"/>
              </a:spcAft>
              <a:buNone/>
              <a:defRPr b="0" sz="1400">
                <a:solidFill>
                  <a:schemeClr val="lt2"/>
                </a:solidFill>
                <a:latin typeface="Tahoma"/>
                <a:ea typeface="Tahoma"/>
                <a:cs typeface="Tahoma"/>
                <a:sym typeface="Tahoma"/>
              </a:defRPr>
            </a:lvl6pPr>
            <a:lvl7pPr indent="0" lvl="6" marL="0" algn="r">
              <a:spcBef>
                <a:spcPts val="0"/>
              </a:spcBef>
              <a:spcAft>
                <a:spcPts val="0"/>
              </a:spcAft>
              <a:buNone/>
              <a:defRPr b="0" sz="1400">
                <a:solidFill>
                  <a:schemeClr val="lt2"/>
                </a:solidFill>
                <a:latin typeface="Tahoma"/>
                <a:ea typeface="Tahoma"/>
                <a:cs typeface="Tahoma"/>
                <a:sym typeface="Tahoma"/>
              </a:defRPr>
            </a:lvl7pPr>
            <a:lvl8pPr indent="0" lvl="7" marL="0" algn="r">
              <a:spcBef>
                <a:spcPts val="0"/>
              </a:spcBef>
              <a:spcAft>
                <a:spcPts val="0"/>
              </a:spcAft>
              <a:buNone/>
              <a:defRPr b="0" sz="1400">
                <a:solidFill>
                  <a:schemeClr val="lt2"/>
                </a:solidFill>
                <a:latin typeface="Tahoma"/>
                <a:ea typeface="Tahoma"/>
                <a:cs typeface="Tahoma"/>
                <a:sym typeface="Tahoma"/>
              </a:defRPr>
            </a:lvl8pPr>
            <a:lvl9pPr indent="0" lvl="8" marL="0" algn="r">
              <a:spcBef>
                <a:spcPts val="0"/>
              </a:spcBef>
              <a:spcAft>
                <a:spcPts val="0"/>
              </a:spcAft>
              <a:buNone/>
              <a:defRPr b="0" sz="1400">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
        <p:nvSpPr>
          <p:cNvPr id="41" name="Google Shape;41;p50"/>
          <p:cNvSpPr txBox="1"/>
          <p:nvPr/>
        </p:nvSpPr>
        <p:spPr>
          <a:xfrm>
            <a:off x="0" y="6553200"/>
            <a:ext cx="22098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400">
                <a:solidFill>
                  <a:schemeClr val="dk1"/>
                </a:solidFill>
                <a:latin typeface="Arial"/>
                <a:ea typeface="Arial"/>
                <a:cs typeface="Arial"/>
                <a:sym typeface="Arial"/>
              </a:rPr>
              <a:t>McGraw-Hill</a:t>
            </a:r>
            <a:endParaRPr b="0" sz="2400">
              <a:solidFill>
                <a:schemeClr val="dk1"/>
              </a:solidFill>
              <a:latin typeface="Times New Roman"/>
              <a:ea typeface="Times New Roman"/>
              <a:cs typeface="Times New Roman"/>
              <a:sym typeface="Times New Roman"/>
            </a:endParaRPr>
          </a:p>
        </p:txBody>
      </p:sp>
      <p:sp>
        <p:nvSpPr>
          <p:cNvPr id="42" name="Google Shape;42;p50"/>
          <p:cNvSpPr txBox="1"/>
          <p:nvPr/>
        </p:nvSpPr>
        <p:spPr>
          <a:xfrm>
            <a:off x="4572000" y="6553200"/>
            <a:ext cx="4572000" cy="304800"/>
          </a:xfrm>
          <a:prstGeom prst="rect">
            <a:avLst/>
          </a:prstGeom>
          <a:noFill/>
          <a:ln>
            <a:noFill/>
          </a:ln>
        </p:spPr>
        <p:txBody>
          <a:bodyPr anchorCtr="0" anchor="t" bIns="45700" lIns="91425" spcFirstLastPara="1" rIns="91425" wrap="square" tIns="45700">
            <a:spAutoFit/>
          </a:bodyPr>
          <a:lstStyle/>
          <a:p>
            <a:pPr indent="-88900" lvl="0" marL="0" marR="0" rtl="0" algn="r">
              <a:spcBef>
                <a:spcPts val="0"/>
              </a:spcBef>
              <a:spcAft>
                <a:spcPts val="0"/>
              </a:spcAft>
              <a:buClr>
                <a:schemeClr val="dk1"/>
              </a:buClr>
              <a:buSzPts val="1400"/>
              <a:buFont typeface="Arial"/>
              <a:buChar char="©"/>
            </a:pPr>
            <a:r>
              <a:rPr b="0" lang="en-US" sz="1400">
                <a:solidFill>
                  <a:schemeClr val="dk1"/>
                </a:solidFill>
                <a:latin typeface="Arial"/>
                <a:ea typeface="Arial"/>
                <a:cs typeface="Arial"/>
                <a:sym typeface="Arial"/>
              </a:rPr>
              <a:t>The McGraw-Hill Companies, Inc., 2000</a:t>
            </a:r>
            <a:endParaRPr b="0" sz="2400">
              <a:solidFill>
                <a:schemeClr val="dk1"/>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51"/>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45" name="Google Shape;45;p51"/>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6" name="Google Shape;46;p51"/>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1"/>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sz="1400">
                <a:solidFill>
                  <a:schemeClr val="dk1"/>
                </a:solidFill>
                <a:latin typeface="Tahoma"/>
                <a:ea typeface="Tahoma"/>
                <a:cs typeface="Tahoma"/>
                <a:sym typeface="Tahoma"/>
              </a:defRPr>
            </a:lvl1pPr>
            <a:lvl2pPr indent="0" lvl="1" marL="0" algn="r">
              <a:spcBef>
                <a:spcPts val="0"/>
              </a:spcBef>
              <a:spcAft>
                <a:spcPts val="0"/>
              </a:spcAft>
              <a:buNone/>
              <a:defRPr b="0" sz="1400">
                <a:solidFill>
                  <a:schemeClr val="dk1"/>
                </a:solidFill>
                <a:latin typeface="Tahoma"/>
                <a:ea typeface="Tahoma"/>
                <a:cs typeface="Tahoma"/>
                <a:sym typeface="Tahoma"/>
              </a:defRPr>
            </a:lvl2pPr>
            <a:lvl3pPr indent="0" lvl="2" marL="0" algn="r">
              <a:spcBef>
                <a:spcPts val="0"/>
              </a:spcBef>
              <a:spcAft>
                <a:spcPts val="0"/>
              </a:spcAft>
              <a:buNone/>
              <a:defRPr b="0" sz="1400">
                <a:solidFill>
                  <a:schemeClr val="dk1"/>
                </a:solidFill>
                <a:latin typeface="Tahoma"/>
                <a:ea typeface="Tahoma"/>
                <a:cs typeface="Tahoma"/>
                <a:sym typeface="Tahoma"/>
              </a:defRPr>
            </a:lvl3pPr>
            <a:lvl4pPr indent="0" lvl="3" marL="0" algn="r">
              <a:spcBef>
                <a:spcPts val="0"/>
              </a:spcBef>
              <a:spcAft>
                <a:spcPts val="0"/>
              </a:spcAft>
              <a:buNone/>
              <a:defRPr b="0" sz="1400">
                <a:solidFill>
                  <a:schemeClr val="dk1"/>
                </a:solidFill>
                <a:latin typeface="Tahoma"/>
                <a:ea typeface="Tahoma"/>
                <a:cs typeface="Tahoma"/>
                <a:sym typeface="Tahoma"/>
              </a:defRPr>
            </a:lvl4pPr>
            <a:lvl5pPr indent="0" lvl="4" marL="0" algn="r">
              <a:spcBef>
                <a:spcPts val="0"/>
              </a:spcBef>
              <a:spcAft>
                <a:spcPts val="0"/>
              </a:spcAft>
              <a:buNone/>
              <a:defRPr b="0" sz="1400">
                <a:solidFill>
                  <a:schemeClr val="dk1"/>
                </a:solidFill>
                <a:latin typeface="Tahoma"/>
                <a:ea typeface="Tahoma"/>
                <a:cs typeface="Tahoma"/>
                <a:sym typeface="Tahoma"/>
              </a:defRPr>
            </a:lvl5pPr>
            <a:lvl6pPr indent="0" lvl="5" marL="0" algn="r">
              <a:spcBef>
                <a:spcPts val="0"/>
              </a:spcBef>
              <a:spcAft>
                <a:spcPts val="0"/>
              </a:spcAft>
              <a:buNone/>
              <a:defRPr b="0" sz="1400">
                <a:solidFill>
                  <a:schemeClr val="dk1"/>
                </a:solidFill>
                <a:latin typeface="Tahoma"/>
                <a:ea typeface="Tahoma"/>
                <a:cs typeface="Tahoma"/>
                <a:sym typeface="Tahoma"/>
              </a:defRPr>
            </a:lvl6pPr>
            <a:lvl7pPr indent="0" lvl="6" marL="0" algn="r">
              <a:spcBef>
                <a:spcPts val="0"/>
              </a:spcBef>
              <a:spcAft>
                <a:spcPts val="0"/>
              </a:spcAft>
              <a:buNone/>
              <a:defRPr b="0" sz="1400">
                <a:solidFill>
                  <a:schemeClr val="dk1"/>
                </a:solidFill>
                <a:latin typeface="Tahoma"/>
                <a:ea typeface="Tahoma"/>
                <a:cs typeface="Tahoma"/>
                <a:sym typeface="Tahoma"/>
              </a:defRPr>
            </a:lvl7pPr>
            <a:lvl8pPr indent="0" lvl="7" marL="0" algn="r">
              <a:spcBef>
                <a:spcPts val="0"/>
              </a:spcBef>
              <a:spcAft>
                <a:spcPts val="0"/>
              </a:spcAft>
              <a:buNone/>
              <a:defRPr b="0" sz="1400">
                <a:solidFill>
                  <a:schemeClr val="dk1"/>
                </a:solidFill>
                <a:latin typeface="Tahoma"/>
                <a:ea typeface="Tahoma"/>
                <a:cs typeface="Tahoma"/>
                <a:sym typeface="Tahoma"/>
              </a:defRPr>
            </a:lvl8pPr>
            <a:lvl9pPr indent="0" lvl="8" marL="0" algn="r">
              <a:spcBef>
                <a:spcPts val="0"/>
              </a:spcBef>
              <a:spcAft>
                <a:spcPts val="0"/>
              </a:spcAft>
              <a:buNone/>
              <a:defRPr b="0"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52"/>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60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0" name="Google Shape;50;p52"/>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0"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
        <p:nvSpPr>
          <p:cNvPr id="51" name="Google Shape;51;p52"/>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2"/>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sz="1400">
                <a:solidFill>
                  <a:schemeClr val="dk1"/>
                </a:solidFill>
                <a:latin typeface="Tahoma"/>
                <a:ea typeface="Tahoma"/>
                <a:cs typeface="Tahoma"/>
                <a:sym typeface="Tahoma"/>
              </a:defRPr>
            </a:lvl1pPr>
            <a:lvl2pPr indent="0" lvl="1" marL="0" algn="r">
              <a:spcBef>
                <a:spcPts val="0"/>
              </a:spcBef>
              <a:spcAft>
                <a:spcPts val="0"/>
              </a:spcAft>
              <a:buNone/>
              <a:defRPr b="0" sz="1400">
                <a:solidFill>
                  <a:schemeClr val="dk1"/>
                </a:solidFill>
                <a:latin typeface="Tahoma"/>
                <a:ea typeface="Tahoma"/>
                <a:cs typeface="Tahoma"/>
                <a:sym typeface="Tahoma"/>
              </a:defRPr>
            </a:lvl2pPr>
            <a:lvl3pPr indent="0" lvl="2" marL="0" algn="r">
              <a:spcBef>
                <a:spcPts val="0"/>
              </a:spcBef>
              <a:spcAft>
                <a:spcPts val="0"/>
              </a:spcAft>
              <a:buNone/>
              <a:defRPr b="0" sz="1400">
                <a:solidFill>
                  <a:schemeClr val="dk1"/>
                </a:solidFill>
                <a:latin typeface="Tahoma"/>
                <a:ea typeface="Tahoma"/>
                <a:cs typeface="Tahoma"/>
                <a:sym typeface="Tahoma"/>
              </a:defRPr>
            </a:lvl3pPr>
            <a:lvl4pPr indent="0" lvl="3" marL="0" algn="r">
              <a:spcBef>
                <a:spcPts val="0"/>
              </a:spcBef>
              <a:spcAft>
                <a:spcPts val="0"/>
              </a:spcAft>
              <a:buNone/>
              <a:defRPr b="0" sz="1400">
                <a:solidFill>
                  <a:schemeClr val="dk1"/>
                </a:solidFill>
                <a:latin typeface="Tahoma"/>
                <a:ea typeface="Tahoma"/>
                <a:cs typeface="Tahoma"/>
                <a:sym typeface="Tahoma"/>
              </a:defRPr>
            </a:lvl4pPr>
            <a:lvl5pPr indent="0" lvl="4" marL="0" algn="r">
              <a:spcBef>
                <a:spcPts val="0"/>
              </a:spcBef>
              <a:spcAft>
                <a:spcPts val="0"/>
              </a:spcAft>
              <a:buNone/>
              <a:defRPr b="0" sz="1400">
                <a:solidFill>
                  <a:schemeClr val="dk1"/>
                </a:solidFill>
                <a:latin typeface="Tahoma"/>
                <a:ea typeface="Tahoma"/>
                <a:cs typeface="Tahoma"/>
                <a:sym typeface="Tahoma"/>
              </a:defRPr>
            </a:lvl5pPr>
            <a:lvl6pPr indent="0" lvl="5" marL="0" algn="r">
              <a:spcBef>
                <a:spcPts val="0"/>
              </a:spcBef>
              <a:spcAft>
                <a:spcPts val="0"/>
              </a:spcAft>
              <a:buNone/>
              <a:defRPr b="0" sz="1400">
                <a:solidFill>
                  <a:schemeClr val="dk1"/>
                </a:solidFill>
                <a:latin typeface="Tahoma"/>
                <a:ea typeface="Tahoma"/>
                <a:cs typeface="Tahoma"/>
                <a:sym typeface="Tahoma"/>
              </a:defRPr>
            </a:lvl6pPr>
            <a:lvl7pPr indent="0" lvl="6" marL="0" algn="r">
              <a:spcBef>
                <a:spcPts val="0"/>
              </a:spcBef>
              <a:spcAft>
                <a:spcPts val="0"/>
              </a:spcAft>
              <a:buNone/>
              <a:defRPr b="0" sz="1400">
                <a:solidFill>
                  <a:schemeClr val="dk1"/>
                </a:solidFill>
                <a:latin typeface="Tahoma"/>
                <a:ea typeface="Tahoma"/>
                <a:cs typeface="Tahoma"/>
                <a:sym typeface="Tahoma"/>
              </a:defRPr>
            </a:lvl7pPr>
            <a:lvl8pPr indent="0" lvl="7" marL="0" algn="r">
              <a:spcBef>
                <a:spcPts val="0"/>
              </a:spcBef>
              <a:spcAft>
                <a:spcPts val="0"/>
              </a:spcAft>
              <a:buNone/>
              <a:defRPr b="0" sz="1400">
                <a:solidFill>
                  <a:schemeClr val="dk1"/>
                </a:solidFill>
                <a:latin typeface="Tahoma"/>
                <a:ea typeface="Tahoma"/>
                <a:cs typeface="Tahoma"/>
                <a:sym typeface="Tahoma"/>
              </a:defRPr>
            </a:lvl8pPr>
            <a:lvl9pPr indent="0" lvl="8" marL="0" algn="r">
              <a:spcBef>
                <a:spcPts val="0"/>
              </a:spcBef>
              <a:spcAft>
                <a:spcPts val="0"/>
              </a:spcAft>
              <a:buNone/>
              <a:defRPr b="0"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53"/>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55" name="Google Shape;55;p53"/>
          <p:cNvSpPr txBox="1"/>
          <p:nvPr>
            <p:ph idx="1" type="body"/>
          </p:nvPr>
        </p:nvSpPr>
        <p:spPr>
          <a:xfrm>
            <a:off x="62865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6" name="Google Shape;56;p53"/>
          <p:cNvSpPr txBox="1"/>
          <p:nvPr>
            <p:ph idx="2" type="body"/>
          </p:nvPr>
        </p:nvSpPr>
        <p:spPr>
          <a:xfrm>
            <a:off x="464820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7" name="Google Shape;57;p53"/>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3"/>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sz="1400">
                <a:solidFill>
                  <a:schemeClr val="dk1"/>
                </a:solidFill>
                <a:latin typeface="Tahoma"/>
                <a:ea typeface="Tahoma"/>
                <a:cs typeface="Tahoma"/>
                <a:sym typeface="Tahoma"/>
              </a:defRPr>
            </a:lvl1pPr>
            <a:lvl2pPr indent="0" lvl="1" marL="0" algn="r">
              <a:spcBef>
                <a:spcPts val="0"/>
              </a:spcBef>
              <a:spcAft>
                <a:spcPts val="0"/>
              </a:spcAft>
              <a:buNone/>
              <a:defRPr b="0" sz="1400">
                <a:solidFill>
                  <a:schemeClr val="dk1"/>
                </a:solidFill>
                <a:latin typeface="Tahoma"/>
                <a:ea typeface="Tahoma"/>
                <a:cs typeface="Tahoma"/>
                <a:sym typeface="Tahoma"/>
              </a:defRPr>
            </a:lvl2pPr>
            <a:lvl3pPr indent="0" lvl="2" marL="0" algn="r">
              <a:spcBef>
                <a:spcPts val="0"/>
              </a:spcBef>
              <a:spcAft>
                <a:spcPts val="0"/>
              </a:spcAft>
              <a:buNone/>
              <a:defRPr b="0" sz="1400">
                <a:solidFill>
                  <a:schemeClr val="dk1"/>
                </a:solidFill>
                <a:latin typeface="Tahoma"/>
                <a:ea typeface="Tahoma"/>
                <a:cs typeface="Tahoma"/>
                <a:sym typeface="Tahoma"/>
              </a:defRPr>
            </a:lvl3pPr>
            <a:lvl4pPr indent="0" lvl="3" marL="0" algn="r">
              <a:spcBef>
                <a:spcPts val="0"/>
              </a:spcBef>
              <a:spcAft>
                <a:spcPts val="0"/>
              </a:spcAft>
              <a:buNone/>
              <a:defRPr b="0" sz="1400">
                <a:solidFill>
                  <a:schemeClr val="dk1"/>
                </a:solidFill>
                <a:latin typeface="Tahoma"/>
                <a:ea typeface="Tahoma"/>
                <a:cs typeface="Tahoma"/>
                <a:sym typeface="Tahoma"/>
              </a:defRPr>
            </a:lvl4pPr>
            <a:lvl5pPr indent="0" lvl="4" marL="0" algn="r">
              <a:spcBef>
                <a:spcPts val="0"/>
              </a:spcBef>
              <a:spcAft>
                <a:spcPts val="0"/>
              </a:spcAft>
              <a:buNone/>
              <a:defRPr b="0" sz="1400">
                <a:solidFill>
                  <a:schemeClr val="dk1"/>
                </a:solidFill>
                <a:latin typeface="Tahoma"/>
                <a:ea typeface="Tahoma"/>
                <a:cs typeface="Tahoma"/>
                <a:sym typeface="Tahoma"/>
              </a:defRPr>
            </a:lvl5pPr>
            <a:lvl6pPr indent="0" lvl="5" marL="0" algn="r">
              <a:spcBef>
                <a:spcPts val="0"/>
              </a:spcBef>
              <a:spcAft>
                <a:spcPts val="0"/>
              </a:spcAft>
              <a:buNone/>
              <a:defRPr b="0" sz="1400">
                <a:solidFill>
                  <a:schemeClr val="dk1"/>
                </a:solidFill>
                <a:latin typeface="Tahoma"/>
                <a:ea typeface="Tahoma"/>
                <a:cs typeface="Tahoma"/>
                <a:sym typeface="Tahoma"/>
              </a:defRPr>
            </a:lvl6pPr>
            <a:lvl7pPr indent="0" lvl="6" marL="0" algn="r">
              <a:spcBef>
                <a:spcPts val="0"/>
              </a:spcBef>
              <a:spcAft>
                <a:spcPts val="0"/>
              </a:spcAft>
              <a:buNone/>
              <a:defRPr b="0" sz="1400">
                <a:solidFill>
                  <a:schemeClr val="dk1"/>
                </a:solidFill>
                <a:latin typeface="Tahoma"/>
                <a:ea typeface="Tahoma"/>
                <a:cs typeface="Tahoma"/>
                <a:sym typeface="Tahoma"/>
              </a:defRPr>
            </a:lvl7pPr>
            <a:lvl8pPr indent="0" lvl="7" marL="0" algn="r">
              <a:spcBef>
                <a:spcPts val="0"/>
              </a:spcBef>
              <a:spcAft>
                <a:spcPts val="0"/>
              </a:spcAft>
              <a:buNone/>
              <a:defRPr b="0" sz="1400">
                <a:solidFill>
                  <a:schemeClr val="dk1"/>
                </a:solidFill>
                <a:latin typeface="Tahoma"/>
                <a:ea typeface="Tahoma"/>
                <a:cs typeface="Tahoma"/>
                <a:sym typeface="Tahoma"/>
              </a:defRPr>
            </a:lvl8pPr>
            <a:lvl9pPr indent="0" lvl="8" marL="0" algn="r">
              <a:spcBef>
                <a:spcPts val="0"/>
              </a:spcBef>
              <a:spcAft>
                <a:spcPts val="0"/>
              </a:spcAft>
              <a:buNone/>
              <a:defRPr b="0"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9" name="Shape 59"/>
        <p:cNvGrpSpPr/>
        <p:nvPr/>
      </p:nvGrpSpPr>
      <p:grpSpPr>
        <a:xfrm>
          <a:off x="0" y="0"/>
          <a:ext cx="0" cy="0"/>
          <a:chOff x="0" y="0"/>
          <a:chExt cx="0" cy="0"/>
        </a:xfrm>
      </p:grpSpPr>
      <p:sp>
        <p:nvSpPr>
          <p:cNvPr id="60" name="Google Shape;60;p54"/>
          <p:cNvSpPr txBox="1"/>
          <p:nvPr>
            <p:ph type="title"/>
          </p:nvPr>
        </p:nvSpPr>
        <p:spPr>
          <a:xfrm>
            <a:off x="630238"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61" name="Google Shape;61;p54"/>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62" name="Google Shape;62;p54"/>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63" name="Google Shape;63;p54"/>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64" name="Google Shape;64;p54"/>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65" name="Google Shape;65;p54"/>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4"/>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sz="1400">
                <a:solidFill>
                  <a:schemeClr val="dk1"/>
                </a:solidFill>
                <a:latin typeface="Tahoma"/>
                <a:ea typeface="Tahoma"/>
                <a:cs typeface="Tahoma"/>
                <a:sym typeface="Tahoma"/>
              </a:defRPr>
            </a:lvl1pPr>
            <a:lvl2pPr indent="0" lvl="1" marL="0" algn="r">
              <a:spcBef>
                <a:spcPts val="0"/>
              </a:spcBef>
              <a:spcAft>
                <a:spcPts val="0"/>
              </a:spcAft>
              <a:buNone/>
              <a:defRPr b="0" sz="1400">
                <a:solidFill>
                  <a:schemeClr val="dk1"/>
                </a:solidFill>
                <a:latin typeface="Tahoma"/>
                <a:ea typeface="Tahoma"/>
                <a:cs typeface="Tahoma"/>
                <a:sym typeface="Tahoma"/>
              </a:defRPr>
            </a:lvl2pPr>
            <a:lvl3pPr indent="0" lvl="2" marL="0" algn="r">
              <a:spcBef>
                <a:spcPts val="0"/>
              </a:spcBef>
              <a:spcAft>
                <a:spcPts val="0"/>
              </a:spcAft>
              <a:buNone/>
              <a:defRPr b="0" sz="1400">
                <a:solidFill>
                  <a:schemeClr val="dk1"/>
                </a:solidFill>
                <a:latin typeface="Tahoma"/>
                <a:ea typeface="Tahoma"/>
                <a:cs typeface="Tahoma"/>
                <a:sym typeface="Tahoma"/>
              </a:defRPr>
            </a:lvl3pPr>
            <a:lvl4pPr indent="0" lvl="3" marL="0" algn="r">
              <a:spcBef>
                <a:spcPts val="0"/>
              </a:spcBef>
              <a:spcAft>
                <a:spcPts val="0"/>
              </a:spcAft>
              <a:buNone/>
              <a:defRPr b="0" sz="1400">
                <a:solidFill>
                  <a:schemeClr val="dk1"/>
                </a:solidFill>
                <a:latin typeface="Tahoma"/>
                <a:ea typeface="Tahoma"/>
                <a:cs typeface="Tahoma"/>
                <a:sym typeface="Tahoma"/>
              </a:defRPr>
            </a:lvl4pPr>
            <a:lvl5pPr indent="0" lvl="4" marL="0" algn="r">
              <a:spcBef>
                <a:spcPts val="0"/>
              </a:spcBef>
              <a:spcAft>
                <a:spcPts val="0"/>
              </a:spcAft>
              <a:buNone/>
              <a:defRPr b="0" sz="1400">
                <a:solidFill>
                  <a:schemeClr val="dk1"/>
                </a:solidFill>
                <a:latin typeface="Tahoma"/>
                <a:ea typeface="Tahoma"/>
                <a:cs typeface="Tahoma"/>
                <a:sym typeface="Tahoma"/>
              </a:defRPr>
            </a:lvl5pPr>
            <a:lvl6pPr indent="0" lvl="5" marL="0" algn="r">
              <a:spcBef>
                <a:spcPts val="0"/>
              </a:spcBef>
              <a:spcAft>
                <a:spcPts val="0"/>
              </a:spcAft>
              <a:buNone/>
              <a:defRPr b="0" sz="1400">
                <a:solidFill>
                  <a:schemeClr val="dk1"/>
                </a:solidFill>
                <a:latin typeface="Tahoma"/>
                <a:ea typeface="Tahoma"/>
                <a:cs typeface="Tahoma"/>
                <a:sym typeface="Tahoma"/>
              </a:defRPr>
            </a:lvl6pPr>
            <a:lvl7pPr indent="0" lvl="6" marL="0" algn="r">
              <a:spcBef>
                <a:spcPts val="0"/>
              </a:spcBef>
              <a:spcAft>
                <a:spcPts val="0"/>
              </a:spcAft>
              <a:buNone/>
              <a:defRPr b="0" sz="1400">
                <a:solidFill>
                  <a:schemeClr val="dk1"/>
                </a:solidFill>
                <a:latin typeface="Tahoma"/>
                <a:ea typeface="Tahoma"/>
                <a:cs typeface="Tahoma"/>
                <a:sym typeface="Tahoma"/>
              </a:defRPr>
            </a:lvl7pPr>
            <a:lvl8pPr indent="0" lvl="7" marL="0" algn="r">
              <a:spcBef>
                <a:spcPts val="0"/>
              </a:spcBef>
              <a:spcAft>
                <a:spcPts val="0"/>
              </a:spcAft>
              <a:buNone/>
              <a:defRPr b="0" sz="1400">
                <a:solidFill>
                  <a:schemeClr val="dk1"/>
                </a:solidFill>
                <a:latin typeface="Tahoma"/>
                <a:ea typeface="Tahoma"/>
                <a:cs typeface="Tahoma"/>
                <a:sym typeface="Tahoma"/>
              </a:defRPr>
            </a:lvl8pPr>
            <a:lvl9pPr indent="0" lvl="8" marL="0" algn="r">
              <a:spcBef>
                <a:spcPts val="0"/>
              </a:spcBef>
              <a:spcAft>
                <a:spcPts val="0"/>
              </a:spcAft>
              <a:buNone/>
              <a:defRPr b="0"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55"/>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69" name="Google Shape;69;p55"/>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5"/>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sz="1400">
                <a:solidFill>
                  <a:schemeClr val="dk1"/>
                </a:solidFill>
                <a:latin typeface="Tahoma"/>
                <a:ea typeface="Tahoma"/>
                <a:cs typeface="Tahoma"/>
                <a:sym typeface="Tahoma"/>
              </a:defRPr>
            </a:lvl1pPr>
            <a:lvl2pPr indent="0" lvl="1" marL="0" algn="r">
              <a:spcBef>
                <a:spcPts val="0"/>
              </a:spcBef>
              <a:spcAft>
                <a:spcPts val="0"/>
              </a:spcAft>
              <a:buNone/>
              <a:defRPr b="0" sz="1400">
                <a:solidFill>
                  <a:schemeClr val="dk1"/>
                </a:solidFill>
                <a:latin typeface="Tahoma"/>
                <a:ea typeface="Tahoma"/>
                <a:cs typeface="Tahoma"/>
                <a:sym typeface="Tahoma"/>
              </a:defRPr>
            </a:lvl2pPr>
            <a:lvl3pPr indent="0" lvl="2" marL="0" algn="r">
              <a:spcBef>
                <a:spcPts val="0"/>
              </a:spcBef>
              <a:spcAft>
                <a:spcPts val="0"/>
              </a:spcAft>
              <a:buNone/>
              <a:defRPr b="0" sz="1400">
                <a:solidFill>
                  <a:schemeClr val="dk1"/>
                </a:solidFill>
                <a:latin typeface="Tahoma"/>
                <a:ea typeface="Tahoma"/>
                <a:cs typeface="Tahoma"/>
                <a:sym typeface="Tahoma"/>
              </a:defRPr>
            </a:lvl3pPr>
            <a:lvl4pPr indent="0" lvl="3" marL="0" algn="r">
              <a:spcBef>
                <a:spcPts val="0"/>
              </a:spcBef>
              <a:spcAft>
                <a:spcPts val="0"/>
              </a:spcAft>
              <a:buNone/>
              <a:defRPr b="0" sz="1400">
                <a:solidFill>
                  <a:schemeClr val="dk1"/>
                </a:solidFill>
                <a:latin typeface="Tahoma"/>
                <a:ea typeface="Tahoma"/>
                <a:cs typeface="Tahoma"/>
                <a:sym typeface="Tahoma"/>
              </a:defRPr>
            </a:lvl4pPr>
            <a:lvl5pPr indent="0" lvl="4" marL="0" algn="r">
              <a:spcBef>
                <a:spcPts val="0"/>
              </a:spcBef>
              <a:spcAft>
                <a:spcPts val="0"/>
              </a:spcAft>
              <a:buNone/>
              <a:defRPr b="0" sz="1400">
                <a:solidFill>
                  <a:schemeClr val="dk1"/>
                </a:solidFill>
                <a:latin typeface="Tahoma"/>
                <a:ea typeface="Tahoma"/>
                <a:cs typeface="Tahoma"/>
                <a:sym typeface="Tahoma"/>
              </a:defRPr>
            </a:lvl5pPr>
            <a:lvl6pPr indent="0" lvl="5" marL="0" algn="r">
              <a:spcBef>
                <a:spcPts val="0"/>
              </a:spcBef>
              <a:spcAft>
                <a:spcPts val="0"/>
              </a:spcAft>
              <a:buNone/>
              <a:defRPr b="0" sz="1400">
                <a:solidFill>
                  <a:schemeClr val="dk1"/>
                </a:solidFill>
                <a:latin typeface="Tahoma"/>
                <a:ea typeface="Tahoma"/>
                <a:cs typeface="Tahoma"/>
                <a:sym typeface="Tahoma"/>
              </a:defRPr>
            </a:lvl6pPr>
            <a:lvl7pPr indent="0" lvl="6" marL="0" algn="r">
              <a:spcBef>
                <a:spcPts val="0"/>
              </a:spcBef>
              <a:spcAft>
                <a:spcPts val="0"/>
              </a:spcAft>
              <a:buNone/>
              <a:defRPr b="0" sz="1400">
                <a:solidFill>
                  <a:schemeClr val="dk1"/>
                </a:solidFill>
                <a:latin typeface="Tahoma"/>
                <a:ea typeface="Tahoma"/>
                <a:cs typeface="Tahoma"/>
                <a:sym typeface="Tahoma"/>
              </a:defRPr>
            </a:lvl7pPr>
            <a:lvl8pPr indent="0" lvl="7" marL="0" algn="r">
              <a:spcBef>
                <a:spcPts val="0"/>
              </a:spcBef>
              <a:spcAft>
                <a:spcPts val="0"/>
              </a:spcAft>
              <a:buNone/>
              <a:defRPr b="0" sz="1400">
                <a:solidFill>
                  <a:schemeClr val="dk1"/>
                </a:solidFill>
                <a:latin typeface="Tahoma"/>
                <a:ea typeface="Tahoma"/>
                <a:cs typeface="Tahoma"/>
                <a:sym typeface="Tahoma"/>
              </a:defRPr>
            </a:lvl8pPr>
            <a:lvl9pPr indent="0" lvl="8" marL="0" algn="r">
              <a:spcBef>
                <a:spcPts val="0"/>
              </a:spcBef>
              <a:spcAft>
                <a:spcPts val="0"/>
              </a:spcAft>
              <a:buNone/>
              <a:defRPr b="0"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1" name="Shape 71"/>
        <p:cNvGrpSpPr/>
        <p:nvPr/>
      </p:nvGrpSpPr>
      <p:grpSpPr>
        <a:xfrm>
          <a:off x="0" y="0"/>
          <a:ext cx="0" cy="0"/>
          <a:chOff x="0" y="0"/>
          <a:chExt cx="0" cy="0"/>
        </a:xfrm>
      </p:grpSpPr>
      <p:sp>
        <p:nvSpPr>
          <p:cNvPr id="72" name="Google Shape;72;p56"/>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3" name="Google Shape;73;p56"/>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74" name="Google Shape;74;p56"/>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75" name="Google Shape;75;p56"/>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6"/>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sz="1400">
                <a:solidFill>
                  <a:schemeClr val="dk1"/>
                </a:solidFill>
                <a:latin typeface="Tahoma"/>
                <a:ea typeface="Tahoma"/>
                <a:cs typeface="Tahoma"/>
                <a:sym typeface="Tahoma"/>
              </a:defRPr>
            </a:lvl1pPr>
            <a:lvl2pPr indent="0" lvl="1" marL="0" algn="r">
              <a:spcBef>
                <a:spcPts val="0"/>
              </a:spcBef>
              <a:spcAft>
                <a:spcPts val="0"/>
              </a:spcAft>
              <a:buNone/>
              <a:defRPr b="0" sz="1400">
                <a:solidFill>
                  <a:schemeClr val="dk1"/>
                </a:solidFill>
                <a:latin typeface="Tahoma"/>
                <a:ea typeface="Tahoma"/>
                <a:cs typeface="Tahoma"/>
                <a:sym typeface="Tahoma"/>
              </a:defRPr>
            </a:lvl2pPr>
            <a:lvl3pPr indent="0" lvl="2" marL="0" algn="r">
              <a:spcBef>
                <a:spcPts val="0"/>
              </a:spcBef>
              <a:spcAft>
                <a:spcPts val="0"/>
              </a:spcAft>
              <a:buNone/>
              <a:defRPr b="0" sz="1400">
                <a:solidFill>
                  <a:schemeClr val="dk1"/>
                </a:solidFill>
                <a:latin typeface="Tahoma"/>
                <a:ea typeface="Tahoma"/>
                <a:cs typeface="Tahoma"/>
                <a:sym typeface="Tahoma"/>
              </a:defRPr>
            </a:lvl3pPr>
            <a:lvl4pPr indent="0" lvl="3" marL="0" algn="r">
              <a:spcBef>
                <a:spcPts val="0"/>
              </a:spcBef>
              <a:spcAft>
                <a:spcPts val="0"/>
              </a:spcAft>
              <a:buNone/>
              <a:defRPr b="0" sz="1400">
                <a:solidFill>
                  <a:schemeClr val="dk1"/>
                </a:solidFill>
                <a:latin typeface="Tahoma"/>
                <a:ea typeface="Tahoma"/>
                <a:cs typeface="Tahoma"/>
                <a:sym typeface="Tahoma"/>
              </a:defRPr>
            </a:lvl4pPr>
            <a:lvl5pPr indent="0" lvl="4" marL="0" algn="r">
              <a:spcBef>
                <a:spcPts val="0"/>
              </a:spcBef>
              <a:spcAft>
                <a:spcPts val="0"/>
              </a:spcAft>
              <a:buNone/>
              <a:defRPr b="0" sz="1400">
                <a:solidFill>
                  <a:schemeClr val="dk1"/>
                </a:solidFill>
                <a:latin typeface="Tahoma"/>
                <a:ea typeface="Tahoma"/>
                <a:cs typeface="Tahoma"/>
                <a:sym typeface="Tahoma"/>
              </a:defRPr>
            </a:lvl5pPr>
            <a:lvl6pPr indent="0" lvl="5" marL="0" algn="r">
              <a:spcBef>
                <a:spcPts val="0"/>
              </a:spcBef>
              <a:spcAft>
                <a:spcPts val="0"/>
              </a:spcAft>
              <a:buNone/>
              <a:defRPr b="0" sz="1400">
                <a:solidFill>
                  <a:schemeClr val="dk1"/>
                </a:solidFill>
                <a:latin typeface="Tahoma"/>
                <a:ea typeface="Tahoma"/>
                <a:cs typeface="Tahoma"/>
                <a:sym typeface="Tahoma"/>
              </a:defRPr>
            </a:lvl6pPr>
            <a:lvl7pPr indent="0" lvl="6" marL="0" algn="r">
              <a:spcBef>
                <a:spcPts val="0"/>
              </a:spcBef>
              <a:spcAft>
                <a:spcPts val="0"/>
              </a:spcAft>
              <a:buNone/>
              <a:defRPr b="0" sz="1400">
                <a:solidFill>
                  <a:schemeClr val="dk1"/>
                </a:solidFill>
                <a:latin typeface="Tahoma"/>
                <a:ea typeface="Tahoma"/>
                <a:cs typeface="Tahoma"/>
                <a:sym typeface="Tahoma"/>
              </a:defRPr>
            </a:lvl7pPr>
            <a:lvl8pPr indent="0" lvl="7" marL="0" algn="r">
              <a:spcBef>
                <a:spcPts val="0"/>
              </a:spcBef>
              <a:spcAft>
                <a:spcPts val="0"/>
              </a:spcAft>
              <a:buNone/>
              <a:defRPr b="0" sz="1400">
                <a:solidFill>
                  <a:schemeClr val="dk1"/>
                </a:solidFill>
                <a:latin typeface="Tahoma"/>
                <a:ea typeface="Tahoma"/>
                <a:cs typeface="Tahoma"/>
                <a:sym typeface="Tahoma"/>
              </a:defRPr>
            </a:lvl8pPr>
            <a:lvl9pPr indent="0" lvl="8" marL="0" algn="r">
              <a:spcBef>
                <a:spcPts val="0"/>
              </a:spcBef>
              <a:spcAft>
                <a:spcPts val="0"/>
              </a:spcAft>
              <a:buNone/>
              <a:defRPr b="0"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7" name="Shape 77"/>
        <p:cNvGrpSpPr/>
        <p:nvPr/>
      </p:nvGrpSpPr>
      <p:grpSpPr>
        <a:xfrm>
          <a:off x="0" y="0"/>
          <a:ext cx="0" cy="0"/>
          <a:chOff x="0" y="0"/>
          <a:chExt cx="0" cy="0"/>
        </a:xfrm>
      </p:grpSpPr>
      <p:sp>
        <p:nvSpPr>
          <p:cNvPr id="78" name="Google Shape;78;p57"/>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79" name="Google Shape;79;p57"/>
          <p:cNvSpPr/>
          <p:nvPr>
            <p:ph idx="2" type="pic"/>
          </p:nvPr>
        </p:nvSpPr>
        <p:spPr>
          <a:xfrm>
            <a:off x="3887788" y="987425"/>
            <a:ext cx="4629150" cy="4873625"/>
          </a:xfrm>
          <a:prstGeom prst="rect">
            <a:avLst/>
          </a:prstGeom>
          <a:noFill/>
          <a:ln>
            <a:noFill/>
          </a:ln>
        </p:spPr>
      </p:sp>
      <p:sp>
        <p:nvSpPr>
          <p:cNvPr id="80" name="Google Shape;80;p57"/>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81" name="Google Shape;81;p57"/>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7"/>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sz="1400">
                <a:solidFill>
                  <a:schemeClr val="dk1"/>
                </a:solidFill>
                <a:latin typeface="Tahoma"/>
                <a:ea typeface="Tahoma"/>
                <a:cs typeface="Tahoma"/>
                <a:sym typeface="Tahoma"/>
              </a:defRPr>
            </a:lvl1pPr>
            <a:lvl2pPr indent="0" lvl="1" marL="0" algn="r">
              <a:spcBef>
                <a:spcPts val="0"/>
              </a:spcBef>
              <a:spcAft>
                <a:spcPts val="0"/>
              </a:spcAft>
              <a:buNone/>
              <a:defRPr b="0" sz="1400">
                <a:solidFill>
                  <a:schemeClr val="dk1"/>
                </a:solidFill>
                <a:latin typeface="Tahoma"/>
                <a:ea typeface="Tahoma"/>
                <a:cs typeface="Tahoma"/>
                <a:sym typeface="Tahoma"/>
              </a:defRPr>
            </a:lvl2pPr>
            <a:lvl3pPr indent="0" lvl="2" marL="0" algn="r">
              <a:spcBef>
                <a:spcPts val="0"/>
              </a:spcBef>
              <a:spcAft>
                <a:spcPts val="0"/>
              </a:spcAft>
              <a:buNone/>
              <a:defRPr b="0" sz="1400">
                <a:solidFill>
                  <a:schemeClr val="dk1"/>
                </a:solidFill>
                <a:latin typeface="Tahoma"/>
                <a:ea typeface="Tahoma"/>
                <a:cs typeface="Tahoma"/>
                <a:sym typeface="Tahoma"/>
              </a:defRPr>
            </a:lvl3pPr>
            <a:lvl4pPr indent="0" lvl="3" marL="0" algn="r">
              <a:spcBef>
                <a:spcPts val="0"/>
              </a:spcBef>
              <a:spcAft>
                <a:spcPts val="0"/>
              </a:spcAft>
              <a:buNone/>
              <a:defRPr b="0" sz="1400">
                <a:solidFill>
                  <a:schemeClr val="dk1"/>
                </a:solidFill>
                <a:latin typeface="Tahoma"/>
                <a:ea typeface="Tahoma"/>
                <a:cs typeface="Tahoma"/>
                <a:sym typeface="Tahoma"/>
              </a:defRPr>
            </a:lvl4pPr>
            <a:lvl5pPr indent="0" lvl="4" marL="0" algn="r">
              <a:spcBef>
                <a:spcPts val="0"/>
              </a:spcBef>
              <a:spcAft>
                <a:spcPts val="0"/>
              </a:spcAft>
              <a:buNone/>
              <a:defRPr b="0" sz="1400">
                <a:solidFill>
                  <a:schemeClr val="dk1"/>
                </a:solidFill>
                <a:latin typeface="Tahoma"/>
                <a:ea typeface="Tahoma"/>
                <a:cs typeface="Tahoma"/>
                <a:sym typeface="Tahoma"/>
              </a:defRPr>
            </a:lvl5pPr>
            <a:lvl6pPr indent="0" lvl="5" marL="0" algn="r">
              <a:spcBef>
                <a:spcPts val="0"/>
              </a:spcBef>
              <a:spcAft>
                <a:spcPts val="0"/>
              </a:spcAft>
              <a:buNone/>
              <a:defRPr b="0" sz="1400">
                <a:solidFill>
                  <a:schemeClr val="dk1"/>
                </a:solidFill>
                <a:latin typeface="Tahoma"/>
                <a:ea typeface="Tahoma"/>
                <a:cs typeface="Tahoma"/>
                <a:sym typeface="Tahoma"/>
              </a:defRPr>
            </a:lvl6pPr>
            <a:lvl7pPr indent="0" lvl="6" marL="0" algn="r">
              <a:spcBef>
                <a:spcPts val="0"/>
              </a:spcBef>
              <a:spcAft>
                <a:spcPts val="0"/>
              </a:spcAft>
              <a:buNone/>
              <a:defRPr b="0" sz="1400">
                <a:solidFill>
                  <a:schemeClr val="dk1"/>
                </a:solidFill>
                <a:latin typeface="Tahoma"/>
                <a:ea typeface="Tahoma"/>
                <a:cs typeface="Tahoma"/>
                <a:sym typeface="Tahoma"/>
              </a:defRPr>
            </a:lvl7pPr>
            <a:lvl8pPr indent="0" lvl="7" marL="0" algn="r">
              <a:spcBef>
                <a:spcPts val="0"/>
              </a:spcBef>
              <a:spcAft>
                <a:spcPts val="0"/>
              </a:spcAft>
              <a:buNone/>
              <a:defRPr b="0" sz="1400">
                <a:solidFill>
                  <a:schemeClr val="dk1"/>
                </a:solidFill>
                <a:latin typeface="Tahoma"/>
                <a:ea typeface="Tahoma"/>
                <a:cs typeface="Tahoma"/>
                <a:sym typeface="Tahoma"/>
              </a:defRPr>
            </a:lvl8pPr>
            <a:lvl9pPr indent="0" lvl="8" marL="0" algn="r">
              <a:spcBef>
                <a:spcPts val="0"/>
              </a:spcBef>
              <a:spcAft>
                <a:spcPts val="0"/>
              </a:spcAft>
              <a:buNone/>
              <a:defRPr b="0"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58"/>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85" name="Google Shape;85;p58"/>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86" name="Google Shape;86;p58"/>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8"/>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sz="1400">
                <a:solidFill>
                  <a:schemeClr val="dk1"/>
                </a:solidFill>
                <a:latin typeface="Tahoma"/>
                <a:ea typeface="Tahoma"/>
                <a:cs typeface="Tahoma"/>
                <a:sym typeface="Tahoma"/>
              </a:defRPr>
            </a:lvl1pPr>
            <a:lvl2pPr indent="0" lvl="1" marL="0" algn="r">
              <a:spcBef>
                <a:spcPts val="0"/>
              </a:spcBef>
              <a:spcAft>
                <a:spcPts val="0"/>
              </a:spcAft>
              <a:buNone/>
              <a:defRPr b="0" sz="1400">
                <a:solidFill>
                  <a:schemeClr val="dk1"/>
                </a:solidFill>
                <a:latin typeface="Tahoma"/>
                <a:ea typeface="Tahoma"/>
                <a:cs typeface="Tahoma"/>
                <a:sym typeface="Tahoma"/>
              </a:defRPr>
            </a:lvl2pPr>
            <a:lvl3pPr indent="0" lvl="2" marL="0" algn="r">
              <a:spcBef>
                <a:spcPts val="0"/>
              </a:spcBef>
              <a:spcAft>
                <a:spcPts val="0"/>
              </a:spcAft>
              <a:buNone/>
              <a:defRPr b="0" sz="1400">
                <a:solidFill>
                  <a:schemeClr val="dk1"/>
                </a:solidFill>
                <a:latin typeface="Tahoma"/>
                <a:ea typeface="Tahoma"/>
                <a:cs typeface="Tahoma"/>
                <a:sym typeface="Tahoma"/>
              </a:defRPr>
            </a:lvl3pPr>
            <a:lvl4pPr indent="0" lvl="3" marL="0" algn="r">
              <a:spcBef>
                <a:spcPts val="0"/>
              </a:spcBef>
              <a:spcAft>
                <a:spcPts val="0"/>
              </a:spcAft>
              <a:buNone/>
              <a:defRPr b="0" sz="1400">
                <a:solidFill>
                  <a:schemeClr val="dk1"/>
                </a:solidFill>
                <a:latin typeface="Tahoma"/>
                <a:ea typeface="Tahoma"/>
                <a:cs typeface="Tahoma"/>
                <a:sym typeface="Tahoma"/>
              </a:defRPr>
            </a:lvl4pPr>
            <a:lvl5pPr indent="0" lvl="4" marL="0" algn="r">
              <a:spcBef>
                <a:spcPts val="0"/>
              </a:spcBef>
              <a:spcAft>
                <a:spcPts val="0"/>
              </a:spcAft>
              <a:buNone/>
              <a:defRPr b="0" sz="1400">
                <a:solidFill>
                  <a:schemeClr val="dk1"/>
                </a:solidFill>
                <a:latin typeface="Tahoma"/>
                <a:ea typeface="Tahoma"/>
                <a:cs typeface="Tahoma"/>
                <a:sym typeface="Tahoma"/>
              </a:defRPr>
            </a:lvl5pPr>
            <a:lvl6pPr indent="0" lvl="5" marL="0" algn="r">
              <a:spcBef>
                <a:spcPts val="0"/>
              </a:spcBef>
              <a:spcAft>
                <a:spcPts val="0"/>
              </a:spcAft>
              <a:buNone/>
              <a:defRPr b="0" sz="1400">
                <a:solidFill>
                  <a:schemeClr val="dk1"/>
                </a:solidFill>
                <a:latin typeface="Tahoma"/>
                <a:ea typeface="Tahoma"/>
                <a:cs typeface="Tahoma"/>
                <a:sym typeface="Tahoma"/>
              </a:defRPr>
            </a:lvl6pPr>
            <a:lvl7pPr indent="0" lvl="6" marL="0" algn="r">
              <a:spcBef>
                <a:spcPts val="0"/>
              </a:spcBef>
              <a:spcAft>
                <a:spcPts val="0"/>
              </a:spcAft>
              <a:buNone/>
              <a:defRPr b="0" sz="1400">
                <a:solidFill>
                  <a:schemeClr val="dk1"/>
                </a:solidFill>
                <a:latin typeface="Tahoma"/>
                <a:ea typeface="Tahoma"/>
                <a:cs typeface="Tahoma"/>
                <a:sym typeface="Tahoma"/>
              </a:defRPr>
            </a:lvl7pPr>
            <a:lvl8pPr indent="0" lvl="7" marL="0" algn="r">
              <a:spcBef>
                <a:spcPts val="0"/>
              </a:spcBef>
              <a:spcAft>
                <a:spcPts val="0"/>
              </a:spcAft>
              <a:buNone/>
              <a:defRPr b="0" sz="1400">
                <a:solidFill>
                  <a:schemeClr val="dk1"/>
                </a:solidFill>
                <a:latin typeface="Tahoma"/>
                <a:ea typeface="Tahoma"/>
                <a:cs typeface="Tahoma"/>
                <a:sym typeface="Tahoma"/>
              </a:defRPr>
            </a:lvl8pPr>
            <a:lvl9pPr indent="0" lvl="8" marL="0" algn="r">
              <a:spcBef>
                <a:spcPts val="0"/>
              </a:spcBef>
              <a:spcAft>
                <a:spcPts val="0"/>
              </a:spcAft>
              <a:buNone/>
              <a:defRPr b="0"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59"/>
          <p:cNvSpPr txBox="1"/>
          <p:nvPr>
            <p:ph type="title"/>
          </p:nvPr>
        </p:nvSpPr>
        <p:spPr>
          <a:xfrm rot="5400000">
            <a:off x="4623594" y="2285207"/>
            <a:ext cx="5811838" cy="19716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1pPr>
            <a:lvl2pPr lvl="1"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2pPr>
            <a:lvl3pPr lvl="2"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3pPr>
            <a:lvl4pPr lvl="3"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4pPr>
            <a:lvl5pPr lvl="4"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5pPr>
            <a:lvl6pPr lvl="5"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6pPr>
            <a:lvl7pPr lvl="6"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7pPr>
            <a:lvl8pPr lvl="7"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8pPr>
            <a:lvl9pPr lvl="8" marR="0" rtl="0" algn="l">
              <a:spcBef>
                <a:spcPts val="0"/>
              </a:spcBef>
              <a:spcAft>
                <a:spcPts val="0"/>
              </a:spcAft>
              <a:buSzPts val="1400"/>
              <a:buNone/>
              <a:defRPr b="0" i="0" sz="4400" u="none" cap="none" strike="noStrike">
                <a:solidFill>
                  <a:schemeClr val="dk2"/>
                </a:solidFill>
                <a:latin typeface="Tahoma"/>
                <a:ea typeface="Tahoma"/>
                <a:cs typeface="Tahoma"/>
                <a:sym typeface="Tahoma"/>
              </a:defRPr>
            </a:lvl9pPr>
          </a:lstStyle>
          <a:p/>
        </p:txBody>
      </p:sp>
      <p:sp>
        <p:nvSpPr>
          <p:cNvPr id="90" name="Google Shape;90;p59"/>
          <p:cNvSpPr txBox="1"/>
          <p:nvPr>
            <p:ph idx="1" type="body"/>
          </p:nvPr>
        </p:nvSpPr>
        <p:spPr>
          <a:xfrm rot="5400000">
            <a:off x="604044" y="389731"/>
            <a:ext cx="5811838" cy="5762625"/>
          </a:xfrm>
          <a:prstGeom prst="rect">
            <a:avLst/>
          </a:prstGeom>
          <a:noFill/>
          <a:ln>
            <a:noFill/>
          </a:ln>
        </p:spPr>
        <p:txBody>
          <a:bodyPr anchorCtr="0" anchor="t" bIns="45700" lIns="91425" spcFirstLastPara="1" rIns="91425" wrap="square" tIns="45700">
            <a:noAutofit/>
          </a:bodyPr>
          <a:lstStyle>
            <a:lvl1pPr indent="-350520" lvl="0" marL="457200" marR="0" rtl="0" algn="l">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91" name="Google Shape;91;p59"/>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59"/>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algn="r">
              <a:spcBef>
                <a:spcPts val="0"/>
              </a:spcBef>
              <a:spcAft>
                <a:spcPts val="0"/>
              </a:spcAft>
              <a:buNone/>
              <a:defRPr b="0" sz="1400">
                <a:solidFill>
                  <a:schemeClr val="dk1"/>
                </a:solidFill>
                <a:latin typeface="Tahoma"/>
                <a:ea typeface="Tahoma"/>
                <a:cs typeface="Tahoma"/>
                <a:sym typeface="Tahoma"/>
              </a:defRPr>
            </a:lvl1pPr>
            <a:lvl2pPr indent="0" lvl="1" marL="0" algn="r">
              <a:spcBef>
                <a:spcPts val="0"/>
              </a:spcBef>
              <a:spcAft>
                <a:spcPts val="0"/>
              </a:spcAft>
              <a:buNone/>
              <a:defRPr b="0" sz="1400">
                <a:solidFill>
                  <a:schemeClr val="dk1"/>
                </a:solidFill>
                <a:latin typeface="Tahoma"/>
                <a:ea typeface="Tahoma"/>
                <a:cs typeface="Tahoma"/>
                <a:sym typeface="Tahoma"/>
              </a:defRPr>
            </a:lvl2pPr>
            <a:lvl3pPr indent="0" lvl="2" marL="0" algn="r">
              <a:spcBef>
                <a:spcPts val="0"/>
              </a:spcBef>
              <a:spcAft>
                <a:spcPts val="0"/>
              </a:spcAft>
              <a:buNone/>
              <a:defRPr b="0" sz="1400">
                <a:solidFill>
                  <a:schemeClr val="dk1"/>
                </a:solidFill>
                <a:latin typeface="Tahoma"/>
                <a:ea typeface="Tahoma"/>
                <a:cs typeface="Tahoma"/>
                <a:sym typeface="Tahoma"/>
              </a:defRPr>
            </a:lvl3pPr>
            <a:lvl4pPr indent="0" lvl="3" marL="0" algn="r">
              <a:spcBef>
                <a:spcPts val="0"/>
              </a:spcBef>
              <a:spcAft>
                <a:spcPts val="0"/>
              </a:spcAft>
              <a:buNone/>
              <a:defRPr b="0" sz="1400">
                <a:solidFill>
                  <a:schemeClr val="dk1"/>
                </a:solidFill>
                <a:latin typeface="Tahoma"/>
                <a:ea typeface="Tahoma"/>
                <a:cs typeface="Tahoma"/>
                <a:sym typeface="Tahoma"/>
              </a:defRPr>
            </a:lvl4pPr>
            <a:lvl5pPr indent="0" lvl="4" marL="0" algn="r">
              <a:spcBef>
                <a:spcPts val="0"/>
              </a:spcBef>
              <a:spcAft>
                <a:spcPts val="0"/>
              </a:spcAft>
              <a:buNone/>
              <a:defRPr b="0" sz="1400">
                <a:solidFill>
                  <a:schemeClr val="dk1"/>
                </a:solidFill>
                <a:latin typeface="Tahoma"/>
                <a:ea typeface="Tahoma"/>
                <a:cs typeface="Tahoma"/>
                <a:sym typeface="Tahoma"/>
              </a:defRPr>
            </a:lvl5pPr>
            <a:lvl6pPr indent="0" lvl="5" marL="0" algn="r">
              <a:spcBef>
                <a:spcPts val="0"/>
              </a:spcBef>
              <a:spcAft>
                <a:spcPts val="0"/>
              </a:spcAft>
              <a:buNone/>
              <a:defRPr b="0" sz="1400">
                <a:solidFill>
                  <a:schemeClr val="dk1"/>
                </a:solidFill>
                <a:latin typeface="Tahoma"/>
                <a:ea typeface="Tahoma"/>
                <a:cs typeface="Tahoma"/>
                <a:sym typeface="Tahoma"/>
              </a:defRPr>
            </a:lvl6pPr>
            <a:lvl7pPr indent="0" lvl="6" marL="0" algn="r">
              <a:spcBef>
                <a:spcPts val="0"/>
              </a:spcBef>
              <a:spcAft>
                <a:spcPts val="0"/>
              </a:spcAft>
              <a:buNone/>
              <a:defRPr b="0" sz="1400">
                <a:solidFill>
                  <a:schemeClr val="dk1"/>
                </a:solidFill>
                <a:latin typeface="Tahoma"/>
                <a:ea typeface="Tahoma"/>
                <a:cs typeface="Tahoma"/>
                <a:sym typeface="Tahoma"/>
              </a:defRPr>
            </a:lvl7pPr>
            <a:lvl8pPr indent="0" lvl="7" marL="0" algn="r">
              <a:spcBef>
                <a:spcPts val="0"/>
              </a:spcBef>
              <a:spcAft>
                <a:spcPts val="0"/>
              </a:spcAft>
              <a:buNone/>
              <a:defRPr b="0" sz="1400">
                <a:solidFill>
                  <a:schemeClr val="dk1"/>
                </a:solidFill>
                <a:latin typeface="Tahoma"/>
                <a:ea typeface="Tahoma"/>
                <a:cs typeface="Tahoma"/>
                <a:sym typeface="Tahoma"/>
              </a:defRPr>
            </a:lvl8pPr>
            <a:lvl9pPr indent="0" lvl="8" marL="0" algn="r">
              <a:spcBef>
                <a:spcPts val="0"/>
              </a:spcBef>
              <a:spcAft>
                <a:spcPts val="0"/>
              </a:spcAft>
              <a:buNone/>
              <a:defRPr b="0"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6"/>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1" i="0" sz="1800" u="none" cap="none" strike="noStrike">
                <a:solidFill>
                  <a:schemeClr val="dk1"/>
                </a:solidFill>
                <a:latin typeface="Tahoma"/>
                <a:ea typeface="Tahoma"/>
                <a:cs typeface="Tahoma"/>
                <a:sym typeface="Tahoma"/>
              </a:defRPr>
            </a:lvl9pPr>
          </a:lstStyle>
          <a:p/>
        </p:txBody>
      </p:sp>
      <p:sp>
        <p:nvSpPr>
          <p:cNvPr id="11" name="Google Shape;11;p46"/>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Tahoma"/>
                <a:ea typeface="Tahoma"/>
                <a:cs typeface="Tahoma"/>
                <a:sym typeface="Tahoma"/>
              </a:defRPr>
            </a:lvl1pPr>
            <a:lvl2pPr indent="0" lvl="1" marL="0" marR="0" rtl="0" algn="r">
              <a:spcBef>
                <a:spcPts val="0"/>
              </a:spcBef>
              <a:spcAft>
                <a:spcPts val="0"/>
              </a:spcAft>
              <a:buNone/>
              <a:defRPr b="0" i="0" sz="1400" u="none" cap="none" strike="noStrike">
                <a:solidFill>
                  <a:schemeClr val="dk1"/>
                </a:solidFill>
                <a:latin typeface="Tahoma"/>
                <a:ea typeface="Tahoma"/>
                <a:cs typeface="Tahoma"/>
                <a:sym typeface="Tahoma"/>
              </a:defRPr>
            </a:lvl2pPr>
            <a:lvl3pPr indent="0" lvl="2" marL="0" marR="0" rtl="0" algn="r">
              <a:spcBef>
                <a:spcPts val="0"/>
              </a:spcBef>
              <a:spcAft>
                <a:spcPts val="0"/>
              </a:spcAft>
              <a:buNone/>
              <a:defRPr b="0" i="0" sz="1400" u="none" cap="none" strike="noStrike">
                <a:solidFill>
                  <a:schemeClr val="dk1"/>
                </a:solidFill>
                <a:latin typeface="Tahoma"/>
                <a:ea typeface="Tahoma"/>
                <a:cs typeface="Tahoma"/>
                <a:sym typeface="Tahoma"/>
              </a:defRPr>
            </a:lvl3pPr>
            <a:lvl4pPr indent="0" lvl="3" marL="0" marR="0" rtl="0" algn="r">
              <a:spcBef>
                <a:spcPts val="0"/>
              </a:spcBef>
              <a:spcAft>
                <a:spcPts val="0"/>
              </a:spcAft>
              <a:buNone/>
              <a:defRPr b="0" i="0" sz="1400" u="none" cap="none" strike="noStrike">
                <a:solidFill>
                  <a:schemeClr val="dk1"/>
                </a:solidFill>
                <a:latin typeface="Tahoma"/>
                <a:ea typeface="Tahoma"/>
                <a:cs typeface="Tahoma"/>
                <a:sym typeface="Tahoma"/>
              </a:defRPr>
            </a:lvl4pPr>
            <a:lvl5pPr indent="0" lvl="4" marL="0" marR="0" rtl="0" algn="r">
              <a:spcBef>
                <a:spcPts val="0"/>
              </a:spcBef>
              <a:spcAft>
                <a:spcPts val="0"/>
              </a:spcAft>
              <a:buNone/>
              <a:defRPr b="0" i="0" sz="1400" u="none" cap="none" strike="noStrike">
                <a:solidFill>
                  <a:schemeClr val="dk1"/>
                </a:solidFill>
                <a:latin typeface="Tahoma"/>
                <a:ea typeface="Tahoma"/>
                <a:cs typeface="Tahoma"/>
                <a:sym typeface="Tahoma"/>
              </a:defRPr>
            </a:lvl5pPr>
            <a:lvl6pPr indent="0" lvl="5" marL="0" marR="0" rtl="0" algn="r">
              <a:spcBef>
                <a:spcPts val="0"/>
              </a:spcBef>
              <a:spcAft>
                <a:spcPts val="0"/>
              </a:spcAft>
              <a:buNone/>
              <a:defRPr b="0" i="0" sz="1400" u="none" cap="none" strike="noStrike">
                <a:solidFill>
                  <a:schemeClr val="dk1"/>
                </a:solidFill>
                <a:latin typeface="Tahoma"/>
                <a:ea typeface="Tahoma"/>
                <a:cs typeface="Tahoma"/>
                <a:sym typeface="Tahoma"/>
              </a:defRPr>
            </a:lvl6pPr>
            <a:lvl7pPr indent="0" lvl="6" marL="0" marR="0" rtl="0" algn="r">
              <a:spcBef>
                <a:spcPts val="0"/>
              </a:spcBef>
              <a:spcAft>
                <a:spcPts val="0"/>
              </a:spcAft>
              <a:buNone/>
              <a:defRPr b="0" i="0" sz="1400" u="none" cap="none" strike="noStrike">
                <a:solidFill>
                  <a:schemeClr val="dk1"/>
                </a:solidFill>
                <a:latin typeface="Tahoma"/>
                <a:ea typeface="Tahoma"/>
                <a:cs typeface="Tahoma"/>
                <a:sym typeface="Tahoma"/>
              </a:defRPr>
            </a:lvl7pPr>
            <a:lvl8pPr indent="0" lvl="7" marL="0" marR="0" rtl="0" algn="r">
              <a:spcBef>
                <a:spcPts val="0"/>
              </a:spcBef>
              <a:spcAft>
                <a:spcPts val="0"/>
              </a:spcAft>
              <a:buNone/>
              <a:defRPr b="0" i="0" sz="1400" u="none" cap="none" strike="noStrike">
                <a:solidFill>
                  <a:schemeClr val="dk1"/>
                </a:solidFill>
                <a:latin typeface="Tahoma"/>
                <a:ea typeface="Tahoma"/>
                <a:cs typeface="Tahoma"/>
                <a:sym typeface="Tahoma"/>
              </a:defRPr>
            </a:lvl8pPr>
            <a:lvl9pPr indent="0" lvl="8" marL="0" marR="0" rtl="0" algn="r">
              <a:spcBef>
                <a:spcPts val="0"/>
              </a:spcBef>
              <a:spcAft>
                <a:spcPts val="0"/>
              </a:spcAft>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3.png"/><Relationship Id="rId4" Type="http://schemas.openxmlformats.org/officeDocument/2006/relationships/image" Target="../media/image44.png"/><Relationship Id="rId5"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15.png"/><Relationship Id="rId12" Type="http://schemas.openxmlformats.org/officeDocument/2006/relationships/image" Target="../media/image22.png"/><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60.png"/><Relationship Id="rId9" Type="http://schemas.openxmlformats.org/officeDocument/2006/relationships/image" Target="../media/image3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21.png"/><Relationship Id="rId8"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32.png"/><Relationship Id="rId12" Type="http://schemas.openxmlformats.org/officeDocument/2006/relationships/image" Target="../media/image27.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23.png"/><Relationship Id="rId9" Type="http://schemas.openxmlformats.org/officeDocument/2006/relationships/image" Target="../media/image28.png"/><Relationship Id="rId5" Type="http://schemas.openxmlformats.org/officeDocument/2006/relationships/image" Target="../media/image24.png"/><Relationship Id="rId6" Type="http://schemas.openxmlformats.org/officeDocument/2006/relationships/image" Target="../media/image33.png"/><Relationship Id="rId7" Type="http://schemas.openxmlformats.org/officeDocument/2006/relationships/image" Target="../media/image25.png"/><Relationship Id="rId8"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37.png"/><Relationship Id="rId5" Type="http://schemas.openxmlformats.org/officeDocument/2006/relationships/image" Target="../media/image41.png"/><Relationship Id="rId6"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7.png"/><Relationship Id="rId4" Type="http://schemas.openxmlformats.org/officeDocument/2006/relationships/image" Target="../media/image31.png"/><Relationship Id="rId5" Type="http://schemas.openxmlformats.org/officeDocument/2006/relationships/image" Target="../media/image29.png"/><Relationship Id="rId6" Type="http://schemas.openxmlformats.org/officeDocument/2006/relationships/image" Target="../media/image5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5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6.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5.png"/><Relationship Id="rId7" Type="http://schemas.openxmlformats.org/officeDocument/2006/relationships/image" Target="../media/image4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6.png"/><Relationship Id="rId4" Type="http://schemas.openxmlformats.org/officeDocument/2006/relationships/image" Target="../media/image49.png"/><Relationship Id="rId5" Type="http://schemas.openxmlformats.org/officeDocument/2006/relationships/image" Target="../media/image42.png"/><Relationship Id="rId6" Type="http://schemas.openxmlformats.org/officeDocument/2006/relationships/image" Target="../media/image5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59.png"/><Relationship Id="rId4" Type="http://schemas.openxmlformats.org/officeDocument/2006/relationships/image" Target="../media/image61.png"/><Relationship Id="rId5" Type="http://schemas.openxmlformats.org/officeDocument/2006/relationships/image" Target="../media/image48.png"/><Relationship Id="rId6" Type="http://schemas.openxmlformats.org/officeDocument/2006/relationships/image" Target="../media/image56.png"/><Relationship Id="rId7" Type="http://schemas.openxmlformats.org/officeDocument/2006/relationships/image" Target="../media/image5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7ecf7653d4_0_0"/>
          <p:cNvSpPr/>
          <p:nvPr/>
        </p:nvSpPr>
        <p:spPr>
          <a:xfrm>
            <a:off x="0" y="2384201"/>
            <a:ext cx="9144000" cy="2009100"/>
          </a:xfrm>
          <a:prstGeom prst="rect">
            <a:avLst/>
          </a:prstGeom>
          <a:noFill/>
          <a:ln>
            <a:noFill/>
          </a:ln>
        </p:spPr>
        <p:txBody>
          <a:bodyPr anchorCtr="0" anchor="ctr" bIns="45700" lIns="91425" spcFirstLastPara="1" rIns="91425" wrap="square" tIns="45700">
            <a:noAutofit/>
          </a:bodyPr>
          <a:lstStyle/>
          <a:p>
            <a:pPr indent="0" lvl="0" marL="0" marR="0" rtl="0" algn="ctr">
              <a:lnSpc>
                <a:spcPct val="85000"/>
              </a:lnSpc>
              <a:spcBef>
                <a:spcPts val="0"/>
              </a:spcBef>
              <a:spcAft>
                <a:spcPts val="0"/>
              </a:spcAft>
              <a:buClr>
                <a:srgbClr val="000000"/>
              </a:buClr>
              <a:buSzPts val="5400"/>
              <a:buFont typeface="Arial"/>
              <a:buNone/>
            </a:pPr>
            <a:r>
              <a:rPr b="1" i="0" lang="en-US" sz="5400" u="none" cap="none" strike="noStrike">
                <a:solidFill>
                  <a:srgbClr val="000099"/>
                </a:solidFill>
                <a:latin typeface="Calibri"/>
                <a:ea typeface="Calibri"/>
                <a:cs typeface="Calibri"/>
                <a:sym typeface="Calibri"/>
              </a:rPr>
              <a:t>Chapter </a:t>
            </a:r>
            <a:r>
              <a:rPr b="1" lang="en-US" sz="5400">
                <a:solidFill>
                  <a:srgbClr val="000099"/>
                </a:solidFill>
                <a:latin typeface="Calibri"/>
                <a:ea typeface="Calibri"/>
                <a:cs typeface="Calibri"/>
                <a:sym typeface="Calibri"/>
              </a:rPr>
              <a:t>1</a:t>
            </a:r>
            <a:br>
              <a:rPr b="1" i="0" lang="en-US" sz="6000" u="none" cap="none" strike="noStrike">
                <a:solidFill>
                  <a:srgbClr val="000099"/>
                </a:solidFill>
                <a:latin typeface="Calibri"/>
                <a:ea typeface="Calibri"/>
                <a:cs typeface="Calibri"/>
                <a:sym typeface="Calibri"/>
              </a:rPr>
            </a:br>
            <a:r>
              <a:rPr b="1" lang="en-US" sz="5400">
                <a:solidFill>
                  <a:srgbClr val="000099"/>
                </a:solidFill>
                <a:latin typeface="Calibri"/>
                <a:ea typeface="Calibri"/>
                <a:cs typeface="Calibri"/>
                <a:sym typeface="Calibri"/>
              </a:rPr>
              <a:t>Introduction</a:t>
            </a:r>
            <a:endParaRPr b="1" i="0" sz="5400" u="none" cap="none" strike="noStrike">
              <a:solidFill>
                <a:srgbClr val="000099"/>
              </a:solidFill>
              <a:latin typeface="Calibri"/>
              <a:ea typeface="Calibri"/>
              <a:cs typeface="Calibri"/>
              <a:sym typeface="Calibri"/>
            </a:endParaRPr>
          </a:p>
          <a:p>
            <a:pPr indent="0" lvl="0" marL="0" marR="0" rtl="0" algn="ctr">
              <a:lnSpc>
                <a:spcPct val="85000"/>
              </a:lnSpc>
              <a:spcBef>
                <a:spcPts val="0"/>
              </a:spcBef>
              <a:spcAft>
                <a:spcPts val="0"/>
              </a:spcAft>
              <a:buClr>
                <a:srgbClr val="000000"/>
              </a:buClr>
              <a:buSzPts val="5400"/>
              <a:buFont typeface="Arial"/>
              <a:buNone/>
            </a:pPr>
            <a:r>
              <a:rPr b="1" lang="en-US" sz="5400">
                <a:solidFill>
                  <a:srgbClr val="DD7E6B"/>
                </a:solidFill>
                <a:latin typeface="Calibri"/>
                <a:ea typeface="Calibri"/>
                <a:cs typeface="Calibri"/>
                <a:sym typeface="Calibri"/>
              </a:rPr>
              <a:t>OSI Model and TCP/IP Suite</a:t>
            </a:r>
            <a:endParaRPr b="1" sz="5400">
              <a:solidFill>
                <a:srgbClr val="DD7E6B"/>
              </a:solidFill>
              <a:latin typeface="Calibri"/>
              <a:ea typeface="Calibri"/>
              <a:cs typeface="Calibri"/>
              <a:sym typeface="Calibri"/>
            </a:endParaRPr>
          </a:p>
        </p:txBody>
      </p:sp>
      <p:sp>
        <p:nvSpPr>
          <p:cNvPr id="99" name="Google Shape;99;g37ecf7653d4_0_0"/>
          <p:cNvSpPr txBox="1"/>
          <p:nvPr>
            <p:ph idx="12" type="sldNum"/>
          </p:nvPr>
        </p:nvSpPr>
        <p:spPr>
          <a:xfrm>
            <a:off x="5281613" y="6243638"/>
            <a:ext cx="1428900" cy="457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106" name="Google Shape;106;p3"/>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7" name="Google Shape;107;p3"/>
          <p:cNvSpPr txBox="1"/>
          <p:nvPr/>
        </p:nvSpPr>
        <p:spPr>
          <a:xfrm>
            <a:off x="822325" y="33338"/>
            <a:ext cx="1841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Noto Sans Symbols"/>
              <a:ea typeface="Noto Sans Symbols"/>
              <a:cs typeface="Noto Sans Symbols"/>
              <a:sym typeface="Noto Sans Symbols"/>
            </a:endParaRPr>
          </a:p>
        </p:txBody>
      </p:sp>
      <p:sp>
        <p:nvSpPr>
          <p:cNvPr id="108" name="Google Shape;108;p3"/>
          <p:cNvSpPr txBox="1"/>
          <p:nvPr/>
        </p:nvSpPr>
        <p:spPr>
          <a:xfrm>
            <a:off x="152400" y="119063"/>
            <a:ext cx="2603500" cy="13112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chemeClr val="folHlink"/>
                </a:solidFill>
                <a:latin typeface="Arial"/>
                <a:ea typeface="Arial"/>
                <a:cs typeface="Arial"/>
                <a:sym typeface="Arial"/>
              </a:rPr>
              <a:t>Chapter </a:t>
            </a:r>
            <a:br>
              <a:rPr b="1" lang="en-US" sz="4000">
                <a:solidFill>
                  <a:schemeClr val="folHlink"/>
                </a:solidFill>
                <a:latin typeface="Arial"/>
                <a:ea typeface="Arial"/>
                <a:cs typeface="Arial"/>
                <a:sym typeface="Arial"/>
              </a:rPr>
            </a:br>
            <a:r>
              <a:rPr b="1" lang="en-US" sz="4000">
                <a:solidFill>
                  <a:schemeClr val="folHlink"/>
                </a:solidFill>
                <a:latin typeface="Arial"/>
                <a:ea typeface="Arial"/>
                <a:cs typeface="Arial"/>
                <a:sym typeface="Arial"/>
              </a:rPr>
              <a:t>Outline</a:t>
            </a:r>
            <a:endParaRPr/>
          </a:p>
        </p:txBody>
      </p:sp>
      <p:cxnSp>
        <p:nvCxnSpPr>
          <p:cNvPr id="109" name="Google Shape;109;p3"/>
          <p:cNvCxnSpPr/>
          <p:nvPr/>
        </p:nvCxnSpPr>
        <p:spPr>
          <a:xfrm>
            <a:off x="2590800" y="228600"/>
            <a:ext cx="0" cy="6172200"/>
          </a:xfrm>
          <a:prstGeom prst="straightConnector1">
            <a:avLst/>
          </a:prstGeom>
          <a:noFill/>
          <a:ln cap="flat" cmpd="sng" w="38100">
            <a:solidFill>
              <a:schemeClr val="dk1"/>
            </a:solidFill>
            <a:prstDash val="solid"/>
            <a:round/>
            <a:headEnd len="med" w="med" type="none"/>
            <a:tailEnd len="med" w="med" type="none"/>
          </a:ln>
        </p:spPr>
      </p:cxnSp>
      <p:sp>
        <p:nvSpPr>
          <p:cNvPr id="110" name="Google Shape;110;p3"/>
          <p:cNvSpPr txBox="1"/>
          <p:nvPr/>
        </p:nvSpPr>
        <p:spPr>
          <a:xfrm>
            <a:off x="2819400" y="152400"/>
            <a:ext cx="3971925"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dk1"/>
                </a:solidFill>
                <a:latin typeface="Arial"/>
                <a:ea typeface="Arial"/>
                <a:cs typeface="Arial"/>
                <a:sym typeface="Arial"/>
              </a:rPr>
              <a:t>2.1  Protocol Layers</a:t>
            </a:r>
            <a:endParaRPr/>
          </a:p>
        </p:txBody>
      </p:sp>
      <p:sp>
        <p:nvSpPr>
          <p:cNvPr id="111" name="Google Shape;111;p3"/>
          <p:cNvSpPr txBox="1"/>
          <p:nvPr/>
        </p:nvSpPr>
        <p:spPr>
          <a:xfrm>
            <a:off x="2819400" y="1219200"/>
            <a:ext cx="3781425"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dk1"/>
                </a:solidFill>
                <a:latin typeface="Arial"/>
                <a:ea typeface="Arial"/>
                <a:cs typeface="Arial"/>
                <a:sym typeface="Arial"/>
              </a:rPr>
              <a:t>2.2  The OSI Model</a:t>
            </a:r>
            <a:endParaRPr/>
          </a:p>
        </p:txBody>
      </p:sp>
      <p:sp>
        <p:nvSpPr>
          <p:cNvPr id="112" name="Google Shape;112;p3"/>
          <p:cNvSpPr txBox="1"/>
          <p:nvPr/>
        </p:nvSpPr>
        <p:spPr>
          <a:xfrm>
            <a:off x="2819400" y="2286000"/>
            <a:ext cx="509270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dk1"/>
                </a:solidFill>
                <a:latin typeface="Arial"/>
                <a:ea typeface="Arial"/>
                <a:cs typeface="Arial"/>
                <a:sym typeface="Arial"/>
              </a:rPr>
              <a:t>2.3  TCP/IP Protocol Suite</a:t>
            </a:r>
            <a:endParaRPr/>
          </a:p>
        </p:txBody>
      </p:sp>
      <p:sp>
        <p:nvSpPr>
          <p:cNvPr id="113" name="Google Shape;113;p3"/>
          <p:cNvSpPr txBox="1"/>
          <p:nvPr/>
        </p:nvSpPr>
        <p:spPr>
          <a:xfrm>
            <a:off x="2819400" y="3352800"/>
            <a:ext cx="3171825"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dk1"/>
                </a:solidFill>
                <a:latin typeface="Arial"/>
                <a:ea typeface="Arial"/>
                <a:cs typeface="Arial"/>
                <a:sym typeface="Arial"/>
              </a:rPr>
              <a:t>2.4  Addressing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120" name="Google Shape;120;p4"/>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1" name="Google Shape;121;p4"/>
          <p:cNvSpPr/>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200">
              <a:solidFill>
                <a:schemeClr val="dk1"/>
              </a:solidFill>
              <a:latin typeface="Times New Roman"/>
              <a:ea typeface="Times New Roman"/>
              <a:cs typeface="Times New Roman"/>
              <a:sym typeface="Times New Roman"/>
            </a:endParaRPr>
          </a:p>
        </p:txBody>
      </p:sp>
      <p:sp>
        <p:nvSpPr>
          <p:cNvPr id="122" name="Google Shape;122;p4"/>
          <p:cNvSpPr txBox="1"/>
          <p:nvPr/>
        </p:nvSpPr>
        <p:spPr>
          <a:xfrm>
            <a:off x="228600" y="355600"/>
            <a:ext cx="56165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Times"/>
                <a:ea typeface="Times"/>
                <a:cs typeface="Times"/>
                <a:sym typeface="Times"/>
              </a:rPr>
              <a:t>2-1  PROTOCOL LAYERS</a:t>
            </a:r>
            <a:endParaRPr/>
          </a:p>
        </p:txBody>
      </p:sp>
      <p:sp>
        <p:nvSpPr>
          <p:cNvPr id="123" name="Google Shape;123;p4"/>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124" name="Google Shape;124;p4"/>
          <p:cNvSpPr/>
          <p:nvPr/>
        </p:nvSpPr>
        <p:spPr>
          <a:xfrm>
            <a:off x="304800" y="1524000"/>
            <a:ext cx="8534400" cy="478948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Arimo"/>
                <a:ea typeface="Arimo"/>
                <a:cs typeface="Arimo"/>
                <a:sym typeface="Arimo"/>
              </a:rPr>
              <a:t>In Chapter 1, we discussed that a protocol is required when two entities need to communicate. When communication is not simple, we may divide the complex task of communication into several layers. In this case, we may need several protocols, one for each layer. </a:t>
            </a:r>
            <a:endParaRPr/>
          </a:p>
          <a:p>
            <a:pPr indent="0" lvl="0" marL="0" marR="0" rtl="0" algn="just">
              <a:spcBef>
                <a:spcPts val="0"/>
              </a:spcBef>
              <a:spcAft>
                <a:spcPts val="0"/>
              </a:spcAft>
              <a:buNone/>
            </a:pPr>
            <a:r>
              <a:rPr b="1" lang="en-US" sz="2800">
                <a:solidFill>
                  <a:schemeClr val="dk1"/>
                </a:solidFill>
                <a:latin typeface="Arimo"/>
                <a:ea typeface="Arimo"/>
                <a:cs typeface="Arimo"/>
                <a:sym typeface="Arimo"/>
              </a:rPr>
              <a:t>    Let us use a scenario in communication in which the  role of protocol layering may be better understood. We use two examples. In the first example, communication is so simple that it can occur in only one layer.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B3B36B"/>
            </a:gs>
          </a:gsLst>
          <a:lin ang="0" scaled="0"/>
        </a:gradFill>
      </p:bgPr>
    </p:bg>
    <p:spTree>
      <p:nvGrpSpPr>
        <p:cNvPr id="129" name="Shape 129"/>
        <p:cNvGrpSpPr/>
        <p:nvPr/>
      </p:nvGrpSpPr>
      <p:grpSpPr>
        <a:xfrm>
          <a:off x="0" y="0"/>
          <a:ext cx="0" cy="0"/>
          <a:chOff x="0" y="0"/>
          <a:chExt cx="0" cy="0"/>
        </a:xfrm>
      </p:grpSpPr>
      <p:sp>
        <p:nvSpPr>
          <p:cNvPr id="130" name="Google Shape;130;p5"/>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131" name="Google Shape;131;p5"/>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2" name="Google Shape;132;p5"/>
          <p:cNvSpPr txBox="1"/>
          <p:nvPr/>
        </p:nvSpPr>
        <p:spPr>
          <a:xfrm>
            <a:off x="228600" y="152400"/>
            <a:ext cx="5468938"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hlink"/>
                </a:solidFill>
                <a:latin typeface="Times"/>
                <a:ea typeface="Times"/>
                <a:cs typeface="Times"/>
                <a:sym typeface="Times"/>
              </a:rPr>
              <a:t>Topics Discussed in the Section</a:t>
            </a:r>
            <a:endParaRPr/>
          </a:p>
        </p:txBody>
      </p:sp>
      <p:sp>
        <p:nvSpPr>
          <p:cNvPr id="133" name="Google Shape;133;p5"/>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134" name="Google Shape;134;p5"/>
          <p:cNvSpPr/>
          <p:nvPr/>
        </p:nvSpPr>
        <p:spPr>
          <a:xfrm>
            <a:off x="304800" y="989013"/>
            <a:ext cx="6705600" cy="1031875"/>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Hierarchy</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Services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141" name="Google Shape;141;p6"/>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2" name="Google Shape;142;p6"/>
          <p:cNvSpPr txBox="1"/>
          <p:nvPr/>
        </p:nvSpPr>
        <p:spPr>
          <a:xfrm>
            <a:off x="76200" y="696913"/>
            <a:ext cx="8839200" cy="264795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Arimo"/>
                <a:ea typeface="Arimo"/>
                <a:cs typeface="Arimo"/>
                <a:sym typeface="Arimo"/>
              </a:rPr>
              <a:t>Assume Maria and Ann are neighbors with a lot of common ideas. However, Maria speaks only Spanish, and Ann speaks only English. Since both have learned the sign language in their childhood, they enjoy meeting in a cafe a couple of days per week and exchange their ideas using signs. Occasionally, they also use a bilingual dictionary. Communication is face to face and Happens in one layer as shown in Figure 2.1.</a:t>
            </a:r>
            <a:endParaRPr/>
          </a:p>
        </p:txBody>
      </p:sp>
      <p:grpSp>
        <p:nvGrpSpPr>
          <p:cNvPr id="143" name="Google Shape;143;p6"/>
          <p:cNvGrpSpPr/>
          <p:nvPr/>
        </p:nvGrpSpPr>
        <p:grpSpPr>
          <a:xfrm>
            <a:off x="0" y="0"/>
            <a:ext cx="9144000" cy="609600"/>
            <a:chOff x="0" y="2448"/>
            <a:chExt cx="5760" cy="384"/>
          </a:xfrm>
        </p:grpSpPr>
        <p:sp>
          <p:nvSpPr>
            <p:cNvPr id="144" name="Google Shape;144;p6"/>
            <p:cNvSpPr/>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sp>
          <p:nvSpPr>
            <p:cNvPr id="145" name="Google Shape;145;p6"/>
            <p:cNvSpPr txBox="1"/>
            <p:nvPr/>
          </p:nvSpPr>
          <p:spPr>
            <a:xfrm>
              <a:off x="0" y="2448"/>
              <a:ext cx="1473" cy="371"/>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Times New Roman"/>
                  <a:ea typeface="Times New Roman"/>
                  <a:cs typeface="Times New Roman"/>
                  <a:sym typeface="Times New Roman"/>
                </a:rPr>
                <a:t>Example 2.1</a:t>
              </a:r>
              <a:endParaRPr b="1" i="1" sz="32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152" name="Google Shape;152;p7"/>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3" name="Google Shape;153;p7"/>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2.1</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Example 2.1</a:t>
            </a:r>
            <a:endParaRPr/>
          </a:p>
        </p:txBody>
      </p:sp>
      <p:sp>
        <p:nvSpPr>
          <p:cNvPr id="154" name="Google Shape;154;p7"/>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55" name="Google Shape;155;p7"/>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56" name="Google Shape;156;p7"/>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57" name="Google Shape;157;p7"/>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58" name="Google Shape;158;p7"/>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59" name="Google Shape;159;p7"/>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60" name="Google Shape;160;p7"/>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161" name="Google Shape;161;p7"/>
          <p:cNvPicPr preferRelativeResize="0"/>
          <p:nvPr/>
        </p:nvPicPr>
        <p:blipFill rotWithShape="1">
          <a:blip r:embed="rId3">
            <a:alphaModFix/>
          </a:blip>
          <a:srcRect b="0" l="0" r="0" t="0"/>
          <a:stretch/>
        </p:blipFill>
        <p:spPr>
          <a:xfrm>
            <a:off x="609600" y="2667000"/>
            <a:ext cx="7669213" cy="7667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8"/>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168" name="Google Shape;168;p8"/>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9" name="Google Shape;169;p8"/>
          <p:cNvSpPr txBox="1"/>
          <p:nvPr/>
        </p:nvSpPr>
        <p:spPr>
          <a:xfrm>
            <a:off x="76200" y="696913"/>
            <a:ext cx="8839200" cy="3743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Arimo"/>
                <a:ea typeface="Arimo"/>
                <a:cs typeface="Arimo"/>
                <a:sym typeface="Arimo"/>
              </a:rPr>
              <a:t>Now assume that Ann has to move to another town because of her job. Before she moves, the two meet for the last time in the same cafe. Although both are sad, Maria surprises Ann when she opens a packet that contains two small machines. The first machine can scan and transform a letter in English to a secret code or vice versa. The other machine can scan and translate a letter in Spanish to the same secret code or vice versa. Ann takes the first machine; Maria keeps the second one. The two friends can still communicate using the secret code, as shown in Figure 2.2.</a:t>
            </a:r>
            <a:endParaRPr/>
          </a:p>
        </p:txBody>
      </p:sp>
      <p:grpSp>
        <p:nvGrpSpPr>
          <p:cNvPr id="170" name="Google Shape;170;p8"/>
          <p:cNvGrpSpPr/>
          <p:nvPr/>
        </p:nvGrpSpPr>
        <p:grpSpPr>
          <a:xfrm>
            <a:off x="0" y="0"/>
            <a:ext cx="9144000" cy="609600"/>
            <a:chOff x="0" y="2448"/>
            <a:chExt cx="5760" cy="384"/>
          </a:xfrm>
        </p:grpSpPr>
        <p:sp>
          <p:nvSpPr>
            <p:cNvPr id="171" name="Google Shape;171;p8"/>
            <p:cNvSpPr/>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sp>
          <p:nvSpPr>
            <p:cNvPr id="172" name="Google Shape;172;p8"/>
            <p:cNvSpPr txBox="1"/>
            <p:nvPr/>
          </p:nvSpPr>
          <p:spPr>
            <a:xfrm>
              <a:off x="0" y="2448"/>
              <a:ext cx="1467"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Times New Roman"/>
                  <a:ea typeface="Times New Roman"/>
                  <a:cs typeface="Times New Roman"/>
                  <a:sym typeface="Times New Roman"/>
                </a:rPr>
                <a:t>Example 2.2</a:t>
              </a:r>
              <a:endParaRPr b="1" i="1" sz="32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9"/>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179" name="Google Shape;179;p9"/>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80" name="Google Shape;180;p9"/>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2.2</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Example 2.2</a:t>
            </a:r>
            <a:endParaRPr/>
          </a:p>
        </p:txBody>
      </p:sp>
      <p:sp>
        <p:nvSpPr>
          <p:cNvPr id="181" name="Google Shape;181;p9"/>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82" name="Google Shape;182;p9"/>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83" name="Google Shape;183;p9"/>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84" name="Google Shape;184;p9"/>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85" name="Google Shape;185;p9"/>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86" name="Google Shape;186;p9"/>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187" name="Google Shape;187;p9"/>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188" name="Google Shape;188;p9"/>
          <p:cNvPicPr preferRelativeResize="0"/>
          <p:nvPr/>
        </p:nvPicPr>
        <p:blipFill rotWithShape="1">
          <a:blip r:embed="rId3">
            <a:alphaModFix/>
          </a:blip>
          <a:srcRect b="0" l="0" r="0" t="0"/>
          <a:stretch/>
        </p:blipFill>
        <p:spPr>
          <a:xfrm>
            <a:off x="390525" y="2743200"/>
            <a:ext cx="8372475" cy="32813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195" name="Google Shape;195;p10"/>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96" name="Google Shape;196;p10"/>
          <p:cNvSpPr/>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200">
              <a:solidFill>
                <a:schemeClr val="dk1"/>
              </a:solidFill>
              <a:latin typeface="Times New Roman"/>
              <a:ea typeface="Times New Roman"/>
              <a:cs typeface="Times New Roman"/>
              <a:sym typeface="Times New Roman"/>
            </a:endParaRPr>
          </a:p>
        </p:txBody>
      </p:sp>
      <p:sp>
        <p:nvSpPr>
          <p:cNvPr id="197" name="Google Shape;197;p10"/>
          <p:cNvSpPr txBox="1"/>
          <p:nvPr/>
        </p:nvSpPr>
        <p:spPr>
          <a:xfrm>
            <a:off x="228600" y="355600"/>
            <a:ext cx="47402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Times"/>
                <a:ea typeface="Times"/>
                <a:cs typeface="Times"/>
                <a:sym typeface="Times"/>
              </a:rPr>
              <a:t>2-2  THE OSI MODEL</a:t>
            </a:r>
            <a:endParaRPr/>
          </a:p>
        </p:txBody>
      </p:sp>
      <p:sp>
        <p:nvSpPr>
          <p:cNvPr id="198" name="Google Shape;198;p10"/>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199" name="Google Shape;199;p10"/>
          <p:cNvSpPr/>
          <p:nvPr/>
        </p:nvSpPr>
        <p:spPr>
          <a:xfrm>
            <a:off x="381000" y="1600200"/>
            <a:ext cx="8534400" cy="35083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Arimo"/>
                <a:ea typeface="Arimo"/>
                <a:cs typeface="Arimo"/>
                <a:sym typeface="Arimo"/>
              </a:rPr>
              <a:t>Established in 1947, the </a:t>
            </a:r>
            <a:r>
              <a:rPr b="1" i="1" lang="en-US" sz="2800">
                <a:solidFill>
                  <a:schemeClr val="hlink"/>
                </a:solidFill>
                <a:latin typeface="Arimo"/>
                <a:ea typeface="Arimo"/>
                <a:cs typeface="Arimo"/>
                <a:sym typeface="Arimo"/>
              </a:rPr>
              <a:t>International Standards Organization (ISO)</a:t>
            </a:r>
            <a:r>
              <a:rPr b="1" lang="en-US" sz="2800">
                <a:solidFill>
                  <a:schemeClr val="dk1"/>
                </a:solidFill>
                <a:latin typeface="Arimo"/>
                <a:ea typeface="Arimo"/>
                <a:cs typeface="Arimo"/>
                <a:sym typeface="Arimo"/>
              </a:rPr>
              <a:t> is a multinational body dedicated to worldwide agreement on international standards. Almost three-fourths of countries in the world are represented in the ISO. An ISO standard that covers all aspects of network communications is the </a:t>
            </a:r>
            <a:r>
              <a:rPr b="0" i="1" lang="en-US" sz="2800">
                <a:solidFill>
                  <a:schemeClr val="hlink"/>
                </a:solidFill>
                <a:latin typeface="Arimo"/>
                <a:ea typeface="Arimo"/>
                <a:cs typeface="Arimo"/>
                <a:sym typeface="Arimo"/>
              </a:rPr>
              <a:t>Open Systems Interconnection (OSI)</a:t>
            </a:r>
            <a:r>
              <a:rPr b="1" lang="en-US" sz="2800">
                <a:solidFill>
                  <a:schemeClr val="dk1"/>
                </a:solidFill>
                <a:latin typeface="Arimo"/>
                <a:ea typeface="Arimo"/>
                <a:cs typeface="Arimo"/>
                <a:sym typeface="Arimo"/>
              </a:rPr>
              <a:t> model. It was first introduced in the late 1970s.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B3B36B"/>
            </a:gs>
          </a:gsLst>
          <a:lin ang="0" scaled="0"/>
        </a:gradFill>
      </p:bgPr>
    </p:bg>
    <p:spTree>
      <p:nvGrpSpPr>
        <p:cNvPr id="204" name="Shape 204"/>
        <p:cNvGrpSpPr/>
        <p:nvPr/>
      </p:nvGrpSpPr>
      <p:grpSpPr>
        <a:xfrm>
          <a:off x="0" y="0"/>
          <a:ext cx="0" cy="0"/>
          <a:chOff x="0" y="0"/>
          <a:chExt cx="0" cy="0"/>
        </a:xfrm>
      </p:grpSpPr>
      <p:sp>
        <p:nvSpPr>
          <p:cNvPr id="205" name="Google Shape;205;p11"/>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206" name="Google Shape;206;p11"/>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7" name="Google Shape;207;p11"/>
          <p:cNvSpPr txBox="1"/>
          <p:nvPr/>
        </p:nvSpPr>
        <p:spPr>
          <a:xfrm>
            <a:off x="228600" y="152400"/>
            <a:ext cx="5468938"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hlink"/>
                </a:solidFill>
                <a:latin typeface="Times"/>
                <a:ea typeface="Times"/>
                <a:cs typeface="Times"/>
                <a:sym typeface="Times"/>
              </a:rPr>
              <a:t>Topics Discussed in the Section</a:t>
            </a:r>
            <a:endParaRPr/>
          </a:p>
        </p:txBody>
      </p:sp>
      <p:sp>
        <p:nvSpPr>
          <p:cNvPr id="208" name="Google Shape;208;p11"/>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209" name="Google Shape;209;p11"/>
          <p:cNvSpPr/>
          <p:nvPr/>
        </p:nvSpPr>
        <p:spPr>
          <a:xfrm>
            <a:off x="304800" y="989013"/>
            <a:ext cx="6705600" cy="2570162"/>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Layered Architecture</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Layer-to-layer Communication</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Encapsulation</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Layers in the OSI Model</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Summary of OSI Layers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2"/>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216" name="Google Shape;216;p12"/>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7" name="Google Shape;217;p12"/>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18" name="Google Shape;218;p12"/>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19" name="Google Shape;219;p12"/>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20" name="Google Shape;220;p12"/>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21" name="Google Shape;221;p12"/>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22" name="Google Shape;222;p12"/>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23" name="Google Shape;223;p12"/>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cxnSp>
        <p:nvCxnSpPr>
          <p:cNvPr id="224" name="Google Shape;224;p12"/>
          <p:cNvCxnSpPr/>
          <p:nvPr/>
        </p:nvCxnSpPr>
        <p:spPr>
          <a:xfrm>
            <a:off x="609600" y="2971800"/>
            <a:ext cx="8153400" cy="0"/>
          </a:xfrm>
          <a:prstGeom prst="straightConnector1">
            <a:avLst/>
          </a:prstGeom>
          <a:noFill/>
          <a:ln cap="flat" cmpd="sng" w="76200">
            <a:solidFill>
              <a:schemeClr val="folHlink"/>
            </a:solidFill>
            <a:prstDash val="solid"/>
            <a:round/>
            <a:headEnd len="med" w="med" type="none"/>
            <a:tailEnd len="med" w="med" type="none"/>
          </a:ln>
        </p:spPr>
      </p:cxnSp>
      <p:cxnSp>
        <p:nvCxnSpPr>
          <p:cNvPr id="225" name="Google Shape;225;p12"/>
          <p:cNvCxnSpPr/>
          <p:nvPr/>
        </p:nvCxnSpPr>
        <p:spPr>
          <a:xfrm>
            <a:off x="609600" y="4191000"/>
            <a:ext cx="8153400" cy="0"/>
          </a:xfrm>
          <a:prstGeom prst="straightConnector1">
            <a:avLst/>
          </a:prstGeom>
          <a:noFill/>
          <a:ln cap="flat" cmpd="sng" w="76200">
            <a:solidFill>
              <a:schemeClr val="folHlink"/>
            </a:solidFill>
            <a:prstDash val="solid"/>
            <a:round/>
            <a:headEnd len="med" w="med" type="none"/>
            <a:tailEnd len="med" w="med" type="none"/>
          </a:ln>
        </p:spPr>
      </p:cxnSp>
      <p:sp>
        <p:nvSpPr>
          <p:cNvPr id="226" name="Google Shape;226;p12"/>
          <p:cNvSpPr/>
          <p:nvPr/>
        </p:nvSpPr>
        <p:spPr>
          <a:xfrm>
            <a:off x="647700" y="3063875"/>
            <a:ext cx="8077200" cy="10668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ISO is the organization; </a:t>
            </a:r>
            <a:endParaRPr/>
          </a:p>
          <a:p>
            <a:pPr indent="0" lvl="0" marL="0" marR="0" rtl="0" algn="ctr">
              <a:spcBef>
                <a:spcPts val="0"/>
              </a:spcBef>
              <a:spcAft>
                <a:spcPts val="0"/>
              </a:spcAft>
              <a:buNone/>
            </a:pPr>
            <a:r>
              <a:rPr b="1" i="1" lang="en-US" sz="3200">
                <a:solidFill>
                  <a:schemeClr val="lt1"/>
                </a:solidFill>
                <a:latin typeface="Arial"/>
                <a:ea typeface="Arial"/>
                <a:cs typeface="Arial"/>
                <a:sym typeface="Arial"/>
              </a:rPr>
              <a:t>OSI is the model.</a:t>
            </a:r>
            <a:endParaRPr/>
          </a:p>
        </p:txBody>
      </p:sp>
      <p:grpSp>
        <p:nvGrpSpPr>
          <p:cNvPr id="227" name="Google Shape;227;p12"/>
          <p:cNvGrpSpPr/>
          <p:nvPr/>
        </p:nvGrpSpPr>
        <p:grpSpPr>
          <a:xfrm>
            <a:off x="609600" y="2133600"/>
            <a:ext cx="1143000" cy="566738"/>
            <a:chOff x="1200" y="1248"/>
            <a:chExt cx="720" cy="357"/>
          </a:xfrm>
        </p:grpSpPr>
        <p:pic>
          <p:nvPicPr>
            <p:cNvPr id="228" name="Google Shape;228;p1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229" name="Google Shape;229;p1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3"/>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236" name="Google Shape;236;p13"/>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7" name="Google Shape;237;p13"/>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2.3</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The OSI model</a:t>
            </a:r>
            <a:endParaRPr/>
          </a:p>
        </p:txBody>
      </p:sp>
      <p:sp>
        <p:nvSpPr>
          <p:cNvPr id="238" name="Google Shape;238;p13"/>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39" name="Google Shape;239;p13"/>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40" name="Google Shape;240;p13"/>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41" name="Google Shape;241;p13"/>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42" name="Google Shape;242;p13"/>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43" name="Google Shape;243;p13"/>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44" name="Google Shape;244;p13"/>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245" name="Google Shape;245;p13"/>
          <p:cNvPicPr preferRelativeResize="0"/>
          <p:nvPr/>
        </p:nvPicPr>
        <p:blipFill rotWithShape="1">
          <a:blip r:embed="rId3">
            <a:alphaModFix/>
          </a:blip>
          <a:srcRect b="0" l="0" r="0" t="0"/>
          <a:stretch/>
        </p:blipFill>
        <p:spPr>
          <a:xfrm>
            <a:off x="611188" y="1096963"/>
            <a:ext cx="7920037" cy="49228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0"/>
                                        <p:tgtEl>
                                          <p:spTgt spid="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4"/>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252" name="Google Shape;252;p14"/>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53" name="Google Shape;253;p14"/>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2.4</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OSI layers</a:t>
            </a:r>
            <a:endParaRPr/>
          </a:p>
        </p:txBody>
      </p:sp>
      <p:sp>
        <p:nvSpPr>
          <p:cNvPr id="254" name="Google Shape;254;p14"/>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55" name="Google Shape;255;p14"/>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56" name="Google Shape;256;p14"/>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57" name="Google Shape;257;p14"/>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58" name="Google Shape;258;p14"/>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59" name="Google Shape;259;p14"/>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60" name="Google Shape;260;p14"/>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261" name="Google Shape;261;p14"/>
          <p:cNvPicPr preferRelativeResize="0"/>
          <p:nvPr/>
        </p:nvPicPr>
        <p:blipFill rotWithShape="1">
          <a:blip r:embed="rId3">
            <a:alphaModFix/>
          </a:blip>
          <a:srcRect b="0" l="0" r="0" t="0"/>
          <a:stretch/>
        </p:blipFill>
        <p:spPr>
          <a:xfrm>
            <a:off x="944563" y="1530350"/>
            <a:ext cx="7056437" cy="831850"/>
          </a:xfrm>
          <a:prstGeom prst="rect">
            <a:avLst/>
          </a:prstGeom>
          <a:noFill/>
          <a:ln>
            <a:noFill/>
          </a:ln>
        </p:spPr>
      </p:pic>
      <p:pic>
        <p:nvPicPr>
          <p:cNvPr id="262" name="Google Shape;262;p14"/>
          <p:cNvPicPr preferRelativeResize="0"/>
          <p:nvPr/>
        </p:nvPicPr>
        <p:blipFill rotWithShape="1">
          <a:blip r:embed="rId4">
            <a:alphaModFix/>
          </a:blip>
          <a:srcRect b="0" l="0" r="0" t="0"/>
          <a:stretch/>
        </p:blipFill>
        <p:spPr>
          <a:xfrm>
            <a:off x="242888" y="2489200"/>
            <a:ext cx="8520112" cy="383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0"/>
                                        <p:tgtEl>
                                          <p:spTgt spid="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5"/>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269" name="Google Shape;269;p15"/>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0" name="Google Shape;270;p15"/>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2.5</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An exchange using the OSI model</a:t>
            </a:r>
            <a:endParaRPr/>
          </a:p>
        </p:txBody>
      </p:sp>
      <p:sp>
        <p:nvSpPr>
          <p:cNvPr id="271" name="Google Shape;271;p15"/>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72" name="Google Shape;272;p15"/>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73" name="Google Shape;273;p15"/>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74" name="Google Shape;274;p15"/>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75" name="Google Shape;275;p15"/>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76" name="Google Shape;276;p15"/>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77" name="Google Shape;277;p15"/>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278" name="Google Shape;278;p15"/>
          <p:cNvPicPr preferRelativeResize="0"/>
          <p:nvPr/>
        </p:nvPicPr>
        <p:blipFill rotWithShape="1">
          <a:blip r:embed="rId3">
            <a:alphaModFix/>
          </a:blip>
          <a:srcRect b="0" l="0" r="0" t="0"/>
          <a:stretch/>
        </p:blipFill>
        <p:spPr>
          <a:xfrm>
            <a:off x="590550" y="1524000"/>
            <a:ext cx="5657850" cy="550863"/>
          </a:xfrm>
          <a:prstGeom prst="rect">
            <a:avLst/>
          </a:prstGeom>
          <a:noFill/>
          <a:ln>
            <a:noFill/>
          </a:ln>
        </p:spPr>
      </p:pic>
      <p:pic>
        <p:nvPicPr>
          <p:cNvPr id="279" name="Google Shape;279;p15"/>
          <p:cNvPicPr preferRelativeResize="0"/>
          <p:nvPr/>
        </p:nvPicPr>
        <p:blipFill rotWithShape="1">
          <a:blip r:embed="rId4">
            <a:alphaModFix/>
          </a:blip>
          <a:srcRect b="0" l="0" r="0" t="0"/>
          <a:stretch/>
        </p:blipFill>
        <p:spPr>
          <a:xfrm>
            <a:off x="228600" y="2209800"/>
            <a:ext cx="3684588" cy="2566988"/>
          </a:xfrm>
          <a:prstGeom prst="rect">
            <a:avLst/>
          </a:prstGeom>
          <a:noFill/>
          <a:ln>
            <a:noFill/>
          </a:ln>
        </p:spPr>
      </p:pic>
      <p:pic>
        <p:nvPicPr>
          <p:cNvPr id="280" name="Google Shape;280;p15"/>
          <p:cNvPicPr preferRelativeResize="0"/>
          <p:nvPr/>
        </p:nvPicPr>
        <p:blipFill rotWithShape="1">
          <a:blip r:embed="rId5">
            <a:alphaModFix/>
          </a:blip>
          <a:srcRect b="0" l="0" r="0" t="0"/>
          <a:stretch/>
        </p:blipFill>
        <p:spPr>
          <a:xfrm>
            <a:off x="5307013" y="2209800"/>
            <a:ext cx="3684587" cy="2566988"/>
          </a:xfrm>
          <a:prstGeom prst="rect">
            <a:avLst/>
          </a:prstGeom>
          <a:noFill/>
          <a:ln>
            <a:noFill/>
          </a:ln>
        </p:spPr>
      </p:pic>
      <p:pic>
        <p:nvPicPr>
          <p:cNvPr id="281" name="Google Shape;281;p15"/>
          <p:cNvPicPr preferRelativeResize="0"/>
          <p:nvPr/>
        </p:nvPicPr>
        <p:blipFill rotWithShape="1">
          <a:blip r:embed="rId6">
            <a:alphaModFix/>
          </a:blip>
          <a:srcRect b="0" l="0" r="0" t="0"/>
          <a:stretch/>
        </p:blipFill>
        <p:spPr>
          <a:xfrm>
            <a:off x="1395413" y="4908550"/>
            <a:ext cx="5538787" cy="654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0"/>
                                        <p:tgtEl>
                                          <p:spTgt spid="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6"/>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288" name="Google Shape;288;p16"/>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9" name="Google Shape;289;p16"/>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90" name="Google Shape;290;p16"/>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91" name="Google Shape;291;p16"/>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92" name="Google Shape;292;p16"/>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93" name="Google Shape;293;p16"/>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94" name="Google Shape;294;p16"/>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295" name="Google Shape;295;p16"/>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cxnSp>
        <p:nvCxnSpPr>
          <p:cNvPr id="296" name="Google Shape;296;p16"/>
          <p:cNvCxnSpPr/>
          <p:nvPr/>
        </p:nvCxnSpPr>
        <p:spPr>
          <a:xfrm>
            <a:off x="609600" y="2971800"/>
            <a:ext cx="8153400" cy="0"/>
          </a:xfrm>
          <a:prstGeom prst="straightConnector1">
            <a:avLst/>
          </a:prstGeom>
          <a:noFill/>
          <a:ln cap="flat" cmpd="sng" w="76200">
            <a:solidFill>
              <a:schemeClr val="folHlink"/>
            </a:solidFill>
            <a:prstDash val="solid"/>
            <a:round/>
            <a:headEnd len="med" w="med" type="none"/>
            <a:tailEnd len="med" w="med" type="none"/>
          </a:ln>
        </p:spPr>
      </p:cxnSp>
      <p:cxnSp>
        <p:nvCxnSpPr>
          <p:cNvPr id="297" name="Google Shape;297;p16"/>
          <p:cNvCxnSpPr/>
          <p:nvPr/>
        </p:nvCxnSpPr>
        <p:spPr>
          <a:xfrm>
            <a:off x="609600" y="4724400"/>
            <a:ext cx="8153400" cy="0"/>
          </a:xfrm>
          <a:prstGeom prst="straightConnector1">
            <a:avLst/>
          </a:prstGeom>
          <a:noFill/>
          <a:ln cap="flat" cmpd="sng" w="76200">
            <a:solidFill>
              <a:schemeClr val="folHlink"/>
            </a:solidFill>
            <a:prstDash val="solid"/>
            <a:round/>
            <a:headEnd len="med" w="med" type="none"/>
            <a:tailEnd len="med" w="med" type="none"/>
          </a:ln>
        </p:spPr>
      </p:cxnSp>
      <p:sp>
        <p:nvSpPr>
          <p:cNvPr id="298" name="Google Shape;298;p16"/>
          <p:cNvSpPr/>
          <p:nvPr/>
        </p:nvSpPr>
        <p:spPr>
          <a:xfrm>
            <a:off x="647700" y="3063875"/>
            <a:ext cx="8077200" cy="1554163"/>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The physical layer is responsible for moving individual bits from one</a:t>
            </a:r>
            <a:endParaRPr/>
          </a:p>
          <a:p>
            <a:pPr indent="0" lvl="0" marL="0" marR="0" rtl="0" algn="ctr">
              <a:spcBef>
                <a:spcPts val="0"/>
              </a:spcBef>
              <a:spcAft>
                <a:spcPts val="0"/>
              </a:spcAft>
              <a:buNone/>
            </a:pPr>
            <a:r>
              <a:rPr b="1" i="1" lang="en-US" sz="3200">
                <a:solidFill>
                  <a:schemeClr val="lt1"/>
                </a:solidFill>
                <a:latin typeface="Arial"/>
                <a:ea typeface="Arial"/>
                <a:cs typeface="Arial"/>
                <a:sym typeface="Arial"/>
              </a:rPr>
              <a:t>(node) to the next.</a:t>
            </a:r>
            <a:endParaRPr/>
          </a:p>
        </p:txBody>
      </p:sp>
      <p:grpSp>
        <p:nvGrpSpPr>
          <p:cNvPr id="299" name="Google Shape;299;p16"/>
          <p:cNvGrpSpPr/>
          <p:nvPr/>
        </p:nvGrpSpPr>
        <p:grpSpPr>
          <a:xfrm>
            <a:off x="609600" y="2133600"/>
            <a:ext cx="1143000" cy="566738"/>
            <a:chOff x="1200" y="1248"/>
            <a:chExt cx="720" cy="357"/>
          </a:xfrm>
        </p:grpSpPr>
        <p:pic>
          <p:nvPicPr>
            <p:cNvPr id="300" name="Google Shape;300;p1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301" name="Google Shape;301;p16"/>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7"/>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308" name="Google Shape;308;p17"/>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9" name="Google Shape;309;p17"/>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2.6</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Summary of OSI Layers</a:t>
            </a:r>
            <a:endParaRPr/>
          </a:p>
        </p:txBody>
      </p:sp>
      <p:sp>
        <p:nvSpPr>
          <p:cNvPr id="310" name="Google Shape;310;p17"/>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1" name="Google Shape;311;p17"/>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2" name="Google Shape;312;p17"/>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3" name="Google Shape;313;p17"/>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4" name="Google Shape;314;p17"/>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5" name="Google Shape;315;p17"/>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16" name="Google Shape;316;p17"/>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317" name="Google Shape;317;p17"/>
          <p:cNvPicPr preferRelativeResize="0"/>
          <p:nvPr/>
        </p:nvPicPr>
        <p:blipFill rotWithShape="1">
          <a:blip r:embed="rId3">
            <a:alphaModFix/>
          </a:blip>
          <a:srcRect b="0" l="0" r="0" t="0"/>
          <a:stretch/>
        </p:blipFill>
        <p:spPr>
          <a:xfrm>
            <a:off x="1160463" y="879475"/>
            <a:ext cx="6535737" cy="5445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0"/>
                                        <p:tgtEl>
                                          <p:spTgt spid="3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8"/>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324" name="Google Shape;324;p18"/>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5" name="Google Shape;325;p18"/>
          <p:cNvSpPr/>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200">
              <a:solidFill>
                <a:schemeClr val="dk1"/>
              </a:solidFill>
              <a:latin typeface="Times New Roman"/>
              <a:ea typeface="Times New Roman"/>
              <a:cs typeface="Times New Roman"/>
              <a:sym typeface="Times New Roman"/>
            </a:endParaRPr>
          </a:p>
        </p:txBody>
      </p:sp>
      <p:sp>
        <p:nvSpPr>
          <p:cNvPr id="326" name="Google Shape;326;p18"/>
          <p:cNvSpPr txBox="1"/>
          <p:nvPr/>
        </p:nvSpPr>
        <p:spPr>
          <a:xfrm>
            <a:off x="228600" y="355600"/>
            <a:ext cx="67468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Times"/>
                <a:ea typeface="Times"/>
                <a:cs typeface="Times"/>
                <a:sym typeface="Times"/>
              </a:rPr>
              <a:t>2-3  TCP/IP PROTOCOL SUITE</a:t>
            </a:r>
            <a:endParaRPr/>
          </a:p>
        </p:txBody>
      </p:sp>
      <p:sp>
        <p:nvSpPr>
          <p:cNvPr id="327" name="Google Shape;327;p18"/>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328" name="Google Shape;328;p18"/>
          <p:cNvSpPr/>
          <p:nvPr/>
        </p:nvSpPr>
        <p:spPr>
          <a:xfrm>
            <a:off x="381000" y="1600200"/>
            <a:ext cx="8534400" cy="393541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Arimo"/>
                <a:ea typeface="Arimo"/>
                <a:cs typeface="Arimo"/>
                <a:sym typeface="Arimo"/>
              </a:rPr>
              <a:t>The TCP/IP protocol suite was developed prior to the OSI model. Therefore, the layers in the TCP/IP protocol suite do not match exactly with those in the OSI model. The original TCP/IP protocol suite was defined as four software layers built upon the hardware. Today, however, TCP/IP is thought of as a five-layer model with the layers named similarly to the ones in the OSI model. Figure 2.7 shows both configurations.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B3B36B"/>
            </a:gs>
          </a:gsLst>
          <a:lin ang="0" scaled="0"/>
        </a:gradFill>
      </p:bgPr>
    </p:bg>
    <p:spTree>
      <p:nvGrpSpPr>
        <p:cNvPr id="333" name="Shape 333"/>
        <p:cNvGrpSpPr/>
        <p:nvPr/>
      </p:nvGrpSpPr>
      <p:grpSpPr>
        <a:xfrm>
          <a:off x="0" y="0"/>
          <a:ext cx="0" cy="0"/>
          <a:chOff x="0" y="0"/>
          <a:chExt cx="0" cy="0"/>
        </a:xfrm>
      </p:grpSpPr>
      <p:sp>
        <p:nvSpPr>
          <p:cNvPr id="334" name="Google Shape;334;p19"/>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335" name="Google Shape;335;p19"/>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6" name="Google Shape;336;p19"/>
          <p:cNvSpPr txBox="1"/>
          <p:nvPr/>
        </p:nvSpPr>
        <p:spPr>
          <a:xfrm>
            <a:off x="228600" y="152400"/>
            <a:ext cx="5468938"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hlink"/>
                </a:solidFill>
                <a:latin typeface="Times"/>
                <a:ea typeface="Times"/>
                <a:cs typeface="Times"/>
                <a:sym typeface="Times"/>
              </a:rPr>
              <a:t>Topics Discussed in the Section</a:t>
            </a:r>
            <a:endParaRPr/>
          </a:p>
        </p:txBody>
      </p:sp>
      <p:sp>
        <p:nvSpPr>
          <p:cNvPr id="337" name="Google Shape;337;p19"/>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338" name="Google Shape;338;p19"/>
          <p:cNvSpPr/>
          <p:nvPr/>
        </p:nvSpPr>
        <p:spPr>
          <a:xfrm>
            <a:off x="304800" y="989013"/>
            <a:ext cx="6705600" cy="1031875"/>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Comparison between OSI and TCP/IP</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Layers in the TCP/IP Suite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0"/>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345" name="Google Shape;345;p20"/>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6" name="Google Shape;346;p20"/>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2.7</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Layers in the TCP/IP Protocol Suite</a:t>
            </a:r>
            <a:endParaRPr/>
          </a:p>
        </p:txBody>
      </p:sp>
      <p:sp>
        <p:nvSpPr>
          <p:cNvPr id="347" name="Google Shape;347;p20"/>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48" name="Google Shape;348;p20"/>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49" name="Google Shape;349;p20"/>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50" name="Google Shape;350;p20"/>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51" name="Google Shape;351;p20"/>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52" name="Google Shape;352;p20"/>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53" name="Google Shape;353;p20"/>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354" name="Google Shape;354;p20"/>
          <p:cNvPicPr preferRelativeResize="0"/>
          <p:nvPr/>
        </p:nvPicPr>
        <p:blipFill rotWithShape="1">
          <a:blip r:embed="rId3">
            <a:alphaModFix/>
          </a:blip>
          <a:srcRect b="0" l="0" r="0" t="0"/>
          <a:stretch/>
        </p:blipFill>
        <p:spPr>
          <a:xfrm>
            <a:off x="381000" y="1809750"/>
            <a:ext cx="2897188" cy="3752850"/>
          </a:xfrm>
          <a:prstGeom prst="rect">
            <a:avLst/>
          </a:prstGeom>
          <a:noFill/>
          <a:ln>
            <a:noFill/>
          </a:ln>
        </p:spPr>
      </p:pic>
      <p:pic>
        <p:nvPicPr>
          <p:cNvPr id="355" name="Google Shape;355;p20"/>
          <p:cNvPicPr preferRelativeResize="0"/>
          <p:nvPr/>
        </p:nvPicPr>
        <p:blipFill rotWithShape="1">
          <a:blip r:embed="rId4">
            <a:alphaModFix/>
          </a:blip>
          <a:srcRect b="0" l="0" r="0" t="0"/>
          <a:stretch/>
        </p:blipFill>
        <p:spPr>
          <a:xfrm>
            <a:off x="5310188" y="1828800"/>
            <a:ext cx="3757612" cy="3757613"/>
          </a:xfrm>
          <a:prstGeom prst="rect">
            <a:avLst/>
          </a:prstGeom>
          <a:noFill/>
          <a:ln>
            <a:noFill/>
          </a:ln>
        </p:spPr>
      </p:pic>
      <p:pic>
        <p:nvPicPr>
          <p:cNvPr id="356" name="Google Shape;356;p20"/>
          <p:cNvPicPr preferRelativeResize="0"/>
          <p:nvPr/>
        </p:nvPicPr>
        <p:blipFill rotWithShape="1">
          <a:blip r:embed="rId5">
            <a:alphaModFix/>
          </a:blip>
          <a:srcRect b="0" l="0" r="0" t="0"/>
          <a:stretch/>
        </p:blipFill>
        <p:spPr>
          <a:xfrm>
            <a:off x="3581400" y="1981200"/>
            <a:ext cx="1425575" cy="294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2000"/>
                                        <p:tgtEl>
                                          <p:spTgt spid="3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1"/>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363" name="Google Shape;363;p21"/>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4" name="Google Shape;364;p21"/>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2.8</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TCP/IP and OSI model</a:t>
            </a:r>
            <a:endParaRPr/>
          </a:p>
        </p:txBody>
      </p:sp>
      <p:sp>
        <p:nvSpPr>
          <p:cNvPr id="365" name="Google Shape;365;p21"/>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66" name="Google Shape;366;p21"/>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67" name="Google Shape;367;p21"/>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68" name="Google Shape;368;p21"/>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69" name="Google Shape;369;p21"/>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70" name="Google Shape;370;p21"/>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71" name="Google Shape;371;p21"/>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372" name="Google Shape;372;p21"/>
          <p:cNvPicPr preferRelativeResize="0"/>
          <p:nvPr/>
        </p:nvPicPr>
        <p:blipFill rotWithShape="1">
          <a:blip r:embed="rId3">
            <a:alphaModFix/>
          </a:blip>
          <a:srcRect b="0" l="0" r="0" t="0"/>
          <a:stretch/>
        </p:blipFill>
        <p:spPr>
          <a:xfrm>
            <a:off x="685800" y="1143000"/>
            <a:ext cx="1858963" cy="4953000"/>
          </a:xfrm>
          <a:prstGeom prst="rect">
            <a:avLst/>
          </a:prstGeom>
          <a:noFill/>
          <a:ln>
            <a:noFill/>
          </a:ln>
        </p:spPr>
      </p:pic>
      <p:pic>
        <p:nvPicPr>
          <p:cNvPr id="373" name="Google Shape;373;p21"/>
          <p:cNvPicPr preferRelativeResize="0"/>
          <p:nvPr/>
        </p:nvPicPr>
        <p:blipFill rotWithShape="1">
          <a:blip r:embed="rId4">
            <a:alphaModFix/>
          </a:blip>
          <a:srcRect b="0" l="0" r="0" t="0"/>
          <a:stretch/>
        </p:blipFill>
        <p:spPr>
          <a:xfrm>
            <a:off x="3500438" y="1143000"/>
            <a:ext cx="5491162" cy="4918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0"/>
                                        <p:tgtEl>
                                          <p:spTgt spid="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22"/>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380" name="Google Shape;380;p22"/>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1" name="Google Shape;381;p22"/>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2.9</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A private internet</a:t>
            </a:r>
            <a:endParaRPr/>
          </a:p>
        </p:txBody>
      </p:sp>
      <p:sp>
        <p:nvSpPr>
          <p:cNvPr id="382" name="Google Shape;382;p22"/>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83" name="Google Shape;383;p22"/>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84" name="Google Shape;384;p22"/>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85" name="Google Shape;385;p22"/>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86" name="Google Shape;386;p22"/>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87" name="Google Shape;387;p22"/>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88" name="Google Shape;388;p22"/>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389" name="Google Shape;389;p22"/>
          <p:cNvPicPr preferRelativeResize="0"/>
          <p:nvPr/>
        </p:nvPicPr>
        <p:blipFill rotWithShape="1">
          <a:blip r:embed="rId3">
            <a:alphaModFix/>
          </a:blip>
          <a:srcRect b="0" l="0" r="0" t="0"/>
          <a:stretch/>
        </p:blipFill>
        <p:spPr>
          <a:xfrm>
            <a:off x="715963" y="2382838"/>
            <a:ext cx="7513637" cy="264636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3"/>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396" name="Google Shape;396;p23"/>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7" name="Google Shape;397;p23"/>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2.10</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Communication at the physical layer</a:t>
            </a:r>
            <a:endParaRPr/>
          </a:p>
        </p:txBody>
      </p:sp>
      <p:sp>
        <p:nvSpPr>
          <p:cNvPr id="398" name="Google Shape;398;p23"/>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399" name="Google Shape;399;p23"/>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00" name="Google Shape;400;p23"/>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01" name="Google Shape;401;p23"/>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02" name="Google Shape;402;p23"/>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03" name="Google Shape;403;p23"/>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404" name="Google Shape;404;p23"/>
          <p:cNvPicPr preferRelativeResize="0"/>
          <p:nvPr/>
        </p:nvPicPr>
        <p:blipFill rotWithShape="1">
          <a:blip r:embed="rId3">
            <a:alphaModFix/>
          </a:blip>
          <a:srcRect b="0" l="0" r="0" t="0"/>
          <a:stretch/>
        </p:blipFill>
        <p:spPr>
          <a:xfrm>
            <a:off x="1006475" y="3138488"/>
            <a:ext cx="6883400" cy="2424112"/>
          </a:xfrm>
          <a:prstGeom prst="rect">
            <a:avLst/>
          </a:prstGeom>
          <a:noFill/>
          <a:ln>
            <a:noFill/>
          </a:ln>
        </p:spPr>
      </p:pic>
      <p:sp>
        <p:nvSpPr>
          <p:cNvPr id="405" name="Google Shape;405;p23"/>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406" name="Google Shape;406;p23"/>
          <p:cNvPicPr preferRelativeResize="0"/>
          <p:nvPr/>
        </p:nvPicPr>
        <p:blipFill rotWithShape="1">
          <a:blip r:embed="rId4">
            <a:alphaModFix/>
          </a:blip>
          <a:srcRect b="0" l="0" r="0" t="0"/>
          <a:stretch/>
        </p:blipFill>
        <p:spPr>
          <a:xfrm>
            <a:off x="366713" y="1289050"/>
            <a:ext cx="8091487" cy="1027113"/>
          </a:xfrm>
          <a:prstGeom prst="rect">
            <a:avLst/>
          </a:prstGeom>
          <a:noFill/>
          <a:ln>
            <a:noFill/>
          </a:ln>
        </p:spPr>
      </p:pic>
      <p:pic>
        <p:nvPicPr>
          <p:cNvPr id="407" name="Google Shape;407;p23"/>
          <p:cNvPicPr preferRelativeResize="0"/>
          <p:nvPr/>
        </p:nvPicPr>
        <p:blipFill rotWithShape="1">
          <a:blip r:embed="rId5">
            <a:alphaModFix/>
          </a:blip>
          <a:srcRect b="0" l="0" r="0" t="0"/>
          <a:stretch/>
        </p:blipFill>
        <p:spPr>
          <a:xfrm>
            <a:off x="1219200" y="4186238"/>
            <a:ext cx="1746250" cy="309562"/>
          </a:xfrm>
          <a:prstGeom prst="rect">
            <a:avLst/>
          </a:prstGeom>
          <a:noFill/>
          <a:ln>
            <a:noFill/>
          </a:ln>
        </p:spPr>
      </p:pic>
      <p:pic>
        <p:nvPicPr>
          <p:cNvPr id="408" name="Google Shape;408;p23"/>
          <p:cNvPicPr preferRelativeResize="0"/>
          <p:nvPr/>
        </p:nvPicPr>
        <p:blipFill rotWithShape="1">
          <a:blip r:embed="rId6">
            <a:alphaModFix/>
          </a:blip>
          <a:srcRect b="0" l="0" r="0" t="0"/>
          <a:stretch/>
        </p:blipFill>
        <p:spPr>
          <a:xfrm>
            <a:off x="2901950" y="4343400"/>
            <a:ext cx="831850" cy="1068388"/>
          </a:xfrm>
          <a:prstGeom prst="rect">
            <a:avLst/>
          </a:prstGeom>
          <a:noFill/>
          <a:ln>
            <a:noFill/>
          </a:ln>
        </p:spPr>
      </p:pic>
      <p:pic>
        <p:nvPicPr>
          <p:cNvPr id="409" name="Google Shape;409;p23"/>
          <p:cNvPicPr preferRelativeResize="0"/>
          <p:nvPr/>
        </p:nvPicPr>
        <p:blipFill rotWithShape="1">
          <a:blip r:embed="rId7">
            <a:alphaModFix/>
          </a:blip>
          <a:srcRect b="0" l="0" r="0" t="0"/>
          <a:stretch/>
        </p:blipFill>
        <p:spPr>
          <a:xfrm>
            <a:off x="4200525" y="5468938"/>
            <a:ext cx="1362075" cy="322262"/>
          </a:xfrm>
          <a:prstGeom prst="rect">
            <a:avLst/>
          </a:prstGeom>
          <a:noFill/>
          <a:ln>
            <a:noFill/>
          </a:ln>
        </p:spPr>
      </p:pic>
      <p:pic>
        <p:nvPicPr>
          <p:cNvPr id="410" name="Google Shape;410;p23"/>
          <p:cNvPicPr preferRelativeResize="0"/>
          <p:nvPr/>
        </p:nvPicPr>
        <p:blipFill rotWithShape="1">
          <a:blip r:embed="rId8">
            <a:alphaModFix/>
          </a:blip>
          <a:srcRect b="0" l="0" r="0" t="0"/>
          <a:stretch/>
        </p:blipFill>
        <p:spPr>
          <a:xfrm>
            <a:off x="5638800" y="5486400"/>
            <a:ext cx="2028825" cy="352425"/>
          </a:xfrm>
          <a:prstGeom prst="rect">
            <a:avLst/>
          </a:prstGeom>
          <a:noFill/>
          <a:ln>
            <a:noFill/>
          </a:ln>
        </p:spPr>
      </p:pic>
      <p:pic>
        <p:nvPicPr>
          <p:cNvPr id="411" name="Google Shape;411;p23"/>
          <p:cNvPicPr preferRelativeResize="0"/>
          <p:nvPr/>
        </p:nvPicPr>
        <p:blipFill rotWithShape="1">
          <a:blip r:embed="rId9">
            <a:alphaModFix/>
          </a:blip>
          <a:srcRect b="0" l="0" r="0" t="0"/>
          <a:stretch/>
        </p:blipFill>
        <p:spPr>
          <a:xfrm>
            <a:off x="3276600" y="2190750"/>
            <a:ext cx="658813" cy="400050"/>
          </a:xfrm>
          <a:prstGeom prst="rect">
            <a:avLst/>
          </a:prstGeom>
          <a:noFill/>
          <a:ln>
            <a:noFill/>
          </a:ln>
        </p:spPr>
      </p:pic>
      <p:pic>
        <p:nvPicPr>
          <p:cNvPr id="412" name="Google Shape;412;p23"/>
          <p:cNvPicPr preferRelativeResize="0"/>
          <p:nvPr/>
        </p:nvPicPr>
        <p:blipFill rotWithShape="1">
          <a:blip r:embed="rId10">
            <a:alphaModFix/>
          </a:blip>
          <a:srcRect b="0" l="0" r="0" t="0"/>
          <a:stretch/>
        </p:blipFill>
        <p:spPr>
          <a:xfrm>
            <a:off x="4224338" y="2176463"/>
            <a:ext cx="1262062" cy="414337"/>
          </a:xfrm>
          <a:prstGeom prst="rect">
            <a:avLst/>
          </a:prstGeom>
          <a:noFill/>
          <a:ln>
            <a:noFill/>
          </a:ln>
        </p:spPr>
      </p:pic>
      <p:pic>
        <p:nvPicPr>
          <p:cNvPr id="413" name="Google Shape;413;p23"/>
          <p:cNvPicPr preferRelativeResize="0"/>
          <p:nvPr/>
        </p:nvPicPr>
        <p:blipFill rotWithShape="1">
          <a:blip r:embed="rId11">
            <a:alphaModFix/>
          </a:blip>
          <a:srcRect b="0" l="0" r="0" t="0"/>
          <a:stretch/>
        </p:blipFill>
        <p:spPr>
          <a:xfrm>
            <a:off x="5800725" y="2182813"/>
            <a:ext cx="1819275" cy="407987"/>
          </a:xfrm>
          <a:prstGeom prst="rect">
            <a:avLst/>
          </a:prstGeom>
          <a:noFill/>
          <a:ln>
            <a:noFill/>
          </a:ln>
        </p:spPr>
      </p:pic>
      <p:pic>
        <p:nvPicPr>
          <p:cNvPr id="414" name="Google Shape;414;p23"/>
          <p:cNvPicPr preferRelativeResize="0"/>
          <p:nvPr/>
        </p:nvPicPr>
        <p:blipFill rotWithShape="1">
          <a:blip r:embed="rId12">
            <a:alphaModFix/>
          </a:blip>
          <a:srcRect b="0" l="0" r="0" t="0"/>
          <a:stretch/>
        </p:blipFill>
        <p:spPr>
          <a:xfrm>
            <a:off x="1295400" y="2187575"/>
            <a:ext cx="1682750" cy="403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2000"/>
                                        <p:tgtEl>
                                          <p:spTgt spid="414"/>
                                        </p:tgtEl>
                                      </p:cBhvr>
                                    </p:animEffect>
                                  </p:childTnLst>
                                </p:cTn>
                              </p:par>
                              <p:par>
                                <p:cTn fill="hold" nodeType="with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2000"/>
                                        <p:tgtEl>
                                          <p:spTgt spid="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2000"/>
                                        <p:tgtEl>
                                          <p:spTgt spid="411"/>
                                        </p:tgtEl>
                                      </p:cBhvr>
                                    </p:animEffect>
                                  </p:childTnLst>
                                </p:cTn>
                              </p:par>
                              <p:par>
                                <p:cTn fill="hold" nodeType="with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20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2000"/>
                                        <p:tgtEl>
                                          <p:spTgt spid="412"/>
                                        </p:tgtEl>
                                      </p:cBhvr>
                                    </p:animEffect>
                                  </p:childTnLst>
                                </p:cTn>
                              </p:par>
                              <p:par>
                                <p:cTn fill="hold" nodeType="with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2000"/>
                                        <p:tgtEl>
                                          <p:spTgt spid="4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2000"/>
                                        <p:tgtEl>
                                          <p:spTgt spid="413"/>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2000"/>
                                        <p:tgtEl>
                                          <p:spTgt spid="4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4"/>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421" name="Google Shape;421;p24"/>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2" name="Google Shape;422;p24"/>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23" name="Google Shape;423;p24"/>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24" name="Google Shape;424;p24"/>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25" name="Google Shape;425;p24"/>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26" name="Google Shape;426;p24"/>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27" name="Google Shape;427;p24"/>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28" name="Google Shape;428;p24"/>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cxnSp>
        <p:nvCxnSpPr>
          <p:cNvPr id="429" name="Google Shape;429;p24"/>
          <p:cNvCxnSpPr/>
          <p:nvPr/>
        </p:nvCxnSpPr>
        <p:spPr>
          <a:xfrm>
            <a:off x="609600" y="2971800"/>
            <a:ext cx="8153400" cy="0"/>
          </a:xfrm>
          <a:prstGeom prst="straightConnector1">
            <a:avLst/>
          </a:prstGeom>
          <a:noFill/>
          <a:ln cap="flat" cmpd="sng" w="76200">
            <a:solidFill>
              <a:schemeClr val="folHlink"/>
            </a:solidFill>
            <a:prstDash val="solid"/>
            <a:round/>
            <a:headEnd len="med" w="med" type="none"/>
            <a:tailEnd len="med" w="med" type="none"/>
          </a:ln>
        </p:spPr>
      </p:cxnSp>
      <p:cxnSp>
        <p:nvCxnSpPr>
          <p:cNvPr id="430" name="Google Shape;430;p24"/>
          <p:cNvCxnSpPr/>
          <p:nvPr/>
        </p:nvCxnSpPr>
        <p:spPr>
          <a:xfrm>
            <a:off x="609600" y="4191000"/>
            <a:ext cx="8153400" cy="0"/>
          </a:xfrm>
          <a:prstGeom prst="straightConnector1">
            <a:avLst/>
          </a:prstGeom>
          <a:noFill/>
          <a:ln cap="flat" cmpd="sng" w="76200">
            <a:solidFill>
              <a:schemeClr val="folHlink"/>
            </a:solidFill>
            <a:prstDash val="solid"/>
            <a:round/>
            <a:headEnd len="med" w="med" type="none"/>
            <a:tailEnd len="med" w="med" type="none"/>
          </a:ln>
        </p:spPr>
      </p:cxnSp>
      <p:sp>
        <p:nvSpPr>
          <p:cNvPr id="431" name="Google Shape;431;p24"/>
          <p:cNvSpPr/>
          <p:nvPr/>
        </p:nvSpPr>
        <p:spPr>
          <a:xfrm>
            <a:off x="647700" y="3063875"/>
            <a:ext cx="8077200" cy="10668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The unit of communication at the physical layer is a bit.</a:t>
            </a:r>
            <a:endParaRPr/>
          </a:p>
        </p:txBody>
      </p:sp>
      <p:grpSp>
        <p:nvGrpSpPr>
          <p:cNvPr id="432" name="Google Shape;432;p24"/>
          <p:cNvGrpSpPr/>
          <p:nvPr/>
        </p:nvGrpSpPr>
        <p:grpSpPr>
          <a:xfrm>
            <a:off x="609600" y="2133600"/>
            <a:ext cx="1143000" cy="566738"/>
            <a:chOff x="1200" y="1248"/>
            <a:chExt cx="720" cy="357"/>
          </a:xfrm>
        </p:grpSpPr>
        <p:pic>
          <p:nvPicPr>
            <p:cNvPr id="433" name="Google Shape;433;p2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34" name="Google Shape;434;p2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500"/>
                                        <p:tgtEl>
                                          <p:spTgt spid="429"/>
                                        </p:tgtEl>
                                      </p:cBhvr>
                                    </p:animEffec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25"/>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441" name="Google Shape;441;p25"/>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42" name="Google Shape;442;p25"/>
          <p:cNvPicPr preferRelativeResize="0"/>
          <p:nvPr/>
        </p:nvPicPr>
        <p:blipFill rotWithShape="1">
          <a:blip r:embed="rId3">
            <a:alphaModFix/>
          </a:blip>
          <a:srcRect b="0" l="0" r="0" t="0"/>
          <a:stretch/>
        </p:blipFill>
        <p:spPr>
          <a:xfrm>
            <a:off x="879475" y="2992438"/>
            <a:ext cx="6892925" cy="2427287"/>
          </a:xfrm>
          <a:prstGeom prst="rect">
            <a:avLst/>
          </a:prstGeom>
          <a:noFill/>
          <a:ln>
            <a:noFill/>
          </a:ln>
        </p:spPr>
      </p:pic>
      <p:sp>
        <p:nvSpPr>
          <p:cNvPr id="443" name="Google Shape;443;p25"/>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2.11</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Communication at the data link layer</a:t>
            </a:r>
            <a:endParaRPr/>
          </a:p>
        </p:txBody>
      </p:sp>
      <p:sp>
        <p:nvSpPr>
          <p:cNvPr id="444" name="Google Shape;444;p25"/>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45" name="Google Shape;445;p25"/>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46" name="Google Shape;446;p25"/>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47" name="Google Shape;447;p25"/>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48" name="Google Shape;448;p25"/>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49" name="Google Shape;449;p25"/>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50" name="Google Shape;450;p25"/>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451" name="Google Shape;451;p25"/>
          <p:cNvPicPr preferRelativeResize="0"/>
          <p:nvPr/>
        </p:nvPicPr>
        <p:blipFill rotWithShape="1">
          <a:blip r:embed="rId4">
            <a:alphaModFix/>
          </a:blip>
          <a:srcRect b="0" l="0" r="0" t="0"/>
          <a:stretch/>
        </p:blipFill>
        <p:spPr>
          <a:xfrm>
            <a:off x="228600" y="1066800"/>
            <a:ext cx="8016875" cy="1552575"/>
          </a:xfrm>
          <a:prstGeom prst="rect">
            <a:avLst/>
          </a:prstGeom>
          <a:noFill/>
          <a:ln>
            <a:noFill/>
          </a:ln>
        </p:spPr>
      </p:pic>
      <p:pic>
        <p:nvPicPr>
          <p:cNvPr id="452" name="Google Shape;452;p25"/>
          <p:cNvPicPr preferRelativeResize="0"/>
          <p:nvPr/>
        </p:nvPicPr>
        <p:blipFill rotWithShape="1">
          <a:blip r:embed="rId5">
            <a:alphaModFix/>
          </a:blip>
          <a:srcRect b="0" l="0" r="0" t="0"/>
          <a:stretch/>
        </p:blipFill>
        <p:spPr>
          <a:xfrm>
            <a:off x="1146175" y="1878013"/>
            <a:ext cx="1673225" cy="817562"/>
          </a:xfrm>
          <a:prstGeom prst="rect">
            <a:avLst/>
          </a:prstGeom>
          <a:noFill/>
          <a:ln>
            <a:noFill/>
          </a:ln>
        </p:spPr>
      </p:pic>
      <p:pic>
        <p:nvPicPr>
          <p:cNvPr id="453" name="Google Shape;453;p25"/>
          <p:cNvPicPr preferRelativeResize="0"/>
          <p:nvPr/>
        </p:nvPicPr>
        <p:blipFill rotWithShape="1">
          <a:blip r:embed="rId6">
            <a:alphaModFix/>
          </a:blip>
          <a:srcRect b="0" l="0" r="0" t="0"/>
          <a:stretch/>
        </p:blipFill>
        <p:spPr>
          <a:xfrm>
            <a:off x="3067050" y="1892300"/>
            <a:ext cx="666750" cy="803275"/>
          </a:xfrm>
          <a:prstGeom prst="rect">
            <a:avLst/>
          </a:prstGeom>
          <a:noFill/>
          <a:ln>
            <a:noFill/>
          </a:ln>
        </p:spPr>
      </p:pic>
      <p:pic>
        <p:nvPicPr>
          <p:cNvPr id="454" name="Google Shape;454;p25"/>
          <p:cNvPicPr preferRelativeResize="0"/>
          <p:nvPr/>
        </p:nvPicPr>
        <p:blipFill rotWithShape="1">
          <a:blip r:embed="rId7">
            <a:alphaModFix/>
          </a:blip>
          <a:srcRect b="0" l="0" r="0" t="0"/>
          <a:stretch/>
        </p:blipFill>
        <p:spPr>
          <a:xfrm>
            <a:off x="4038600" y="1905000"/>
            <a:ext cx="1262063" cy="790575"/>
          </a:xfrm>
          <a:prstGeom prst="rect">
            <a:avLst/>
          </a:prstGeom>
          <a:noFill/>
          <a:ln>
            <a:noFill/>
          </a:ln>
        </p:spPr>
      </p:pic>
      <p:pic>
        <p:nvPicPr>
          <p:cNvPr id="455" name="Google Shape;455;p25"/>
          <p:cNvPicPr preferRelativeResize="0"/>
          <p:nvPr/>
        </p:nvPicPr>
        <p:blipFill rotWithShape="1">
          <a:blip r:embed="rId8">
            <a:alphaModFix/>
          </a:blip>
          <a:srcRect b="0" l="0" r="0" t="0"/>
          <a:stretch/>
        </p:blipFill>
        <p:spPr>
          <a:xfrm>
            <a:off x="5572125" y="1885950"/>
            <a:ext cx="1819275" cy="809625"/>
          </a:xfrm>
          <a:prstGeom prst="rect">
            <a:avLst/>
          </a:prstGeom>
          <a:noFill/>
          <a:ln>
            <a:noFill/>
          </a:ln>
        </p:spPr>
      </p:pic>
      <p:pic>
        <p:nvPicPr>
          <p:cNvPr id="456" name="Google Shape;456;p25"/>
          <p:cNvPicPr preferRelativeResize="0"/>
          <p:nvPr/>
        </p:nvPicPr>
        <p:blipFill rotWithShape="1">
          <a:blip r:embed="rId9">
            <a:alphaModFix/>
          </a:blip>
          <a:srcRect b="0" l="0" r="0" t="0"/>
          <a:stretch/>
        </p:blipFill>
        <p:spPr>
          <a:xfrm>
            <a:off x="1149350" y="4038600"/>
            <a:ext cx="1746250" cy="576263"/>
          </a:xfrm>
          <a:prstGeom prst="rect">
            <a:avLst/>
          </a:prstGeom>
          <a:noFill/>
          <a:ln>
            <a:noFill/>
          </a:ln>
        </p:spPr>
      </p:pic>
      <p:pic>
        <p:nvPicPr>
          <p:cNvPr id="457" name="Google Shape;457;p25"/>
          <p:cNvPicPr preferRelativeResize="0"/>
          <p:nvPr/>
        </p:nvPicPr>
        <p:blipFill rotWithShape="1">
          <a:blip r:embed="rId10">
            <a:alphaModFix/>
          </a:blip>
          <a:srcRect b="0" l="0" r="0" t="0"/>
          <a:stretch/>
        </p:blipFill>
        <p:spPr>
          <a:xfrm>
            <a:off x="2590800" y="4192588"/>
            <a:ext cx="996950" cy="1065212"/>
          </a:xfrm>
          <a:prstGeom prst="rect">
            <a:avLst/>
          </a:prstGeom>
          <a:noFill/>
          <a:ln>
            <a:noFill/>
          </a:ln>
        </p:spPr>
      </p:pic>
      <p:pic>
        <p:nvPicPr>
          <p:cNvPr id="458" name="Google Shape;458;p25"/>
          <p:cNvPicPr preferRelativeResize="0"/>
          <p:nvPr/>
        </p:nvPicPr>
        <p:blipFill rotWithShape="1">
          <a:blip r:embed="rId11">
            <a:alphaModFix/>
          </a:blip>
          <a:srcRect b="0" l="0" r="0" t="0"/>
          <a:stretch/>
        </p:blipFill>
        <p:spPr>
          <a:xfrm>
            <a:off x="4038600" y="5349875"/>
            <a:ext cx="1362075" cy="593725"/>
          </a:xfrm>
          <a:prstGeom prst="rect">
            <a:avLst/>
          </a:prstGeom>
          <a:noFill/>
          <a:ln>
            <a:noFill/>
          </a:ln>
        </p:spPr>
      </p:pic>
      <p:pic>
        <p:nvPicPr>
          <p:cNvPr id="459" name="Google Shape;459;p25"/>
          <p:cNvPicPr preferRelativeResize="0"/>
          <p:nvPr/>
        </p:nvPicPr>
        <p:blipFill rotWithShape="1">
          <a:blip r:embed="rId12">
            <a:alphaModFix/>
          </a:blip>
          <a:srcRect b="0" l="0" r="0" t="0"/>
          <a:stretch/>
        </p:blipFill>
        <p:spPr>
          <a:xfrm>
            <a:off x="5514975" y="5334000"/>
            <a:ext cx="2028825" cy="5381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2000"/>
                                        <p:tgtEl>
                                          <p:spTgt spid="452"/>
                                        </p:tgtEl>
                                      </p:cBhvr>
                                    </p:animEffect>
                                  </p:childTnLst>
                                </p:cTn>
                              </p:par>
                              <p:par>
                                <p:cTn fill="hold" nodeType="with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2000"/>
                                        <p:tgtEl>
                                          <p:spTgt spid="4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2000"/>
                                        <p:tgtEl>
                                          <p:spTgt spid="453"/>
                                        </p:tgtEl>
                                      </p:cBhvr>
                                    </p:animEffect>
                                  </p:childTnLst>
                                </p:cTn>
                              </p:par>
                              <p:par>
                                <p:cTn fill="hold" nodeType="with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2000"/>
                                        <p:tgtEl>
                                          <p:spTgt spid="4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2000"/>
                                        <p:tgtEl>
                                          <p:spTgt spid="454"/>
                                        </p:tgtEl>
                                      </p:cBhvr>
                                    </p:animEffect>
                                  </p:childTnLst>
                                </p:cTn>
                              </p:par>
                              <p:par>
                                <p:cTn fill="hold" nodeType="with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2000"/>
                                        <p:tgtEl>
                                          <p:spTgt spid="4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2000"/>
                                        <p:tgtEl>
                                          <p:spTgt spid="455"/>
                                        </p:tgtEl>
                                      </p:cBhvr>
                                    </p:animEffect>
                                  </p:childTnLst>
                                </p:cTn>
                              </p:par>
                              <p:par>
                                <p:cTn fill="hold" nodeType="with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2000"/>
                                        <p:tgtEl>
                                          <p:spTgt spid="4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26"/>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466" name="Google Shape;466;p26"/>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67" name="Google Shape;467;p26"/>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68" name="Google Shape;468;p26"/>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69" name="Google Shape;469;p26"/>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70" name="Google Shape;470;p26"/>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71" name="Google Shape;471;p26"/>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72" name="Google Shape;472;p26"/>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73" name="Google Shape;473;p26"/>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cxnSp>
        <p:nvCxnSpPr>
          <p:cNvPr id="474" name="Google Shape;474;p26"/>
          <p:cNvCxnSpPr/>
          <p:nvPr/>
        </p:nvCxnSpPr>
        <p:spPr>
          <a:xfrm>
            <a:off x="609600" y="2971800"/>
            <a:ext cx="8153400" cy="0"/>
          </a:xfrm>
          <a:prstGeom prst="straightConnector1">
            <a:avLst/>
          </a:prstGeom>
          <a:noFill/>
          <a:ln cap="flat" cmpd="sng" w="76200">
            <a:solidFill>
              <a:schemeClr val="folHlink"/>
            </a:solidFill>
            <a:prstDash val="solid"/>
            <a:round/>
            <a:headEnd len="med" w="med" type="none"/>
            <a:tailEnd len="med" w="med" type="none"/>
          </a:ln>
        </p:spPr>
      </p:cxnSp>
      <p:cxnSp>
        <p:nvCxnSpPr>
          <p:cNvPr id="475" name="Google Shape;475;p26"/>
          <p:cNvCxnSpPr/>
          <p:nvPr/>
        </p:nvCxnSpPr>
        <p:spPr>
          <a:xfrm>
            <a:off x="609600" y="4191000"/>
            <a:ext cx="8153400" cy="0"/>
          </a:xfrm>
          <a:prstGeom prst="straightConnector1">
            <a:avLst/>
          </a:prstGeom>
          <a:noFill/>
          <a:ln cap="flat" cmpd="sng" w="76200">
            <a:solidFill>
              <a:schemeClr val="folHlink"/>
            </a:solidFill>
            <a:prstDash val="solid"/>
            <a:round/>
            <a:headEnd len="med" w="med" type="none"/>
            <a:tailEnd len="med" w="med" type="none"/>
          </a:ln>
        </p:spPr>
      </p:cxnSp>
      <p:sp>
        <p:nvSpPr>
          <p:cNvPr id="476" name="Google Shape;476;p26"/>
          <p:cNvSpPr/>
          <p:nvPr/>
        </p:nvSpPr>
        <p:spPr>
          <a:xfrm>
            <a:off x="647700" y="3063875"/>
            <a:ext cx="8077200" cy="10668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The unit of communication at the data link layer is a frame.</a:t>
            </a:r>
            <a:endParaRPr/>
          </a:p>
        </p:txBody>
      </p:sp>
      <p:grpSp>
        <p:nvGrpSpPr>
          <p:cNvPr id="477" name="Google Shape;477;p26"/>
          <p:cNvGrpSpPr/>
          <p:nvPr/>
        </p:nvGrpSpPr>
        <p:grpSpPr>
          <a:xfrm>
            <a:off x="609600" y="2133600"/>
            <a:ext cx="1143000" cy="566738"/>
            <a:chOff x="1200" y="1248"/>
            <a:chExt cx="720" cy="357"/>
          </a:xfrm>
        </p:grpSpPr>
        <p:pic>
          <p:nvPicPr>
            <p:cNvPr id="478" name="Google Shape;478;p2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79" name="Google Shape;479;p26"/>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500"/>
                                        <p:tgtEl>
                                          <p:spTgt spid="4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7"/>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486" name="Google Shape;486;p27"/>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87" name="Google Shape;487;p27"/>
          <p:cNvPicPr preferRelativeResize="0"/>
          <p:nvPr/>
        </p:nvPicPr>
        <p:blipFill rotWithShape="1">
          <a:blip r:embed="rId3">
            <a:alphaModFix/>
          </a:blip>
          <a:srcRect b="0" l="0" r="0" t="0"/>
          <a:stretch/>
        </p:blipFill>
        <p:spPr>
          <a:xfrm>
            <a:off x="715963" y="3211513"/>
            <a:ext cx="6892925" cy="2427287"/>
          </a:xfrm>
          <a:prstGeom prst="rect">
            <a:avLst/>
          </a:prstGeom>
          <a:noFill/>
          <a:ln>
            <a:noFill/>
          </a:ln>
        </p:spPr>
      </p:pic>
      <p:sp>
        <p:nvSpPr>
          <p:cNvPr id="488" name="Google Shape;488;p27"/>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2.12</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Communication at the network layer</a:t>
            </a:r>
            <a:endParaRPr/>
          </a:p>
        </p:txBody>
      </p:sp>
      <p:sp>
        <p:nvSpPr>
          <p:cNvPr id="489" name="Google Shape;489;p27"/>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90" name="Google Shape;490;p27"/>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91" name="Google Shape;491;p27"/>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92" name="Google Shape;492;p27"/>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93" name="Google Shape;493;p27"/>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94" name="Google Shape;494;p27"/>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495" name="Google Shape;495;p27"/>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496" name="Google Shape;496;p27"/>
          <p:cNvPicPr preferRelativeResize="0"/>
          <p:nvPr/>
        </p:nvPicPr>
        <p:blipFill rotWithShape="1">
          <a:blip r:embed="rId4">
            <a:alphaModFix/>
          </a:blip>
          <a:srcRect b="0" l="0" r="0" t="0"/>
          <a:stretch/>
        </p:blipFill>
        <p:spPr>
          <a:xfrm>
            <a:off x="152400" y="838200"/>
            <a:ext cx="8034338" cy="1941513"/>
          </a:xfrm>
          <a:prstGeom prst="rect">
            <a:avLst/>
          </a:prstGeom>
          <a:noFill/>
          <a:ln>
            <a:noFill/>
          </a:ln>
        </p:spPr>
      </p:pic>
      <p:pic>
        <p:nvPicPr>
          <p:cNvPr id="497" name="Google Shape;497;p27"/>
          <p:cNvPicPr preferRelativeResize="0"/>
          <p:nvPr/>
        </p:nvPicPr>
        <p:blipFill rotWithShape="1">
          <a:blip r:embed="rId5">
            <a:alphaModFix/>
          </a:blip>
          <a:srcRect b="0" l="0" r="0" t="0"/>
          <a:stretch/>
        </p:blipFill>
        <p:spPr>
          <a:xfrm>
            <a:off x="990600" y="1676400"/>
            <a:ext cx="6324600" cy="1300163"/>
          </a:xfrm>
          <a:prstGeom prst="rect">
            <a:avLst/>
          </a:prstGeom>
          <a:noFill/>
          <a:ln>
            <a:noFill/>
          </a:ln>
        </p:spPr>
      </p:pic>
      <p:pic>
        <p:nvPicPr>
          <p:cNvPr id="498" name="Google Shape;498;p27"/>
          <p:cNvPicPr preferRelativeResize="0"/>
          <p:nvPr/>
        </p:nvPicPr>
        <p:blipFill rotWithShape="1">
          <a:blip r:embed="rId6">
            <a:alphaModFix/>
          </a:blip>
          <a:srcRect b="0" l="0" r="0" t="0"/>
          <a:stretch/>
        </p:blipFill>
        <p:spPr>
          <a:xfrm>
            <a:off x="706438" y="4191000"/>
            <a:ext cx="6837362" cy="2035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5000"/>
                                        <p:tgtEl>
                                          <p:spTgt spid="497"/>
                                        </p:tgtEl>
                                      </p:cBhvr>
                                    </p:animEffect>
                                  </p:childTnLst>
                                </p:cTn>
                              </p:par>
                              <p:par>
                                <p:cTn fill="hold" nodeType="with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5000"/>
                                        <p:tgtEl>
                                          <p:spTgt spid="4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28"/>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505" name="Google Shape;505;p28"/>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06" name="Google Shape;506;p28"/>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07" name="Google Shape;507;p28"/>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08" name="Google Shape;508;p28"/>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09" name="Google Shape;509;p28"/>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10" name="Google Shape;510;p28"/>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11" name="Google Shape;511;p28"/>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12" name="Google Shape;512;p28"/>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cxnSp>
        <p:nvCxnSpPr>
          <p:cNvPr id="513" name="Google Shape;513;p28"/>
          <p:cNvCxnSpPr/>
          <p:nvPr/>
        </p:nvCxnSpPr>
        <p:spPr>
          <a:xfrm>
            <a:off x="609600" y="2971800"/>
            <a:ext cx="8153400" cy="0"/>
          </a:xfrm>
          <a:prstGeom prst="straightConnector1">
            <a:avLst/>
          </a:prstGeom>
          <a:noFill/>
          <a:ln cap="flat" cmpd="sng" w="76200">
            <a:solidFill>
              <a:schemeClr val="folHlink"/>
            </a:solidFill>
            <a:prstDash val="solid"/>
            <a:round/>
            <a:headEnd len="med" w="med" type="none"/>
            <a:tailEnd len="med" w="med" type="none"/>
          </a:ln>
        </p:spPr>
      </p:cxnSp>
      <p:cxnSp>
        <p:nvCxnSpPr>
          <p:cNvPr id="514" name="Google Shape;514;p28"/>
          <p:cNvCxnSpPr/>
          <p:nvPr/>
        </p:nvCxnSpPr>
        <p:spPr>
          <a:xfrm>
            <a:off x="609600" y="4191000"/>
            <a:ext cx="8153400" cy="0"/>
          </a:xfrm>
          <a:prstGeom prst="straightConnector1">
            <a:avLst/>
          </a:prstGeom>
          <a:noFill/>
          <a:ln cap="flat" cmpd="sng" w="76200">
            <a:solidFill>
              <a:schemeClr val="folHlink"/>
            </a:solidFill>
            <a:prstDash val="solid"/>
            <a:round/>
            <a:headEnd len="med" w="med" type="none"/>
            <a:tailEnd len="med" w="med" type="none"/>
          </a:ln>
        </p:spPr>
      </p:cxnSp>
      <p:sp>
        <p:nvSpPr>
          <p:cNvPr id="515" name="Google Shape;515;p28"/>
          <p:cNvSpPr/>
          <p:nvPr/>
        </p:nvSpPr>
        <p:spPr>
          <a:xfrm>
            <a:off x="647700" y="3063875"/>
            <a:ext cx="8077200" cy="10668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The unit of communication at the network layer is a datagram.</a:t>
            </a:r>
            <a:endParaRPr/>
          </a:p>
        </p:txBody>
      </p:sp>
      <p:grpSp>
        <p:nvGrpSpPr>
          <p:cNvPr id="516" name="Google Shape;516;p28"/>
          <p:cNvGrpSpPr/>
          <p:nvPr/>
        </p:nvGrpSpPr>
        <p:grpSpPr>
          <a:xfrm>
            <a:off x="609600" y="2133600"/>
            <a:ext cx="1143000" cy="566738"/>
            <a:chOff x="1200" y="1248"/>
            <a:chExt cx="720" cy="357"/>
          </a:xfrm>
        </p:grpSpPr>
        <p:pic>
          <p:nvPicPr>
            <p:cNvPr id="517" name="Google Shape;517;p28"/>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518" name="Google Shape;518;p28"/>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500"/>
                                        <p:tgtEl>
                                          <p:spTgt spid="514"/>
                                        </p:tgtEl>
                                      </p:cBhvr>
                                    </p:animEffec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29"/>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525" name="Google Shape;525;p29"/>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26" name="Google Shape;526;p29"/>
          <p:cNvPicPr preferRelativeResize="0"/>
          <p:nvPr/>
        </p:nvPicPr>
        <p:blipFill rotWithShape="1">
          <a:blip r:embed="rId3">
            <a:alphaModFix/>
          </a:blip>
          <a:srcRect b="0" l="0" r="0" t="0"/>
          <a:stretch/>
        </p:blipFill>
        <p:spPr>
          <a:xfrm>
            <a:off x="955675" y="3287713"/>
            <a:ext cx="6892925" cy="2427287"/>
          </a:xfrm>
          <a:prstGeom prst="rect">
            <a:avLst/>
          </a:prstGeom>
          <a:noFill/>
          <a:ln>
            <a:noFill/>
          </a:ln>
        </p:spPr>
      </p:pic>
      <p:sp>
        <p:nvSpPr>
          <p:cNvPr id="527" name="Google Shape;527;p29"/>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2.13</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Communication at transport layer</a:t>
            </a:r>
            <a:endParaRPr/>
          </a:p>
        </p:txBody>
      </p:sp>
      <p:sp>
        <p:nvSpPr>
          <p:cNvPr id="528" name="Google Shape;528;p29"/>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29" name="Google Shape;529;p29"/>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30" name="Google Shape;530;p29"/>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31" name="Google Shape;531;p29"/>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32" name="Google Shape;532;p29"/>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33" name="Google Shape;533;p29"/>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34" name="Google Shape;534;p29"/>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535" name="Google Shape;535;p29"/>
          <p:cNvPicPr preferRelativeResize="0"/>
          <p:nvPr/>
        </p:nvPicPr>
        <p:blipFill rotWithShape="1">
          <a:blip r:embed="rId4">
            <a:alphaModFix/>
          </a:blip>
          <a:srcRect b="0" l="0" r="0" t="0"/>
          <a:stretch/>
        </p:blipFill>
        <p:spPr>
          <a:xfrm>
            <a:off x="301625" y="838200"/>
            <a:ext cx="8080375" cy="2116138"/>
          </a:xfrm>
          <a:prstGeom prst="rect">
            <a:avLst/>
          </a:prstGeom>
          <a:noFill/>
          <a:ln>
            <a:noFill/>
          </a:ln>
        </p:spPr>
      </p:pic>
      <p:pic>
        <p:nvPicPr>
          <p:cNvPr id="536" name="Google Shape;536;p29"/>
          <p:cNvPicPr preferRelativeResize="0"/>
          <p:nvPr/>
        </p:nvPicPr>
        <p:blipFill rotWithShape="1">
          <a:blip r:embed="rId5">
            <a:alphaModFix/>
          </a:blip>
          <a:srcRect b="0" l="0" r="0" t="0"/>
          <a:stretch/>
        </p:blipFill>
        <p:spPr>
          <a:xfrm>
            <a:off x="1219200" y="1308100"/>
            <a:ext cx="6334125" cy="1739900"/>
          </a:xfrm>
          <a:prstGeom prst="rect">
            <a:avLst/>
          </a:prstGeom>
          <a:noFill/>
          <a:ln>
            <a:noFill/>
          </a:ln>
        </p:spPr>
      </p:pic>
      <p:pic>
        <p:nvPicPr>
          <p:cNvPr id="537" name="Google Shape;537;p29"/>
          <p:cNvPicPr preferRelativeResize="0"/>
          <p:nvPr/>
        </p:nvPicPr>
        <p:blipFill rotWithShape="1">
          <a:blip r:embed="rId6">
            <a:alphaModFix/>
          </a:blip>
          <a:srcRect b="0" l="0" r="0" t="0"/>
          <a:stretch/>
        </p:blipFill>
        <p:spPr>
          <a:xfrm>
            <a:off x="977900" y="4267200"/>
            <a:ext cx="6946900" cy="20367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2000"/>
                                        <p:tgtEl>
                                          <p:spTgt spid="5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3000"/>
                                        <p:tgtEl>
                                          <p:spTgt spid="537"/>
                                        </p:tgtEl>
                                      </p:cBhvr>
                                    </p:animEffect>
                                  </p:childTnLst>
                                </p:cTn>
                              </p:par>
                              <p:par>
                                <p:cTn fill="hold" nodeType="with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3000"/>
                                        <p:tgtEl>
                                          <p:spTgt spid="5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30"/>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544" name="Google Shape;544;p30"/>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45" name="Google Shape;545;p30"/>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46" name="Google Shape;546;p30"/>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47" name="Google Shape;547;p30"/>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48" name="Google Shape;548;p30"/>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49" name="Google Shape;549;p30"/>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50" name="Google Shape;550;p30"/>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51" name="Google Shape;551;p30"/>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cxnSp>
        <p:nvCxnSpPr>
          <p:cNvPr id="552" name="Google Shape;552;p30"/>
          <p:cNvCxnSpPr/>
          <p:nvPr/>
        </p:nvCxnSpPr>
        <p:spPr>
          <a:xfrm>
            <a:off x="609600" y="2971800"/>
            <a:ext cx="8153400" cy="0"/>
          </a:xfrm>
          <a:prstGeom prst="straightConnector1">
            <a:avLst/>
          </a:prstGeom>
          <a:noFill/>
          <a:ln cap="flat" cmpd="sng" w="76200">
            <a:solidFill>
              <a:schemeClr val="folHlink"/>
            </a:solidFill>
            <a:prstDash val="solid"/>
            <a:round/>
            <a:headEnd len="med" w="med" type="none"/>
            <a:tailEnd len="med" w="med" type="none"/>
          </a:ln>
        </p:spPr>
      </p:cxnSp>
      <p:cxnSp>
        <p:nvCxnSpPr>
          <p:cNvPr id="553" name="Google Shape;553;p30"/>
          <p:cNvCxnSpPr/>
          <p:nvPr/>
        </p:nvCxnSpPr>
        <p:spPr>
          <a:xfrm>
            <a:off x="609600" y="5181600"/>
            <a:ext cx="8153400" cy="0"/>
          </a:xfrm>
          <a:prstGeom prst="straightConnector1">
            <a:avLst/>
          </a:prstGeom>
          <a:noFill/>
          <a:ln cap="flat" cmpd="sng" w="76200">
            <a:solidFill>
              <a:schemeClr val="folHlink"/>
            </a:solidFill>
            <a:prstDash val="solid"/>
            <a:round/>
            <a:headEnd len="med" w="med" type="none"/>
            <a:tailEnd len="med" w="med" type="none"/>
          </a:ln>
        </p:spPr>
      </p:cxnSp>
      <p:sp>
        <p:nvSpPr>
          <p:cNvPr id="554" name="Google Shape;554;p30"/>
          <p:cNvSpPr/>
          <p:nvPr/>
        </p:nvSpPr>
        <p:spPr>
          <a:xfrm>
            <a:off x="647700" y="3063875"/>
            <a:ext cx="8077200" cy="2041525"/>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The unit of communication at the transport layer is a segment, user datagram, or a packet, depending on the specific protocol used in this layer.</a:t>
            </a:r>
            <a:endParaRPr/>
          </a:p>
        </p:txBody>
      </p:sp>
      <p:grpSp>
        <p:nvGrpSpPr>
          <p:cNvPr id="555" name="Google Shape;555;p30"/>
          <p:cNvGrpSpPr/>
          <p:nvPr/>
        </p:nvGrpSpPr>
        <p:grpSpPr>
          <a:xfrm>
            <a:off x="609600" y="2133600"/>
            <a:ext cx="1143000" cy="566738"/>
            <a:chOff x="1200" y="1248"/>
            <a:chExt cx="720" cy="357"/>
          </a:xfrm>
        </p:grpSpPr>
        <p:pic>
          <p:nvPicPr>
            <p:cNvPr id="556" name="Google Shape;556;p30"/>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557" name="Google Shape;557;p30"/>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500"/>
                                        <p:tgtEl>
                                          <p:spTgt spid="5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31"/>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564" name="Google Shape;564;p31"/>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65" name="Google Shape;565;p31"/>
          <p:cNvPicPr preferRelativeResize="0"/>
          <p:nvPr/>
        </p:nvPicPr>
        <p:blipFill rotWithShape="1">
          <a:blip r:embed="rId3">
            <a:alphaModFix/>
          </a:blip>
          <a:srcRect b="0" l="0" r="0" t="0"/>
          <a:stretch/>
        </p:blipFill>
        <p:spPr>
          <a:xfrm>
            <a:off x="1169988" y="3505200"/>
            <a:ext cx="6892925" cy="2427288"/>
          </a:xfrm>
          <a:prstGeom prst="rect">
            <a:avLst/>
          </a:prstGeom>
          <a:noFill/>
          <a:ln>
            <a:noFill/>
          </a:ln>
        </p:spPr>
      </p:pic>
      <p:sp>
        <p:nvSpPr>
          <p:cNvPr id="566" name="Google Shape;566;p31"/>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2.14</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Communication at application layer</a:t>
            </a:r>
            <a:endParaRPr/>
          </a:p>
        </p:txBody>
      </p:sp>
      <p:sp>
        <p:nvSpPr>
          <p:cNvPr id="567" name="Google Shape;567;p31"/>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68" name="Google Shape;568;p31"/>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69" name="Google Shape;569;p31"/>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70" name="Google Shape;570;p31"/>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71" name="Google Shape;571;p31"/>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72" name="Google Shape;572;p31"/>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73" name="Google Shape;573;p31"/>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574" name="Google Shape;574;p31"/>
          <p:cNvPicPr preferRelativeResize="0"/>
          <p:nvPr/>
        </p:nvPicPr>
        <p:blipFill rotWithShape="1">
          <a:blip r:embed="rId4">
            <a:alphaModFix/>
          </a:blip>
          <a:srcRect b="0" l="0" r="0" t="0"/>
          <a:stretch/>
        </p:blipFill>
        <p:spPr>
          <a:xfrm>
            <a:off x="454025" y="838200"/>
            <a:ext cx="8308975" cy="2393950"/>
          </a:xfrm>
          <a:prstGeom prst="rect">
            <a:avLst/>
          </a:prstGeom>
          <a:noFill/>
          <a:ln>
            <a:noFill/>
          </a:ln>
        </p:spPr>
      </p:pic>
      <p:pic>
        <p:nvPicPr>
          <p:cNvPr id="575" name="Google Shape;575;p31"/>
          <p:cNvPicPr preferRelativeResize="0"/>
          <p:nvPr/>
        </p:nvPicPr>
        <p:blipFill rotWithShape="1">
          <a:blip r:embed="rId5">
            <a:alphaModFix/>
          </a:blip>
          <a:srcRect b="0" l="0" r="0" t="0"/>
          <a:stretch/>
        </p:blipFill>
        <p:spPr>
          <a:xfrm>
            <a:off x="1538288" y="1268413"/>
            <a:ext cx="6234112" cy="2084387"/>
          </a:xfrm>
          <a:prstGeom prst="rect">
            <a:avLst/>
          </a:prstGeom>
          <a:noFill/>
          <a:ln>
            <a:noFill/>
          </a:ln>
        </p:spPr>
      </p:pic>
      <p:pic>
        <p:nvPicPr>
          <p:cNvPr id="576" name="Google Shape;576;p31"/>
          <p:cNvPicPr preferRelativeResize="0"/>
          <p:nvPr/>
        </p:nvPicPr>
        <p:blipFill rotWithShape="1">
          <a:blip r:embed="rId6">
            <a:alphaModFix/>
          </a:blip>
          <a:srcRect b="0" l="0" r="0" t="0"/>
          <a:stretch/>
        </p:blipFill>
        <p:spPr>
          <a:xfrm>
            <a:off x="1157288" y="4495800"/>
            <a:ext cx="6919912" cy="20653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2000"/>
                                        <p:tgtEl>
                                          <p:spTgt spid="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3000"/>
                                        <p:tgtEl>
                                          <p:spTgt spid="576"/>
                                        </p:tgtEl>
                                      </p:cBhvr>
                                    </p:animEffect>
                                  </p:childTnLst>
                                </p:cTn>
                              </p:par>
                              <p:par>
                                <p:cTn fill="hold" nodeType="with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3000"/>
                                        <p:tgtEl>
                                          <p:spTgt spid="5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32"/>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583" name="Google Shape;583;p32"/>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84" name="Google Shape;584;p32"/>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85" name="Google Shape;585;p32"/>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86" name="Google Shape;586;p32"/>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87" name="Google Shape;587;p32"/>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88" name="Google Shape;588;p32"/>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89" name="Google Shape;589;p32"/>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590" name="Google Shape;590;p32"/>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cxnSp>
        <p:nvCxnSpPr>
          <p:cNvPr id="591" name="Google Shape;591;p32"/>
          <p:cNvCxnSpPr/>
          <p:nvPr/>
        </p:nvCxnSpPr>
        <p:spPr>
          <a:xfrm>
            <a:off x="609600" y="2971800"/>
            <a:ext cx="8153400" cy="0"/>
          </a:xfrm>
          <a:prstGeom prst="straightConnector1">
            <a:avLst/>
          </a:prstGeom>
          <a:noFill/>
          <a:ln cap="flat" cmpd="sng" w="76200">
            <a:solidFill>
              <a:schemeClr val="folHlink"/>
            </a:solidFill>
            <a:prstDash val="solid"/>
            <a:round/>
            <a:headEnd len="med" w="med" type="none"/>
            <a:tailEnd len="med" w="med" type="none"/>
          </a:ln>
        </p:spPr>
      </p:cxnSp>
      <p:cxnSp>
        <p:nvCxnSpPr>
          <p:cNvPr id="592" name="Google Shape;592;p32"/>
          <p:cNvCxnSpPr/>
          <p:nvPr/>
        </p:nvCxnSpPr>
        <p:spPr>
          <a:xfrm>
            <a:off x="609600" y="4191000"/>
            <a:ext cx="8153400" cy="0"/>
          </a:xfrm>
          <a:prstGeom prst="straightConnector1">
            <a:avLst/>
          </a:prstGeom>
          <a:noFill/>
          <a:ln cap="flat" cmpd="sng" w="76200">
            <a:solidFill>
              <a:schemeClr val="folHlink"/>
            </a:solidFill>
            <a:prstDash val="solid"/>
            <a:round/>
            <a:headEnd len="med" w="med" type="none"/>
            <a:tailEnd len="med" w="med" type="none"/>
          </a:ln>
        </p:spPr>
      </p:cxnSp>
      <p:sp>
        <p:nvSpPr>
          <p:cNvPr id="593" name="Google Shape;593;p32"/>
          <p:cNvSpPr/>
          <p:nvPr/>
        </p:nvSpPr>
        <p:spPr>
          <a:xfrm>
            <a:off x="647700" y="3063875"/>
            <a:ext cx="8077200" cy="1066800"/>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The unit of communication at the application layer is a message.</a:t>
            </a:r>
            <a:endParaRPr/>
          </a:p>
        </p:txBody>
      </p:sp>
      <p:grpSp>
        <p:nvGrpSpPr>
          <p:cNvPr id="594" name="Google Shape;594;p32"/>
          <p:cNvGrpSpPr/>
          <p:nvPr/>
        </p:nvGrpSpPr>
        <p:grpSpPr>
          <a:xfrm>
            <a:off x="609600" y="2328863"/>
            <a:ext cx="1143000" cy="566737"/>
            <a:chOff x="1200" y="1248"/>
            <a:chExt cx="720" cy="357"/>
          </a:xfrm>
        </p:grpSpPr>
        <p:pic>
          <p:nvPicPr>
            <p:cNvPr id="595" name="Google Shape;595;p3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596" name="Google Shape;596;p3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591"/>
                                        </p:tgtEl>
                                        <p:attrNameLst>
                                          <p:attrName>style.visibility</p:attrName>
                                        </p:attrNameLst>
                                      </p:cBhvr>
                                      <p:to>
                                        <p:strVal val="visible"/>
                                      </p:to>
                                    </p:set>
                                    <p:animEffect filter="fade" transition="in">
                                      <p:cBhvr>
                                        <p:cTn dur="500"/>
                                        <p:tgtEl>
                                          <p:spTgt spid="591"/>
                                        </p:tgtEl>
                                      </p:cBhvr>
                                    </p:animEffec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500"/>
                                        <p:tgtEl>
                                          <p:spTgt spid="592"/>
                                        </p:tgtEl>
                                      </p:cBhvr>
                                    </p:animEffec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593"/>
                                        </p:tgtEl>
                                        <p:attrNameLst>
                                          <p:attrName>style.visibility</p:attrName>
                                        </p:attrNameLst>
                                      </p:cBhvr>
                                      <p:to>
                                        <p:strVal val="visible"/>
                                      </p:to>
                                    </p:set>
                                    <p:animEffect filter="fade" transition="in">
                                      <p:cBhvr>
                                        <p:cTn dur="500"/>
                                        <p:tgtEl>
                                          <p:spTgt spid="5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33"/>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603" name="Google Shape;603;p33"/>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04" name="Google Shape;604;p33"/>
          <p:cNvSpPr/>
          <p:nvPr/>
        </p:nvSpPr>
        <p:spPr>
          <a:xfrm>
            <a:off x="0" y="0"/>
            <a:ext cx="9144000" cy="13716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200">
              <a:solidFill>
                <a:schemeClr val="dk1"/>
              </a:solidFill>
              <a:latin typeface="Times New Roman"/>
              <a:ea typeface="Times New Roman"/>
              <a:cs typeface="Times New Roman"/>
              <a:sym typeface="Times New Roman"/>
            </a:endParaRPr>
          </a:p>
        </p:txBody>
      </p:sp>
      <p:sp>
        <p:nvSpPr>
          <p:cNvPr id="605" name="Google Shape;605;p33"/>
          <p:cNvSpPr txBox="1"/>
          <p:nvPr/>
        </p:nvSpPr>
        <p:spPr>
          <a:xfrm>
            <a:off x="228600" y="355600"/>
            <a:ext cx="3914775" cy="650875"/>
          </a:xfrm>
          <a:prstGeom prst="rect">
            <a:avLst/>
          </a:prstGeom>
          <a:solidFill>
            <a:schemeClr val="folHlink"/>
          </a:solidFill>
          <a:ln cap="flat" cmpd="sng" w="9525">
            <a:solidFill>
              <a:schemeClr val="fo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Times"/>
                <a:ea typeface="Times"/>
                <a:cs typeface="Times"/>
                <a:sym typeface="Times"/>
              </a:rPr>
              <a:t>2-4 ADDRESSING</a:t>
            </a:r>
            <a:endParaRPr/>
          </a:p>
        </p:txBody>
      </p:sp>
      <p:sp>
        <p:nvSpPr>
          <p:cNvPr id="606" name="Google Shape;606;p33"/>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607" name="Google Shape;607;p33"/>
          <p:cNvSpPr/>
          <p:nvPr/>
        </p:nvSpPr>
        <p:spPr>
          <a:xfrm>
            <a:off x="381000" y="1600200"/>
            <a:ext cx="8534400" cy="26543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800">
                <a:solidFill>
                  <a:schemeClr val="dk1"/>
                </a:solidFill>
                <a:latin typeface="Arimo"/>
                <a:ea typeface="Arimo"/>
                <a:cs typeface="Arimo"/>
                <a:sym typeface="Arimo"/>
              </a:rPr>
              <a:t>Four levels of addresses are used in an internet employing the TCP/IP protocols: physical address, logical address, port address, and application-specific address. Each address is related to a one layer in the TCP/IP architecture, as shown in Figure 2.15.</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99"/>
            </a:gs>
            <a:gs pos="100000">
              <a:srgbClr val="B3B36B"/>
            </a:gs>
          </a:gsLst>
          <a:lin ang="0" scaled="0"/>
        </a:gradFill>
      </p:bgPr>
    </p:bg>
    <p:spTree>
      <p:nvGrpSpPr>
        <p:cNvPr id="612" name="Shape 612"/>
        <p:cNvGrpSpPr/>
        <p:nvPr/>
      </p:nvGrpSpPr>
      <p:grpSpPr>
        <a:xfrm>
          <a:off x="0" y="0"/>
          <a:ext cx="0" cy="0"/>
          <a:chOff x="0" y="0"/>
          <a:chExt cx="0" cy="0"/>
        </a:xfrm>
      </p:grpSpPr>
      <p:sp>
        <p:nvSpPr>
          <p:cNvPr id="613" name="Google Shape;613;p34"/>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614" name="Google Shape;614;p34"/>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15" name="Google Shape;615;p34"/>
          <p:cNvSpPr txBox="1"/>
          <p:nvPr/>
        </p:nvSpPr>
        <p:spPr>
          <a:xfrm>
            <a:off x="228600" y="152400"/>
            <a:ext cx="5468938"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hlink"/>
                </a:solidFill>
                <a:latin typeface="Times"/>
                <a:ea typeface="Times"/>
                <a:cs typeface="Times"/>
                <a:sym typeface="Times"/>
              </a:rPr>
              <a:t>Topics Discussed in the Section</a:t>
            </a:r>
            <a:endParaRPr/>
          </a:p>
        </p:txBody>
      </p:sp>
      <p:sp>
        <p:nvSpPr>
          <p:cNvPr id="616" name="Google Shape;616;p34"/>
          <p:cNvSpPr txBox="1"/>
          <p:nvPr/>
        </p:nvSpPr>
        <p:spPr>
          <a:xfrm>
            <a:off x="8229600" y="6400800"/>
            <a:ext cx="184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imes New Roman"/>
              <a:ea typeface="Times New Roman"/>
              <a:cs typeface="Times New Roman"/>
              <a:sym typeface="Times New Roman"/>
            </a:endParaRPr>
          </a:p>
        </p:txBody>
      </p:sp>
      <p:sp>
        <p:nvSpPr>
          <p:cNvPr id="617" name="Google Shape;617;p34"/>
          <p:cNvSpPr/>
          <p:nvPr/>
        </p:nvSpPr>
        <p:spPr>
          <a:xfrm>
            <a:off x="304800" y="989013"/>
            <a:ext cx="6705600" cy="2057400"/>
          </a:xfrm>
          <a:prstGeom prst="rect">
            <a:avLst/>
          </a:prstGeom>
          <a:noFill/>
          <a:ln>
            <a:noFill/>
          </a:ln>
        </p:spPr>
        <p:txBody>
          <a:bodyPr anchorCtr="0" anchor="t" bIns="45700" lIns="91425" spcFirstLastPara="1" rIns="91425" wrap="square" tIns="45700">
            <a:spAutoFit/>
          </a:bodyPr>
          <a:lstStyle/>
          <a:p>
            <a:pPr indent="-208025" lvl="0" marL="0" marR="0" rtl="0" algn="l">
              <a:spcBef>
                <a:spcPts val="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 Physical Addresses</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 Logical Addresses</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 Port Addresses</a:t>
            </a:r>
            <a:endParaRPr/>
          </a:p>
          <a:p>
            <a:pPr indent="-208025" lvl="0" marL="0" marR="0" rtl="0" algn="l">
              <a:spcBef>
                <a:spcPts val="560"/>
              </a:spcBef>
              <a:spcAft>
                <a:spcPts val="0"/>
              </a:spcAft>
              <a:buClr>
                <a:schemeClr val="dk1"/>
              </a:buClr>
              <a:buSzPts val="3276"/>
              <a:buFont typeface="Noto Sans Symbols"/>
              <a:buChar char="✔"/>
            </a:pPr>
            <a:r>
              <a:rPr b="1" lang="en-US" sz="2800">
                <a:solidFill>
                  <a:srgbClr val="0033CC"/>
                </a:solidFill>
                <a:latin typeface="Times New Roman"/>
                <a:ea typeface="Times New Roman"/>
                <a:cs typeface="Times New Roman"/>
                <a:sym typeface="Times New Roman"/>
              </a:rPr>
              <a:t> Application-Specific Addresses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0"/>
                                        <p:tgtEl>
                                          <p:spTgt spid="6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35"/>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624" name="Google Shape;624;p35"/>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25" name="Google Shape;625;p35"/>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2.15</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Addresses in the TCP/IP protocol suite</a:t>
            </a:r>
            <a:endParaRPr/>
          </a:p>
        </p:txBody>
      </p:sp>
      <p:sp>
        <p:nvSpPr>
          <p:cNvPr id="626" name="Google Shape;626;p35"/>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27" name="Google Shape;627;p35"/>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28" name="Google Shape;628;p35"/>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29" name="Google Shape;629;p35"/>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30" name="Google Shape;630;p35"/>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31" name="Google Shape;631;p35"/>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32" name="Google Shape;632;p35"/>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633" name="Google Shape;633;p35"/>
          <p:cNvPicPr preferRelativeResize="0"/>
          <p:nvPr/>
        </p:nvPicPr>
        <p:blipFill rotWithShape="1">
          <a:blip r:embed="rId3">
            <a:alphaModFix/>
          </a:blip>
          <a:srcRect b="0" l="0" r="0" t="0"/>
          <a:stretch/>
        </p:blipFill>
        <p:spPr>
          <a:xfrm>
            <a:off x="487363" y="1295400"/>
            <a:ext cx="8428037" cy="449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3"/>
                                        </p:tgtEl>
                                        <p:attrNameLst>
                                          <p:attrName>style.visibility</p:attrName>
                                        </p:attrNameLst>
                                      </p:cBhvr>
                                      <p:to>
                                        <p:strVal val="visible"/>
                                      </p:to>
                                    </p:set>
                                    <p:animEffect filter="fade" transition="in">
                                      <p:cBhvr>
                                        <p:cTn dur="5000"/>
                                        <p:tgtEl>
                                          <p:spTgt spid="6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36"/>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640" name="Google Shape;640;p36"/>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41" name="Google Shape;641;p36"/>
          <p:cNvSpPr txBox="1"/>
          <p:nvPr/>
        </p:nvSpPr>
        <p:spPr>
          <a:xfrm>
            <a:off x="76200" y="696913"/>
            <a:ext cx="8839200" cy="511651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200">
                <a:solidFill>
                  <a:schemeClr val="dk1"/>
                </a:solidFill>
                <a:latin typeface="Arimo"/>
                <a:ea typeface="Arimo"/>
                <a:cs typeface="Arimo"/>
                <a:sym typeface="Arimo"/>
              </a:rPr>
              <a:t>In Figure 2.16 a node with physical address 10 sends a frame to a node with physical address 87. The two nodes are connected by a link (a LAN). At the data link layer, this frame contains physical (link) addresses in the header. These are the only addresses needed. The rest of the header contains other information needed at this level. As the figure shows, the computer with physical address 10 is the sender, and the computer with physical address 87 is the receiver. The data link layer at the sender receives data from an upper layer. It encapsulates the data in a frame. The frame is propagated through the LAN. Each station with a physical address other than 87 drops the frame because the destination address in the frame does not match its own physical address. The intended destination computer, however, finds a match between the destination address in the frame and its own physical address. </a:t>
            </a:r>
            <a:endParaRPr/>
          </a:p>
        </p:txBody>
      </p:sp>
      <p:grpSp>
        <p:nvGrpSpPr>
          <p:cNvPr id="642" name="Google Shape;642;p36"/>
          <p:cNvGrpSpPr/>
          <p:nvPr/>
        </p:nvGrpSpPr>
        <p:grpSpPr>
          <a:xfrm>
            <a:off x="0" y="0"/>
            <a:ext cx="9144000" cy="609600"/>
            <a:chOff x="0" y="2448"/>
            <a:chExt cx="5760" cy="384"/>
          </a:xfrm>
        </p:grpSpPr>
        <p:sp>
          <p:nvSpPr>
            <p:cNvPr id="643" name="Google Shape;643;p36"/>
            <p:cNvSpPr/>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sp>
          <p:nvSpPr>
            <p:cNvPr id="644" name="Google Shape;644;p36"/>
            <p:cNvSpPr txBox="1"/>
            <p:nvPr/>
          </p:nvSpPr>
          <p:spPr>
            <a:xfrm>
              <a:off x="0" y="2448"/>
              <a:ext cx="1467"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Times New Roman"/>
                  <a:ea typeface="Times New Roman"/>
                  <a:cs typeface="Times New Roman"/>
                  <a:sym typeface="Times New Roman"/>
                </a:rPr>
                <a:t>Example 2.3</a:t>
              </a:r>
              <a:endParaRPr b="1" i="1" sz="32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37"/>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651" name="Google Shape;651;p37"/>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652" name="Google Shape;652;p37"/>
          <p:cNvPicPr preferRelativeResize="0"/>
          <p:nvPr/>
        </p:nvPicPr>
        <p:blipFill rotWithShape="1">
          <a:blip r:embed="rId3">
            <a:alphaModFix/>
          </a:blip>
          <a:srcRect b="0" l="0" r="0" t="0"/>
          <a:stretch/>
        </p:blipFill>
        <p:spPr>
          <a:xfrm>
            <a:off x="457200" y="1828800"/>
            <a:ext cx="7970838" cy="3354388"/>
          </a:xfrm>
          <a:prstGeom prst="rect">
            <a:avLst/>
          </a:prstGeom>
          <a:noFill/>
          <a:ln>
            <a:noFill/>
          </a:ln>
        </p:spPr>
      </p:pic>
      <p:sp>
        <p:nvSpPr>
          <p:cNvPr id="653" name="Google Shape;653;p37"/>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2.16</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Example 2.3: physical addresses</a:t>
            </a:r>
            <a:endParaRPr/>
          </a:p>
        </p:txBody>
      </p:sp>
      <p:sp>
        <p:nvSpPr>
          <p:cNvPr id="654" name="Google Shape;654;p37"/>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55" name="Google Shape;655;p37"/>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56" name="Google Shape;656;p37"/>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57" name="Google Shape;657;p37"/>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58" name="Google Shape;658;p37"/>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59" name="Google Shape;659;p37"/>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60" name="Google Shape;660;p37"/>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661" name="Google Shape;661;p37"/>
          <p:cNvPicPr preferRelativeResize="0"/>
          <p:nvPr/>
        </p:nvPicPr>
        <p:blipFill rotWithShape="1">
          <a:blip r:embed="rId4">
            <a:alphaModFix/>
          </a:blip>
          <a:srcRect b="0" l="0" r="0" t="0"/>
          <a:stretch/>
        </p:blipFill>
        <p:spPr>
          <a:xfrm>
            <a:off x="762000" y="3810000"/>
            <a:ext cx="3089275" cy="981075"/>
          </a:xfrm>
          <a:prstGeom prst="rect">
            <a:avLst/>
          </a:prstGeom>
          <a:noFill/>
          <a:ln>
            <a:noFill/>
          </a:ln>
        </p:spPr>
      </p:pic>
      <p:pic>
        <p:nvPicPr>
          <p:cNvPr id="662" name="Google Shape;662;p37"/>
          <p:cNvPicPr preferRelativeResize="0"/>
          <p:nvPr/>
        </p:nvPicPr>
        <p:blipFill rotWithShape="1">
          <a:blip r:embed="rId5">
            <a:alphaModFix/>
          </a:blip>
          <a:srcRect b="0" l="0" r="0" t="0"/>
          <a:stretch/>
        </p:blipFill>
        <p:spPr>
          <a:xfrm>
            <a:off x="3368675" y="3516313"/>
            <a:ext cx="1050925" cy="1131887"/>
          </a:xfrm>
          <a:prstGeom prst="rect">
            <a:avLst/>
          </a:prstGeom>
          <a:noFill/>
          <a:ln>
            <a:noFill/>
          </a:ln>
        </p:spPr>
      </p:pic>
      <p:pic>
        <p:nvPicPr>
          <p:cNvPr id="663" name="Google Shape;663;p37"/>
          <p:cNvPicPr preferRelativeResize="0"/>
          <p:nvPr/>
        </p:nvPicPr>
        <p:blipFill rotWithShape="1">
          <a:blip r:embed="rId6">
            <a:alphaModFix/>
          </a:blip>
          <a:srcRect b="0" l="0" r="0" t="0"/>
          <a:stretch/>
        </p:blipFill>
        <p:spPr>
          <a:xfrm>
            <a:off x="4495800" y="3505200"/>
            <a:ext cx="987425" cy="1143000"/>
          </a:xfrm>
          <a:prstGeom prst="rect">
            <a:avLst/>
          </a:prstGeom>
          <a:noFill/>
          <a:ln>
            <a:noFill/>
          </a:ln>
        </p:spPr>
      </p:pic>
      <p:pic>
        <p:nvPicPr>
          <p:cNvPr id="664" name="Google Shape;664;p37"/>
          <p:cNvPicPr preferRelativeResize="0"/>
          <p:nvPr/>
        </p:nvPicPr>
        <p:blipFill rotWithShape="1">
          <a:blip r:embed="rId7">
            <a:alphaModFix/>
          </a:blip>
          <a:srcRect b="0" l="0" r="0" t="0"/>
          <a:stretch/>
        </p:blipFill>
        <p:spPr>
          <a:xfrm>
            <a:off x="5105400" y="3886200"/>
            <a:ext cx="3217863" cy="952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2000"/>
                                        <p:tgtEl>
                                          <p:spTgt spid="6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1"/>
                                        </p:tgtEl>
                                      </p:cBhvr>
                                    </p:animEffect>
                                    <p:set>
                                      <p:cBhvr>
                                        <p:cTn dur="1" fill="hold">
                                          <p:stCondLst>
                                            <p:cond delay="500"/>
                                          </p:stCondLst>
                                        </p:cTn>
                                        <p:tgtEl>
                                          <p:spTgt spid="66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2000"/>
                                        <p:tgtEl>
                                          <p:spTgt spid="6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2"/>
                                        </p:tgtEl>
                                      </p:cBhvr>
                                    </p:animEffect>
                                    <p:set>
                                      <p:cBhvr>
                                        <p:cTn dur="1" fill="hold">
                                          <p:stCondLst>
                                            <p:cond delay="500"/>
                                          </p:stCondLst>
                                        </p:cTn>
                                        <p:tgtEl>
                                          <p:spTgt spid="6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20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3"/>
                                        </p:tgtEl>
                                      </p:cBhvr>
                                    </p:animEffect>
                                    <p:set>
                                      <p:cBhvr>
                                        <p:cTn dur="1" fill="hold">
                                          <p:stCondLst>
                                            <p:cond delay="500"/>
                                          </p:stCondLst>
                                        </p:cTn>
                                        <p:tgtEl>
                                          <p:spTgt spid="6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2000"/>
                                        <p:tgtEl>
                                          <p:spTgt spid="6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664"/>
                                        </p:tgtEl>
                                      </p:cBhvr>
                                    </p:animEffect>
                                    <p:set>
                                      <p:cBhvr>
                                        <p:cTn dur="1" fill="hold">
                                          <p:stCondLst>
                                            <p:cond delay="500"/>
                                          </p:stCondLst>
                                        </p:cTn>
                                        <p:tgtEl>
                                          <p:spTgt spid="66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38"/>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671" name="Google Shape;671;p38"/>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72" name="Google Shape;672;p38"/>
          <p:cNvSpPr txBox="1"/>
          <p:nvPr/>
        </p:nvSpPr>
        <p:spPr>
          <a:xfrm>
            <a:off x="76200" y="696913"/>
            <a:ext cx="8839200" cy="15525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Arimo"/>
                <a:ea typeface="Arimo"/>
                <a:cs typeface="Arimo"/>
                <a:sym typeface="Arimo"/>
              </a:rPr>
              <a:t>As we will see in Chapter 3, most local area networks use a 48-bit (6-byte) physical address written as 12 hexadecimal digits; every byte (2 hexadecimal digits) is separated by a colon, as shown below:</a:t>
            </a:r>
            <a:endParaRPr/>
          </a:p>
        </p:txBody>
      </p:sp>
      <p:grpSp>
        <p:nvGrpSpPr>
          <p:cNvPr id="673" name="Google Shape;673;p38"/>
          <p:cNvGrpSpPr/>
          <p:nvPr/>
        </p:nvGrpSpPr>
        <p:grpSpPr>
          <a:xfrm>
            <a:off x="0" y="0"/>
            <a:ext cx="9144000" cy="609600"/>
            <a:chOff x="0" y="2448"/>
            <a:chExt cx="5760" cy="384"/>
          </a:xfrm>
        </p:grpSpPr>
        <p:sp>
          <p:nvSpPr>
            <p:cNvPr id="674" name="Google Shape;674;p38"/>
            <p:cNvSpPr/>
            <p:nvPr/>
          </p:nvSpPr>
          <p:spPr>
            <a:xfrm>
              <a:off x="0" y="2448"/>
              <a:ext cx="5760" cy="384"/>
            </a:xfrm>
            <a:prstGeom prst="rect">
              <a:avLst/>
            </a:prstGeom>
            <a:solidFill>
              <a:srgbClr val="2CB843"/>
            </a:solidFill>
            <a:ln cap="flat" cmpd="sng" w="9525">
              <a:solidFill>
                <a:srgbClr val="00CC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sp>
          <p:nvSpPr>
            <p:cNvPr id="675" name="Google Shape;675;p38"/>
            <p:cNvSpPr txBox="1"/>
            <p:nvPr/>
          </p:nvSpPr>
          <p:spPr>
            <a:xfrm>
              <a:off x="0" y="2448"/>
              <a:ext cx="1473" cy="371"/>
            </a:xfrm>
            <a:prstGeom prst="rect">
              <a:avLst/>
            </a:prstGeom>
            <a:noFill/>
            <a:ln cap="flat" cmpd="sng" w="9525">
              <a:solidFill>
                <a:srgbClr val="00CC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Times New Roman"/>
                  <a:ea typeface="Times New Roman"/>
                  <a:cs typeface="Times New Roman"/>
                  <a:sym typeface="Times New Roman"/>
                </a:rPr>
                <a:t>Example 2.4</a:t>
              </a:r>
              <a:endParaRPr b="1" i="1" sz="3200">
                <a:solidFill>
                  <a:schemeClr val="lt1"/>
                </a:solidFill>
                <a:latin typeface="Times New Roman"/>
                <a:ea typeface="Times New Roman"/>
                <a:cs typeface="Times New Roman"/>
                <a:sym typeface="Times New Roman"/>
              </a:endParaRPr>
            </a:p>
          </p:txBody>
        </p:sp>
      </p:grpSp>
      <p:sp>
        <p:nvSpPr>
          <p:cNvPr id="676" name="Google Shape;676;p38"/>
          <p:cNvSpPr txBox="1"/>
          <p:nvPr/>
        </p:nvSpPr>
        <p:spPr>
          <a:xfrm>
            <a:off x="152400" y="2759075"/>
            <a:ext cx="8839200" cy="822325"/>
          </a:xfrm>
          <a:prstGeom prst="rect">
            <a:avLst/>
          </a:prstGeom>
          <a:solidFill>
            <a:srgbClr val="DDDDDD"/>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hlink"/>
                </a:solidFill>
                <a:latin typeface="Arimo"/>
                <a:ea typeface="Arimo"/>
                <a:cs typeface="Arimo"/>
                <a:sym typeface="Arimo"/>
              </a:rPr>
              <a:t>07:01:02:01:2C:4B</a:t>
            </a:r>
            <a:endParaRPr/>
          </a:p>
          <a:p>
            <a:pPr indent="0" lvl="0" marL="0" marR="0" rtl="0" algn="ctr">
              <a:spcBef>
                <a:spcPts val="0"/>
              </a:spcBef>
              <a:spcAft>
                <a:spcPts val="0"/>
              </a:spcAft>
              <a:buNone/>
            </a:pPr>
            <a:r>
              <a:rPr b="1" lang="en-US" sz="2400">
                <a:solidFill>
                  <a:schemeClr val="dk1"/>
                </a:solidFill>
                <a:latin typeface="Arimo"/>
                <a:ea typeface="Arimo"/>
                <a:cs typeface="Arimo"/>
                <a:sym typeface="Arimo"/>
              </a:rPr>
              <a:t>A 6-byte (12 hexadecimal digits) physical address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39"/>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683" name="Google Shape;683;p39"/>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84" name="Google Shape;684;p39"/>
          <p:cNvSpPr txBox="1"/>
          <p:nvPr/>
        </p:nvSpPr>
        <p:spPr>
          <a:xfrm>
            <a:off x="76200" y="696913"/>
            <a:ext cx="8839200" cy="545147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200">
                <a:solidFill>
                  <a:schemeClr val="dk1"/>
                </a:solidFill>
                <a:latin typeface="Arimo"/>
                <a:ea typeface="Arimo"/>
                <a:cs typeface="Arimo"/>
                <a:sym typeface="Arimo"/>
              </a:rPr>
              <a:t>Figure 2.17 shows a part of an internet with two routers connecting three LANs. Each device (computer or router) has a pair of addresses (logical and physical) for each connection. In this case, each computer is connected to only one link and therefore has only one pair of addresses. Each router, however, is connected to three networks. So each router has three pairs of addresses, one for each connection. Although it may be obvious that each router must have a separate physical address for each connection, it may not be obvious why it needs a logical address for each connection. We discuss these issues in Chapters 11 and 12 when we discuss routing. The computer with logical address A and physical address 10 needs to send a packet to the computer with logical address P and physical address 95. We use letters to show the logical addresses and numbers for physical addresses, but note that both are actually numbers, as we will see in later chapters.</a:t>
            </a:r>
            <a:endParaRPr/>
          </a:p>
        </p:txBody>
      </p:sp>
      <p:grpSp>
        <p:nvGrpSpPr>
          <p:cNvPr id="685" name="Google Shape;685;p39"/>
          <p:cNvGrpSpPr/>
          <p:nvPr/>
        </p:nvGrpSpPr>
        <p:grpSpPr>
          <a:xfrm>
            <a:off x="0" y="0"/>
            <a:ext cx="9144000" cy="609600"/>
            <a:chOff x="0" y="2448"/>
            <a:chExt cx="5760" cy="384"/>
          </a:xfrm>
        </p:grpSpPr>
        <p:sp>
          <p:nvSpPr>
            <p:cNvPr id="686" name="Google Shape;686;p39"/>
            <p:cNvSpPr/>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sp>
          <p:nvSpPr>
            <p:cNvPr id="687" name="Google Shape;687;p39"/>
            <p:cNvSpPr txBox="1"/>
            <p:nvPr/>
          </p:nvSpPr>
          <p:spPr>
            <a:xfrm>
              <a:off x="0" y="2448"/>
              <a:ext cx="1467"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Times New Roman"/>
                  <a:ea typeface="Times New Roman"/>
                  <a:cs typeface="Times New Roman"/>
                  <a:sym typeface="Times New Roman"/>
                </a:rPr>
                <a:t>Example 2.5</a:t>
              </a:r>
              <a:endParaRPr b="1" i="1" sz="32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40"/>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694" name="Google Shape;694;p40"/>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695" name="Google Shape;695;p40"/>
          <p:cNvPicPr preferRelativeResize="0"/>
          <p:nvPr/>
        </p:nvPicPr>
        <p:blipFill rotWithShape="1">
          <a:blip r:embed="rId3">
            <a:alphaModFix/>
          </a:blip>
          <a:srcRect b="0" l="0" r="0" t="0"/>
          <a:stretch/>
        </p:blipFill>
        <p:spPr>
          <a:xfrm>
            <a:off x="1239838" y="1139825"/>
            <a:ext cx="7065962" cy="5108575"/>
          </a:xfrm>
          <a:prstGeom prst="rect">
            <a:avLst/>
          </a:prstGeom>
          <a:noFill/>
          <a:ln>
            <a:noFill/>
          </a:ln>
        </p:spPr>
      </p:pic>
      <p:sp>
        <p:nvSpPr>
          <p:cNvPr id="696" name="Google Shape;696;p40"/>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2.17</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Example 2.5: logical addresses</a:t>
            </a:r>
            <a:endParaRPr/>
          </a:p>
        </p:txBody>
      </p:sp>
      <p:sp>
        <p:nvSpPr>
          <p:cNvPr id="697" name="Google Shape;697;p40"/>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98" name="Google Shape;698;p40"/>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699" name="Google Shape;699;p40"/>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00" name="Google Shape;700;p40"/>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01" name="Google Shape;701;p40"/>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02" name="Google Shape;702;p40"/>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03" name="Google Shape;703;p40"/>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704" name="Google Shape;704;p40"/>
          <p:cNvPicPr preferRelativeResize="0"/>
          <p:nvPr/>
        </p:nvPicPr>
        <p:blipFill rotWithShape="1">
          <a:blip r:embed="rId4">
            <a:alphaModFix/>
          </a:blip>
          <a:srcRect b="0" l="0" r="0" t="0"/>
          <a:stretch/>
        </p:blipFill>
        <p:spPr>
          <a:xfrm>
            <a:off x="1854200" y="1905000"/>
            <a:ext cx="4013200" cy="977900"/>
          </a:xfrm>
          <a:prstGeom prst="rect">
            <a:avLst/>
          </a:prstGeom>
          <a:noFill/>
          <a:ln>
            <a:noFill/>
          </a:ln>
        </p:spPr>
      </p:pic>
      <p:pic>
        <p:nvPicPr>
          <p:cNvPr id="705" name="Google Shape;705;p40"/>
          <p:cNvPicPr preferRelativeResize="0"/>
          <p:nvPr/>
        </p:nvPicPr>
        <p:blipFill rotWithShape="1">
          <a:blip r:embed="rId5">
            <a:alphaModFix/>
          </a:blip>
          <a:srcRect b="0" l="0" r="0" t="0"/>
          <a:stretch/>
        </p:blipFill>
        <p:spPr>
          <a:xfrm>
            <a:off x="6264275" y="1919288"/>
            <a:ext cx="1736725" cy="3871912"/>
          </a:xfrm>
          <a:prstGeom prst="rect">
            <a:avLst/>
          </a:prstGeom>
          <a:noFill/>
          <a:ln>
            <a:noFill/>
          </a:ln>
        </p:spPr>
      </p:pic>
      <p:pic>
        <p:nvPicPr>
          <p:cNvPr id="706" name="Google Shape;706;p40"/>
          <p:cNvPicPr preferRelativeResize="0"/>
          <p:nvPr/>
        </p:nvPicPr>
        <p:blipFill rotWithShape="1">
          <a:blip r:embed="rId6">
            <a:alphaModFix/>
          </a:blip>
          <a:srcRect b="0" l="0" r="0" t="0"/>
          <a:stretch/>
        </p:blipFill>
        <p:spPr>
          <a:xfrm>
            <a:off x="1760538" y="4491038"/>
            <a:ext cx="4030662" cy="15287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2000"/>
                                        <p:tgtEl>
                                          <p:spTgt spid="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04"/>
                                        </p:tgtEl>
                                      </p:cBhvr>
                                    </p:animEffect>
                                    <p:set>
                                      <p:cBhvr>
                                        <p:cTn dur="1" fill="hold">
                                          <p:stCondLst>
                                            <p:cond delay="500"/>
                                          </p:stCondLst>
                                        </p:cTn>
                                        <p:tgtEl>
                                          <p:spTgt spid="7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2000"/>
                                        <p:tgtEl>
                                          <p:spTgt spid="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05"/>
                                        </p:tgtEl>
                                      </p:cBhvr>
                                    </p:animEffect>
                                    <p:set>
                                      <p:cBhvr>
                                        <p:cTn dur="1" fill="hold">
                                          <p:stCondLst>
                                            <p:cond delay="500"/>
                                          </p:stCondLst>
                                        </p:cTn>
                                        <p:tgtEl>
                                          <p:spTgt spid="7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2000"/>
                                        <p:tgtEl>
                                          <p:spTgt spid="7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06"/>
                                        </p:tgtEl>
                                      </p:cBhvr>
                                    </p:animEffect>
                                    <p:set>
                                      <p:cBhvr>
                                        <p:cTn dur="1" fill="hold">
                                          <p:stCondLst>
                                            <p:cond delay="500"/>
                                          </p:stCondLst>
                                        </p:cTn>
                                        <p:tgtEl>
                                          <p:spTgt spid="70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41"/>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713" name="Google Shape;713;p41"/>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14" name="Google Shape;714;p41"/>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15" name="Google Shape;715;p41"/>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16" name="Google Shape;716;p41"/>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17" name="Google Shape;717;p41"/>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18" name="Google Shape;718;p41"/>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19" name="Google Shape;719;p41"/>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20" name="Google Shape;720;p41"/>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cxnSp>
        <p:nvCxnSpPr>
          <p:cNvPr id="721" name="Google Shape;721;p41"/>
          <p:cNvCxnSpPr/>
          <p:nvPr/>
        </p:nvCxnSpPr>
        <p:spPr>
          <a:xfrm>
            <a:off x="609600" y="2971800"/>
            <a:ext cx="8153400" cy="0"/>
          </a:xfrm>
          <a:prstGeom prst="straightConnector1">
            <a:avLst/>
          </a:prstGeom>
          <a:noFill/>
          <a:ln cap="flat" cmpd="sng" w="76200">
            <a:solidFill>
              <a:schemeClr val="folHlink"/>
            </a:solidFill>
            <a:prstDash val="solid"/>
            <a:round/>
            <a:headEnd len="med" w="med" type="none"/>
            <a:tailEnd len="med" w="med" type="none"/>
          </a:ln>
        </p:spPr>
      </p:cxnSp>
      <p:cxnSp>
        <p:nvCxnSpPr>
          <p:cNvPr id="722" name="Google Shape;722;p41"/>
          <p:cNvCxnSpPr/>
          <p:nvPr/>
        </p:nvCxnSpPr>
        <p:spPr>
          <a:xfrm>
            <a:off x="609600" y="4724400"/>
            <a:ext cx="8153400" cy="0"/>
          </a:xfrm>
          <a:prstGeom prst="straightConnector1">
            <a:avLst/>
          </a:prstGeom>
          <a:noFill/>
          <a:ln cap="flat" cmpd="sng" w="76200">
            <a:solidFill>
              <a:schemeClr val="folHlink"/>
            </a:solidFill>
            <a:prstDash val="solid"/>
            <a:round/>
            <a:headEnd len="med" w="med" type="none"/>
            <a:tailEnd len="med" w="med" type="none"/>
          </a:ln>
        </p:spPr>
      </p:cxnSp>
      <p:sp>
        <p:nvSpPr>
          <p:cNvPr id="723" name="Google Shape;723;p41"/>
          <p:cNvSpPr/>
          <p:nvPr/>
        </p:nvSpPr>
        <p:spPr>
          <a:xfrm>
            <a:off x="647700" y="3063875"/>
            <a:ext cx="8077200" cy="1554163"/>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The physical addresses will change from hop to hop, but the logical addresses remain the same.</a:t>
            </a:r>
            <a:endParaRPr/>
          </a:p>
        </p:txBody>
      </p:sp>
      <p:grpSp>
        <p:nvGrpSpPr>
          <p:cNvPr id="724" name="Google Shape;724;p41"/>
          <p:cNvGrpSpPr/>
          <p:nvPr/>
        </p:nvGrpSpPr>
        <p:grpSpPr>
          <a:xfrm>
            <a:off x="609600" y="2133600"/>
            <a:ext cx="1143000" cy="566738"/>
            <a:chOff x="1200" y="1248"/>
            <a:chExt cx="720" cy="357"/>
          </a:xfrm>
        </p:grpSpPr>
        <p:pic>
          <p:nvPicPr>
            <p:cNvPr id="725" name="Google Shape;725;p41"/>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726" name="Google Shape;726;p41"/>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4"/>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721"/>
                                        </p:tgtEl>
                                        <p:attrNameLst>
                                          <p:attrName>style.visibility</p:attrName>
                                        </p:attrNameLst>
                                      </p:cBhvr>
                                      <p:to>
                                        <p:strVal val="visible"/>
                                      </p:to>
                                    </p:set>
                                    <p:animEffect filter="fade" transition="in">
                                      <p:cBhvr>
                                        <p:cTn dur="500"/>
                                        <p:tgtEl>
                                          <p:spTgt spid="721"/>
                                        </p:tgtEl>
                                      </p:cBhvr>
                                    </p:animEffec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500"/>
                                        <p:tgtEl>
                                          <p:spTgt spid="722"/>
                                        </p:tgtEl>
                                      </p:cBhvr>
                                    </p:animEffec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500"/>
                                        <p:tgtEl>
                                          <p:spTgt spid="7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42"/>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733" name="Google Shape;733;p42"/>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34" name="Google Shape;734;p42"/>
          <p:cNvSpPr txBox="1"/>
          <p:nvPr/>
        </p:nvSpPr>
        <p:spPr>
          <a:xfrm>
            <a:off x="76200" y="696913"/>
            <a:ext cx="8839200" cy="3743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Arimo"/>
                <a:ea typeface="Arimo"/>
                <a:cs typeface="Arimo"/>
                <a:sym typeface="Arimo"/>
              </a:rPr>
              <a:t>Figure 2.18 shows two computers communicating via the Internet. The sending computer is running three processes at this time with port addresses a, b, and c. The receiving computer is running two processes at this time with port addresses j and k. Process a in the sending computer needs to communicate with process j in the receiving computer. Note that although both computers are using the same application, FTP, for example, the port addresses are different because one is a client program and the other is a server program, as we will see in Chapter 17.</a:t>
            </a:r>
            <a:endParaRPr/>
          </a:p>
        </p:txBody>
      </p:sp>
      <p:grpSp>
        <p:nvGrpSpPr>
          <p:cNvPr id="735" name="Google Shape;735;p42"/>
          <p:cNvGrpSpPr/>
          <p:nvPr/>
        </p:nvGrpSpPr>
        <p:grpSpPr>
          <a:xfrm>
            <a:off x="0" y="0"/>
            <a:ext cx="9144000" cy="609600"/>
            <a:chOff x="0" y="2448"/>
            <a:chExt cx="5760" cy="384"/>
          </a:xfrm>
        </p:grpSpPr>
        <p:sp>
          <p:nvSpPr>
            <p:cNvPr id="736" name="Google Shape;736;p42"/>
            <p:cNvSpPr/>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sp>
          <p:nvSpPr>
            <p:cNvPr id="737" name="Google Shape;737;p42"/>
            <p:cNvSpPr txBox="1"/>
            <p:nvPr/>
          </p:nvSpPr>
          <p:spPr>
            <a:xfrm>
              <a:off x="0" y="2448"/>
              <a:ext cx="1467" cy="3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Times New Roman"/>
                  <a:ea typeface="Times New Roman"/>
                  <a:cs typeface="Times New Roman"/>
                  <a:sym typeface="Times New Roman"/>
                </a:rPr>
                <a:t>Example 2.6</a:t>
              </a:r>
              <a:endParaRPr b="1" i="1" sz="3200">
                <a:solidFill>
                  <a:schemeClr val="lt1"/>
                </a:solidFill>
                <a:latin typeface="Times New Roman"/>
                <a:ea typeface="Times New Roman"/>
                <a:cs typeface="Times New Roman"/>
                <a:sym typeface="Times New Roman"/>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43"/>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744" name="Google Shape;744;p43"/>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745" name="Google Shape;745;p43"/>
          <p:cNvGrpSpPr/>
          <p:nvPr/>
        </p:nvGrpSpPr>
        <p:grpSpPr>
          <a:xfrm>
            <a:off x="1730375" y="1219200"/>
            <a:ext cx="5737225" cy="4783138"/>
            <a:chOff x="1090" y="768"/>
            <a:chExt cx="3614" cy="3013"/>
          </a:xfrm>
        </p:grpSpPr>
        <p:pic>
          <p:nvPicPr>
            <p:cNvPr id="746" name="Google Shape;746;p43"/>
            <p:cNvPicPr preferRelativeResize="0"/>
            <p:nvPr/>
          </p:nvPicPr>
          <p:blipFill rotWithShape="1">
            <a:blip r:embed="rId3">
              <a:alphaModFix/>
            </a:blip>
            <a:srcRect b="0" l="0" r="0" t="0"/>
            <a:stretch/>
          </p:blipFill>
          <p:spPr>
            <a:xfrm>
              <a:off x="1090" y="768"/>
              <a:ext cx="3518" cy="3013"/>
            </a:xfrm>
            <a:prstGeom prst="rect">
              <a:avLst/>
            </a:prstGeom>
            <a:noFill/>
            <a:ln>
              <a:noFill/>
            </a:ln>
          </p:spPr>
        </p:pic>
        <p:pic>
          <p:nvPicPr>
            <p:cNvPr id="747" name="Google Shape;747;p43"/>
            <p:cNvPicPr preferRelativeResize="0"/>
            <p:nvPr/>
          </p:nvPicPr>
          <p:blipFill rotWithShape="1">
            <a:blip r:embed="rId4">
              <a:alphaModFix/>
            </a:blip>
            <a:srcRect b="0" l="0" r="0" t="0"/>
            <a:stretch/>
          </p:blipFill>
          <p:spPr>
            <a:xfrm>
              <a:off x="1249" y="1429"/>
              <a:ext cx="3455" cy="347"/>
            </a:xfrm>
            <a:prstGeom prst="rect">
              <a:avLst/>
            </a:prstGeom>
            <a:noFill/>
            <a:ln>
              <a:noFill/>
            </a:ln>
          </p:spPr>
        </p:pic>
        <p:pic>
          <p:nvPicPr>
            <p:cNvPr id="748" name="Google Shape;748;p43"/>
            <p:cNvPicPr preferRelativeResize="0"/>
            <p:nvPr/>
          </p:nvPicPr>
          <p:blipFill rotWithShape="1">
            <a:blip r:embed="rId5">
              <a:alphaModFix/>
            </a:blip>
            <a:srcRect b="0" l="0" r="0" t="0"/>
            <a:stretch/>
          </p:blipFill>
          <p:spPr>
            <a:xfrm>
              <a:off x="2525" y="3393"/>
              <a:ext cx="709" cy="255"/>
            </a:xfrm>
            <a:prstGeom prst="rect">
              <a:avLst/>
            </a:prstGeom>
            <a:noFill/>
            <a:ln>
              <a:noFill/>
            </a:ln>
          </p:spPr>
        </p:pic>
      </p:grpSp>
      <p:sp>
        <p:nvSpPr>
          <p:cNvPr id="749" name="Google Shape;749;p43"/>
          <p:cNvSpPr txBox="1"/>
          <p:nvPr/>
        </p:nvSpPr>
        <p:spPr>
          <a:xfrm>
            <a:off x="990600" y="90488"/>
            <a:ext cx="57150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Times New Roman"/>
                <a:ea typeface="Times New Roman"/>
                <a:cs typeface="Times New Roman"/>
                <a:sym typeface="Times New Roman"/>
              </a:rPr>
              <a:t>Figure 2.18</a:t>
            </a:r>
            <a:r>
              <a:rPr b="1" lang="en-US" sz="1800">
                <a:solidFill>
                  <a:schemeClr val="accent2"/>
                </a:solidFill>
                <a:latin typeface="Times New Roman"/>
                <a:ea typeface="Times New Roman"/>
                <a:cs typeface="Times New Roman"/>
                <a:sym typeface="Times New Roman"/>
              </a:rPr>
              <a:t>    </a:t>
            </a:r>
            <a:r>
              <a:rPr b="1" i="1" lang="en-US" sz="1800">
                <a:solidFill>
                  <a:schemeClr val="dk1"/>
                </a:solidFill>
                <a:latin typeface="Times New Roman"/>
                <a:ea typeface="Times New Roman"/>
                <a:cs typeface="Times New Roman"/>
                <a:sym typeface="Times New Roman"/>
              </a:rPr>
              <a:t>Example 2.6: port numbers</a:t>
            </a:r>
            <a:endParaRPr/>
          </a:p>
        </p:txBody>
      </p:sp>
      <p:sp>
        <p:nvSpPr>
          <p:cNvPr id="750" name="Google Shape;750;p43"/>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1" name="Google Shape;751;p43"/>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2" name="Google Shape;752;p43"/>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3" name="Google Shape;753;p43"/>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4" name="Google Shape;754;p43"/>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5" name="Google Shape;755;p43"/>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56" name="Google Shape;756;p43"/>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pic>
        <p:nvPicPr>
          <p:cNvPr id="757" name="Google Shape;757;p43"/>
          <p:cNvPicPr preferRelativeResize="0"/>
          <p:nvPr/>
        </p:nvPicPr>
        <p:blipFill rotWithShape="1">
          <a:blip r:embed="rId6">
            <a:alphaModFix/>
          </a:blip>
          <a:srcRect b="0" l="0" r="0" t="0"/>
          <a:stretch/>
        </p:blipFill>
        <p:spPr>
          <a:xfrm>
            <a:off x="930275" y="1905000"/>
            <a:ext cx="2193925" cy="3762375"/>
          </a:xfrm>
          <a:prstGeom prst="rect">
            <a:avLst/>
          </a:prstGeom>
          <a:noFill/>
          <a:ln>
            <a:noFill/>
          </a:ln>
        </p:spPr>
      </p:pic>
      <p:pic>
        <p:nvPicPr>
          <p:cNvPr id="758" name="Google Shape;758;p43"/>
          <p:cNvPicPr preferRelativeResize="0"/>
          <p:nvPr/>
        </p:nvPicPr>
        <p:blipFill rotWithShape="1">
          <a:blip r:embed="rId7">
            <a:alphaModFix/>
          </a:blip>
          <a:srcRect b="0" l="0" r="0" t="0"/>
          <a:stretch/>
        </p:blipFill>
        <p:spPr>
          <a:xfrm>
            <a:off x="5638800" y="1903413"/>
            <a:ext cx="1901825" cy="37353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2000"/>
                                        <p:tgtEl>
                                          <p:spTgt spid="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757"/>
                                        </p:tgtEl>
                                        <p:attrNameLst>
                                          <p:attrName>ppt_w</p:attrName>
                                        </p:attrNameLst>
                                      </p:cBhvr>
                                      <p:tavLst>
                                        <p:tav fmla="" tm="0">
                                          <p:val>
                                            <p:strVal val="#ppt_w"/>
                                          </p:val>
                                        </p:tav>
                                        <p:tav fmla="" tm="100000">
                                          <p:val>
                                            <p:strVal val="0"/>
                                          </p:val>
                                        </p:tav>
                                      </p:tavLst>
                                    </p:anim>
                                    <p:anim calcmode="lin" valueType="num">
                                      <p:cBhvr additive="base">
                                        <p:cTn dur="500"/>
                                        <p:tgtEl>
                                          <p:spTgt spid="757"/>
                                        </p:tgtEl>
                                        <p:attrNameLst>
                                          <p:attrName>ppt_h</p:attrName>
                                        </p:attrNameLst>
                                      </p:cBhvr>
                                      <p:tavLst>
                                        <p:tav fmla="" tm="0">
                                          <p:val>
                                            <p:strVal val="#ppt_h"/>
                                          </p:val>
                                        </p:tav>
                                        <p:tav fmla="" tm="100000">
                                          <p:val>
                                            <p:strVal val="0"/>
                                          </p:val>
                                        </p:tav>
                                      </p:tavLst>
                                    </p:anim>
                                    <p:set>
                                      <p:cBhvr>
                                        <p:cTn dur="1" fill="hold">
                                          <p:stCondLst>
                                            <p:cond delay="500"/>
                                          </p:stCondLst>
                                        </p:cTn>
                                        <p:tgtEl>
                                          <p:spTgt spid="75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8"/>
                                        </p:tgtEl>
                                        <p:attrNameLst>
                                          <p:attrName>style.visibility</p:attrName>
                                        </p:attrNameLst>
                                      </p:cBhvr>
                                      <p:to>
                                        <p:strVal val="visible"/>
                                      </p:to>
                                    </p:set>
                                    <p:animEffect filter="fade" transition="in">
                                      <p:cBhvr>
                                        <p:cTn dur="2000"/>
                                        <p:tgtEl>
                                          <p:spTgt spid="7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3" presetSubtype="32">
                                  <p:stCondLst>
                                    <p:cond delay="0"/>
                                  </p:stCondLst>
                                  <p:childTnLst>
                                    <p:anim calcmode="lin" valueType="num">
                                      <p:cBhvr additive="base">
                                        <p:cTn dur="500"/>
                                        <p:tgtEl>
                                          <p:spTgt spid="758"/>
                                        </p:tgtEl>
                                        <p:attrNameLst>
                                          <p:attrName>ppt_w</p:attrName>
                                        </p:attrNameLst>
                                      </p:cBhvr>
                                      <p:tavLst>
                                        <p:tav fmla="" tm="0">
                                          <p:val>
                                            <p:strVal val="#ppt_w"/>
                                          </p:val>
                                        </p:tav>
                                        <p:tav fmla="" tm="100000">
                                          <p:val>
                                            <p:strVal val="0"/>
                                          </p:val>
                                        </p:tav>
                                      </p:tavLst>
                                    </p:anim>
                                    <p:anim calcmode="lin" valueType="num">
                                      <p:cBhvr additive="base">
                                        <p:cTn dur="500"/>
                                        <p:tgtEl>
                                          <p:spTgt spid="758"/>
                                        </p:tgtEl>
                                        <p:attrNameLst>
                                          <p:attrName>ppt_h</p:attrName>
                                        </p:attrNameLst>
                                      </p:cBhvr>
                                      <p:tavLst>
                                        <p:tav fmla="" tm="0">
                                          <p:val>
                                            <p:strVal val="#ppt_h"/>
                                          </p:val>
                                        </p:tav>
                                        <p:tav fmla="" tm="100000">
                                          <p:val>
                                            <p:strVal val="0"/>
                                          </p:val>
                                        </p:tav>
                                      </p:tavLst>
                                    </p:anim>
                                    <p:set>
                                      <p:cBhvr>
                                        <p:cTn dur="1" fill="hold">
                                          <p:stCondLst>
                                            <p:cond delay="500"/>
                                          </p:stCondLst>
                                        </p:cTn>
                                        <p:tgtEl>
                                          <p:spTgt spid="75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44"/>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765" name="Google Shape;765;p44"/>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66" name="Google Shape;766;p44"/>
          <p:cNvSpPr/>
          <p:nvPr/>
        </p:nvSpPr>
        <p:spPr>
          <a:xfrm>
            <a:off x="366713" y="107950"/>
            <a:ext cx="438150" cy="474663"/>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67" name="Google Shape;767;p44"/>
          <p:cNvSpPr/>
          <p:nvPr/>
        </p:nvSpPr>
        <p:spPr>
          <a:xfrm>
            <a:off x="749300" y="107950"/>
            <a:ext cx="328613" cy="474663"/>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68" name="Google Shape;768;p44"/>
          <p:cNvSpPr/>
          <p:nvPr/>
        </p:nvSpPr>
        <p:spPr>
          <a:xfrm>
            <a:off x="490538" y="530225"/>
            <a:ext cx="422275" cy="474663"/>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69" name="Google Shape;769;p44"/>
          <p:cNvSpPr/>
          <p:nvPr/>
        </p:nvSpPr>
        <p:spPr>
          <a:xfrm>
            <a:off x="860425" y="530225"/>
            <a:ext cx="368300" cy="474663"/>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70" name="Google Shape;770;p44"/>
          <p:cNvSpPr/>
          <p:nvPr/>
        </p:nvSpPr>
        <p:spPr>
          <a:xfrm>
            <a:off x="76200" y="457200"/>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71" name="Google Shape;771;p44"/>
          <p:cNvSpPr/>
          <p:nvPr/>
        </p:nvSpPr>
        <p:spPr>
          <a:xfrm>
            <a:off x="711200" y="0"/>
            <a:ext cx="31750" cy="105251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sp>
        <p:nvSpPr>
          <p:cNvPr id="772" name="Google Shape;772;p44"/>
          <p:cNvSpPr/>
          <p:nvPr/>
        </p:nvSpPr>
        <p:spPr>
          <a:xfrm>
            <a:off x="442913"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sz="2400">
              <a:solidFill>
                <a:schemeClr val="dk1"/>
              </a:solidFill>
              <a:latin typeface="Tahoma"/>
              <a:ea typeface="Tahoma"/>
              <a:cs typeface="Tahoma"/>
              <a:sym typeface="Tahoma"/>
            </a:endParaRPr>
          </a:p>
        </p:txBody>
      </p:sp>
      <p:cxnSp>
        <p:nvCxnSpPr>
          <p:cNvPr id="773" name="Google Shape;773;p44"/>
          <p:cNvCxnSpPr/>
          <p:nvPr/>
        </p:nvCxnSpPr>
        <p:spPr>
          <a:xfrm>
            <a:off x="609600" y="2971800"/>
            <a:ext cx="8153400" cy="0"/>
          </a:xfrm>
          <a:prstGeom prst="straightConnector1">
            <a:avLst/>
          </a:prstGeom>
          <a:noFill/>
          <a:ln cap="flat" cmpd="sng" w="76200">
            <a:solidFill>
              <a:schemeClr val="folHlink"/>
            </a:solidFill>
            <a:prstDash val="solid"/>
            <a:round/>
            <a:headEnd len="med" w="med" type="none"/>
            <a:tailEnd len="med" w="med" type="none"/>
          </a:ln>
        </p:spPr>
      </p:cxnSp>
      <p:cxnSp>
        <p:nvCxnSpPr>
          <p:cNvPr id="774" name="Google Shape;774;p44"/>
          <p:cNvCxnSpPr/>
          <p:nvPr/>
        </p:nvCxnSpPr>
        <p:spPr>
          <a:xfrm>
            <a:off x="609600" y="4724400"/>
            <a:ext cx="8153400" cy="0"/>
          </a:xfrm>
          <a:prstGeom prst="straightConnector1">
            <a:avLst/>
          </a:prstGeom>
          <a:noFill/>
          <a:ln cap="flat" cmpd="sng" w="76200">
            <a:solidFill>
              <a:schemeClr val="folHlink"/>
            </a:solidFill>
            <a:prstDash val="solid"/>
            <a:round/>
            <a:headEnd len="med" w="med" type="none"/>
            <a:tailEnd len="med" w="med" type="none"/>
          </a:ln>
        </p:spPr>
      </p:cxnSp>
      <p:sp>
        <p:nvSpPr>
          <p:cNvPr id="775" name="Google Shape;775;p44"/>
          <p:cNvSpPr/>
          <p:nvPr/>
        </p:nvSpPr>
        <p:spPr>
          <a:xfrm>
            <a:off x="647700" y="3063875"/>
            <a:ext cx="8077200" cy="1554163"/>
          </a:xfrm>
          <a:prstGeom prst="rect">
            <a:avLst/>
          </a:prstGeom>
          <a:solidFill>
            <a:schemeClr val="folHlink"/>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200">
                <a:solidFill>
                  <a:schemeClr val="lt1"/>
                </a:solidFill>
                <a:latin typeface="Arial"/>
                <a:ea typeface="Arial"/>
                <a:cs typeface="Arial"/>
                <a:sym typeface="Arial"/>
              </a:rPr>
              <a:t>The physical addresses change from hop to hop, but the logical and port addresses usually remain the same.</a:t>
            </a:r>
            <a:endParaRPr/>
          </a:p>
        </p:txBody>
      </p:sp>
      <p:grpSp>
        <p:nvGrpSpPr>
          <p:cNvPr id="776" name="Google Shape;776;p44"/>
          <p:cNvGrpSpPr/>
          <p:nvPr/>
        </p:nvGrpSpPr>
        <p:grpSpPr>
          <a:xfrm>
            <a:off x="609600" y="2133600"/>
            <a:ext cx="1143000" cy="566738"/>
            <a:chOff x="1200" y="1248"/>
            <a:chExt cx="720" cy="357"/>
          </a:xfrm>
        </p:grpSpPr>
        <p:pic>
          <p:nvPicPr>
            <p:cNvPr id="777" name="Google Shape;777;p4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778" name="Google Shape;778;p4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800">
                  <a:solidFill>
                    <a:schemeClr val="hlink"/>
                  </a:solidFill>
                  <a:latin typeface="Times New Roman"/>
                  <a:ea typeface="Times New Roman"/>
                  <a:cs typeface="Times New Roman"/>
                  <a:sym typeface="Times New Roman"/>
                </a:rPr>
                <a:t>Note</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6"/>
                                        </p:tgtEl>
                                        <p:attrNameLst>
                                          <p:attrName>style.visibility</p:attrName>
                                        </p:attrNameLst>
                                      </p:cBhvr>
                                      <p:to>
                                        <p:strVal val="visible"/>
                                      </p:to>
                                    </p:set>
                                  </p:childTnLst>
                                </p:cTn>
                              </p:par>
                            </p:childTnLst>
                          </p:cTn>
                        </p:par>
                        <p:par>
                          <p:cTn fill="hold">
                            <p:stCondLst>
                              <p:cond delay="1"/>
                            </p:stCondLst>
                            <p:childTnLst>
                              <p:par>
                                <p:cTn fill="hold" nodeType="after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500"/>
                                        <p:tgtEl>
                                          <p:spTgt spid="773"/>
                                        </p:tgtEl>
                                      </p:cBhvr>
                                    </p:animEffect>
                                  </p:childTnLst>
                                </p:cTn>
                              </p:par>
                            </p:childTnLst>
                          </p:cTn>
                        </p:par>
                        <p:par>
                          <p:cTn fill="hold">
                            <p:stCondLst>
                              <p:cond delay="501"/>
                            </p:stCondLst>
                            <p:childTnLst>
                              <p:par>
                                <p:cTn fill="hold" nodeType="after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500"/>
                                        <p:tgtEl>
                                          <p:spTgt spid="774"/>
                                        </p:tgtEl>
                                      </p:cBhvr>
                                    </p:animEffect>
                                  </p:childTnLst>
                                </p:cTn>
                              </p:par>
                            </p:childTnLst>
                          </p:cTn>
                        </p:par>
                        <p:par>
                          <p:cTn fill="hold">
                            <p:stCondLst>
                              <p:cond delay="1001"/>
                            </p:stCondLst>
                            <p:childTnLst>
                              <p:par>
                                <p:cTn fill="hold" nodeType="after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500"/>
                                        <p:tgtEl>
                                          <p:spTgt spid="7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45"/>
          <p:cNvSpPr txBox="1"/>
          <p:nvPr>
            <p:ph idx="11" type="ftr"/>
          </p:nvPr>
        </p:nvSpPr>
        <p:spPr>
          <a:xfrm>
            <a:off x="76200" y="6248400"/>
            <a:ext cx="28956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TCP/IP Protocol Suite</a:t>
            </a:r>
            <a:endParaRPr/>
          </a:p>
        </p:txBody>
      </p:sp>
      <p:sp>
        <p:nvSpPr>
          <p:cNvPr id="785" name="Google Shape;785;p45"/>
          <p:cNvSpPr txBox="1"/>
          <p:nvPr>
            <p:ph idx="12" type="sldNum"/>
          </p:nvPr>
        </p:nvSpPr>
        <p:spPr>
          <a:xfrm>
            <a:off x="7042150" y="6243638"/>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86" name="Google Shape;786;p45"/>
          <p:cNvSpPr txBox="1"/>
          <p:nvPr/>
        </p:nvSpPr>
        <p:spPr>
          <a:xfrm>
            <a:off x="76200" y="696913"/>
            <a:ext cx="8839200" cy="822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2400">
                <a:solidFill>
                  <a:schemeClr val="dk1"/>
                </a:solidFill>
                <a:latin typeface="Arimo"/>
                <a:ea typeface="Arimo"/>
                <a:cs typeface="Arimo"/>
                <a:sym typeface="Arimo"/>
              </a:rPr>
              <a:t>As we will see in future chapters, a port address is a 16-bit address represented by one decimal number as shown.</a:t>
            </a:r>
            <a:endParaRPr/>
          </a:p>
        </p:txBody>
      </p:sp>
      <p:grpSp>
        <p:nvGrpSpPr>
          <p:cNvPr id="787" name="Google Shape;787;p45"/>
          <p:cNvGrpSpPr/>
          <p:nvPr/>
        </p:nvGrpSpPr>
        <p:grpSpPr>
          <a:xfrm>
            <a:off x="0" y="0"/>
            <a:ext cx="9144000" cy="609600"/>
            <a:chOff x="0" y="2448"/>
            <a:chExt cx="5760" cy="384"/>
          </a:xfrm>
        </p:grpSpPr>
        <p:sp>
          <p:nvSpPr>
            <p:cNvPr id="788" name="Google Shape;788;p45"/>
            <p:cNvSpPr/>
            <p:nvPr/>
          </p:nvSpPr>
          <p:spPr>
            <a:xfrm>
              <a:off x="0" y="2448"/>
              <a:ext cx="5760" cy="384"/>
            </a:xfrm>
            <a:prstGeom prst="rect">
              <a:avLst/>
            </a:prstGeom>
            <a:solidFill>
              <a:srgbClr val="2CB843"/>
            </a:solidFill>
            <a:ln cap="flat" cmpd="sng" w="9525">
              <a:solidFill>
                <a:schemeClr val="folHlink"/>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1800">
                <a:solidFill>
                  <a:schemeClr val="dk1"/>
                </a:solidFill>
                <a:latin typeface="Tahoma"/>
                <a:ea typeface="Tahoma"/>
                <a:cs typeface="Tahoma"/>
                <a:sym typeface="Tahoma"/>
              </a:endParaRPr>
            </a:p>
          </p:txBody>
        </p:sp>
        <p:sp>
          <p:nvSpPr>
            <p:cNvPr id="789" name="Google Shape;789;p45"/>
            <p:cNvSpPr txBox="1"/>
            <p:nvPr/>
          </p:nvSpPr>
          <p:spPr>
            <a:xfrm>
              <a:off x="0" y="2448"/>
              <a:ext cx="1467" cy="365"/>
            </a:xfrm>
            <a:prstGeom prst="rect">
              <a:avLst/>
            </a:prstGeom>
            <a:solidFill>
              <a:srgbClr val="2CB84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lt1"/>
                  </a:solidFill>
                  <a:latin typeface="Times New Roman"/>
                  <a:ea typeface="Times New Roman"/>
                  <a:cs typeface="Times New Roman"/>
                  <a:sym typeface="Times New Roman"/>
                </a:rPr>
                <a:t>Example 2.7</a:t>
              </a:r>
              <a:endParaRPr b="1" i="1" sz="3200">
                <a:solidFill>
                  <a:schemeClr val="lt1"/>
                </a:solidFill>
                <a:latin typeface="Times New Roman"/>
                <a:ea typeface="Times New Roman"/>
                <a:cs typeface="Times New Roman"/>
                <a:sym typeface="Times New Roman"/>
              </a:endParaRPr>
            </a:p>
          </p:txBody>
        </p:sp>
      </p:grpSp>
      <p:sp>
        <p:nvSpPr>
          <p:cNvPr id="790" name="Google Shape;790;p45"/>
          <p:cNvSpPr txBox="1"/>
          <p:nvPr/>
        </p:nvSpPr>
        <p:spPr>
          <a:xfrm>
            <a:off x="152400" y="2133600"/>
            <a:ext cx="8839200" cy="822325"/>
          </a:xfrm>
          <a:prstGeom prst="rect">
            <a:avLst/>
          </a:prstGeom>
          <a:solidFill>
            <a:srgbClr val="DDDDDD"/>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hlink"/>
                </a:solidFill>
                <a:latin typeface="Arimo"/>
                <a:ea typeface="Arimo"/>
                <a:cs typeface="Arimo"/>
                <a:sym typeface="Arimo"/>
              </a:rPr>
              <a:t>753</a:t>
            </a:r>
            <a:endParaRPr/>
          </a:p>
          <a:p>
            <a:pPr indent="0" lvl="0" marL="0" marR="0" rtl="0" algn="ctr">
              <a:spcBef>
                <a:spcPts val="0"/>
              </a:spcBef>
              <a:spcAft>
                <a:spcPts val="0"/>
              </a:spcAft>
              <a:buNone/>
            </a:pPr>
            <a:r>
              <a:rPr b="1" lang="en-US" sz="2400">
                <a:solidFill>
                  <a:schemeClr val="dk1"/>
                </a:solidFill>
                <a:latin typeface="Arimo"/>
                <a:ea typeface="Arimo"/>
                <a:cs typeface="Arimo"/>
                <a:sym typeface="Arimo"/>
              </a:rPr>
              <a:t>A 16-bit port address represented as one single number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2000-01-15T04:50:39Z</dcterms:created>
  <dc:creator>Valued Gateway Client</dc:creator>
</cp:coreProperties>
</file>