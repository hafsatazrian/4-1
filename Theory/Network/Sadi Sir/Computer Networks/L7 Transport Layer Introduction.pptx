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3.bin"/>
  <Override ContentType="application/vnd.openxmlformats-officedocument.oleObject" PartName="/ppt/embeddings/oleObject9.bin"/>
  <Override ContentType="application/vnd.openxmlformats-officedocument.oleObject" PartName="/ppt/embeddings/oleObject6.bin"/>
  <Override ContentType="application/vnd.openxmlformats-officedocument.oleObject" PartName="/ppt/embeddings/oleObject15.bin"/>
  <Override ContentType="application/vnd.openxmlformats-officedocument.oleObject" PartName="/ppt/embeddings/oleObject4.bin"/>
  <Override ContentType="application/vnd.openxmlformats-officedocument.oleObject" PartName="/ppt/embeddings/oleObject1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14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5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0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embeddedFontLst>
    <p:embeddedFont>
      <p:font typeface="Tahom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c0/iH8doPQ3N5qNvFihnK7fqV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3" Type="http://schemas.openxmlformats.org/officeDocument/2006/relationships/image" Target="../media/image11.png"/><Relationship Id="rId12" Type="http://schemas.openxmlformats.org/officeDocument/2006/relationships/image" Target="../media/image8.png"/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15" Type="http://schemas.openxmlformats.org/officeDocument/2006/relationships/image" Target="../media/image11.png"/><Relationship Id="rId1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ecdb38395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7ecdb3839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109" name="Google Shape;109;g37ecdb3839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7ecd77fdb7_0_12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7ecd77fdb7_0_1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7ecd77fdb7_0_1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3" name="Google Shape;90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4" name="Google Shape;9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7ecd77fdb7_0_177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7ecd77fdb7_0_17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1" name="Google Shape;921;g37ecd77fdb7_0_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7ecd77fdb7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8" name="Google Shape;928;g37ecd77fdb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9" name="Google Shape;929;g37ecd77f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4" name="Google Shape;9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2" name="Google Shape;95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3" name="Google Shape;9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7ecd77fdb7_0_2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0" name="Google Shape;960;g37ecd77fdb7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61" name="Google Shape;961;g37ecd77f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7ecd77fdb7_0_5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7" name="Google Shape;977;g37ecd77fdb7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8" name="Google Shape;978;g37ecd77fdb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4" name="Google Shape;99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7ecd77fdb7_0_8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7" name="Google Shape;1007;g37ecd77fdb7_0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08" name="Google Shape;1008;g37ecd77fdb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7ecd77fdb7_0_1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2" name="Google Shape;1022;g37ecd77fdb7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23" name="Google Shape;1023;g37ecd77fdb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0" name="Google Shape;104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1" name="Google Shape;10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0" name="Google Shape;10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8" name="Google Shape;10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9" name="Google Shape;10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7ecd77fdb7_0_14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7" name="Google Shape;1067;g37ecd77fdb7_0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68" name="Google Shape;1068;g37ecd77fdb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7" name="Google Shape;10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8" name="Google Shape;109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9" name="Google Shape;10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6" name="Google Shape;110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7" name="Google Shape;11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5" name="Google Shape;111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080"/>
              <a:buNone/>
              <a:defRPr/>
            </a:lvl1pPr>
            <a:lvl2pPr lvl="1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304800" y="10668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81000" y="1143000"/>
            <a:ext cx="853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381000" y="3657600"/>
            <a:ext cx="8534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304800" y="1066800"/>
            <a:ext cx="4191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066800"/>
            <a:ext cx="4267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45" name="Google Shape;45;p21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304800" y="0"/>
            <a:ext cx="8686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" type="body"/>
          </p:nvPr>
        </p:nvSpPr>
        <p:spPr>
          <a:xfrm>
            <a:off x="457200" y="106680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0" name="Google Shape;50;p22"/>
          <p:cNvSpPr txBox="1"/>
          <p:nvPr>
            <p:ph idx="2" type="body"/>
          </p:nvPr>
        </p:nvSpPr>
        <p:spPr>
          <a:xfrm>
            <a:off x="457200" y="1752600"/>
            <a:ext cx="4040188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1" name="Google Shape;51;p22"/>
          <p:cNvSpPr txBox="1"/>
          <p:nvPr>
            <p:ph idx="3" type="body"/>
          </p:nvPr>
        </p:nvSpPr>
        <p:spPr>
          <a:xfrm>
            <a:off x="4645025" y="106680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2" name="Google Shape;52;p22"/>
          <p:cNvSpPr txBox="1"/>
          <p:nvPr>
            <p:ph idx="4" type="body"/>
          </p:nvPr>
        </p:nvSpPr>
        <p:spPr>
          <a:xfrm>
            <a:off x="4645025" y="1828800"/>
            <a:ext cx="4041775" cy="42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116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60"/>
              <a:buChar char="❑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o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" type="body"/>
          </p:nvPr>
        </p:nvSpPr>
        <p:spPr>
          <a:xfrm rot="5400000">
            <a:off x="1943100" y="-571500"/>
            <a:ext cx="5410200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type="title"/>
          </p:nvPr>
        </p:nvSpPr>
        <p:spPr>
          <a:xfrm rot="5400000">
            <a:off x="4695825" y="2257425"/>
            <a:ext cx="5715000" cy="196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" type="body"/>
          </p:nvPr>
        </p:nvSpPr>
        <p:spPr>
          <a:xfrm rot="5400000">
            <a:off x="695325" y="371475"/>
            <a:ext cx="5715000" cy="573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/>
          <p:nvPr>
            <p:ph type="title"/>
          </p:nvPr>
        </p:nvSpPr>
        <p:spPr>
          <a:xfrm>
            <a:off x="7620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" type="body"/>
          </p:nvPr>
        </p:nvSpPr>
        <p:spPr>
          <a:xfrm>
            <a:off x="685800" y="1371600"/>
            <a:ext cx="3810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2" type="body"/>
          </p:nvPr>
        </p:nvSpPr>
        <p:spPr>
          <a:xfrm>
            <a:off x="4648200" y="1371600"/>
            <a:ext cx="3810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7620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" type="body"/>
          </p:nvPr>
        </p:nvSpPr>
        <p:spPr>
          <a:xfrm>
            <a:off x="685800" y="1371600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2" type="body"/>
          </p:nvPr>
        </p:nvSpPr>
        <p:spPr>
          <a:xfrm>
            <a:off x="685800" y="3810000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>
            <p:ph type="title"/>
          </p:nvPr>
        </p:nvSpPr>
        <p:spPr>
          <a:xfrm>
            <a:off x="7620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" type="body"/>
          </p:nvPr>
        </p:nvSpPr>
        <p:spPr>
          <a:xfrm>
            <a:off x="685800" y="1371600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2" type="body"/>
          </p:nvPr>
        </p:nvSpPr>
        <p:spPr>
          <a:xfrm>
            <a:off x="685800" y="3810000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>
            <p:ph type="title"/>
          </p:nvPr>
        </p:nvSpPr>
        <p:spPr>
          <a:xfrm>
            <a:off x="7620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" type="body"/>
          </p:nvPr>
        </p:nvSpPr>
        <p:spPr>
          <a:xfrm>
            <a:off x="685800" y="1371600"/>
            <a:ext cx="3810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2" type="body"/>
          </p:nvPr>
        </p:nvSpPr>
        <p:spPr>
          <a:xfrm>
            <a:off x="4648200" y="1371600"/>
            <a:ext cx="381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03" name="Google Shape;103;p32"/>
          <p:cNvSpPr txBox="1"/>
          <p:nvPr>
            <p:ph idx="3" type="body"/>
          </p:nvPr>
        </p:nvSpPr>
        <p:spPr>
          <a:xfrm>
            <a:off x="4648200" y="3810000"/>
            <a:ext cx="381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304800" y="10668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08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6"/>
          <p:cNvCxnSpPr/>
          <p:nvPr/>
        </p:nvCxnSpPr>
        <p:spPr>
          <a:xfrm rot="10800000">
            <a:off x="0" y="6553200"/>
            <a:ext cx="32766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16"/>
          <p:cNvCxnSpPr/>
          <p:nvPr/>
        </p:nvCxnSpPr>
        <p:spPr>
          <a:xfrm rot="10800000">
            <a:off x="0" y="990600"/>
            <a:ext cx="32766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16"/>
          <p:cNvCxnSpPr/>
          <p:nvPr/>
        </p:nvCxnSpPr>
        <p:spPr>
          <a:xfrm>
            <a:off x="228600" y="0"/>
            <a:ext cx="0" cy="1524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oleObject" Target="../embeddings/oleObject15.bin"/><Relationship Id="rId20" Type="http://schemas.openxmlformats.org/officeDocument/2006/relationships/oleObject" Target="../embeddings/oleObject7.bin"/><Relationship Id="rId41" Type="http://schemas.openxmlformats.org/officeDocument/2006/relationships/oleObject" Target="../embeddings/oleObject15.bin"/><Relationship Id="rId22" Type="http://schemas.openxmlformats.org/officeDocument/2006/relationships/oleObject" Target="../embeddings/oleObject8.bin"/><Relationship Id="rId21" Type="http://schemas.openxmlformats.org/officeDocument/2006/relationships/oleObject" Target="../embeddings/oleObject8.bin"/><Relationship Id="rId24" Type="http://schemas.openxmlformats.org/officeDocument/2006/relationships/oleObject" Target="../embeddings/oleObject9.bin"/><Relationship Id="rId23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Relationship Id="rId26" Type="http://schemas.openxmlformats.org/officeDocument/2006/relationships/image" Target="../media/image12.png"/><Relationship Id="rId25" Type="http://schemas.openxmlformats.org/officeDocument/2006/relationships/oleObject" Target="../embeddings/oleObject9.bin"/><Relationship Id="rId28" Type="http://schemas.openxmlformats.org/officeDocument/2006/relationships/oleObject" Target="../embeddings/oleObject10.bin"/><Relationship Id="rId27" Type="http://schemas.openxmlformats.org/officeDocument/2006/relationships/oleObject" Target="../embeddings/oleObject10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png"/><Relationship Id="rId29" Type="http://schemas.openxmlformats.org/officeDocument/2006/relationships/image" Target="../media/image4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Relationship Id="rId31" Type="http://schemas.openxmlformats.org/officeDocument/2006/relationships/oleObject" Target="../embeddings/oleObject11.bin"/><Relationship Id="rId30" Type="http://schemas.openxmlformats.org/officeDocument/2006/relationships/oleObject" Target="../embeddings/oleObject11.bin"/><Relationship Id="rId11" Type="http://schemas.openxmlformats.org/officeDocument/2006/relationships/oleObject" Target="../embeddings/oleObject3.bin"/><Relationship Id="rId33" Type="http://schemas.openxmlformats.org/officeDocument/2006/relationships/oleObject" Target="../embeddings/oleObject12.bin"/><Relationship Id="rId10" Type="http://schemas.openxmlformats.org/officeDocument/2006/relationships/oleObject" Target="../embeddings/oleObject3.bin"/><Relationship Id="rId32" Type="http://schemas.openxmlformats.org/officeDocument/2006/relationships/image" Target="../media/image7.png"/><Relationship Id="rId13" Type="http://schemas.openxmlformats.org/officeDocument/2006/relationships/oleObject" Target="../embeddings/oleObject4.bin"/><Relationship Id="rId35" Type="http://schemas.openxmlformats.org/officeDocument/2006/relationships/image" Target="../media/image8.png"/><Relationship Id="rId12" Type="http://schemas.openxmlformats.org/officeDocument/2006/relationships/image" Target="../media/image5.png"/><Relationship Id="rId34" Type="http://schemas.openxmlformats.org/officeDocument/2006/relationships/oleObject" Target="../embeddings/oleObject12.bin"/><Relationship Id="rId15" Type="http://schemas.openxmlformats.org/officeDocument/2006/relationships/oleObject" Target="../embeddings/oleObject5.bin"/><Relationship Id="rId37" Type="http://schemas.openxmlformats.org/officeDocument/2006/relationships/oleObject" Target="../embeddings/oleObject13.bin"/><Relationship Id="rId14" Type="http://schemas.openxmlformats.org/officeDocument/2006/relationships/oleObject" Target="../embeddings/oleObject4.bin"/><Relationship Id="rId36" Type="http://schemas.openxmlformats.org/officeDocument/2006/relationships/oleObject" Target="../embeddings/oleObject13.bin"/><Relationship Id="rId17" Type="http://schemas.openxmlformats.org/officeDocument/2006/relationships/oleObject" Target="../embeddings/oleObject6.bin"/><Relationship Id="rId39" Type="http://schemas.openxmlformats.org/officeDocument/2006/relationships/oleObject" Target="../embeddings/oleObject14.bin"/><Relationship Id="rId16" Type="http://schemas.openxmlformats.org/officeDocument/2006/relationships/oleObject" Target="../embeddings/oleObject5.bin"/><Relationship Id="rId38" Type="http://schemas.openxmlformats.org/officeDocument/2006/relationships/oleObject" Target="../embeddings/oleObject14.bin"/><Relationship Id="rId19" Type="http://schemas.openxmlformats.org/officeDocument/2006/relationships/oleObject" Target="../embeddings/oleObject7.bin"/><Relationship Id="rId18" Type="http://schemas.openxmlformats.org/officeDocument/2006/relationships/oleObject" Target="../embeddings/oleObject6.bin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.png"/><Relationship Id="rId22" Type="http://schemas.openxmlformats.org/officeDocument/2006/relationships/image" Target="../media/image35.png"/><Relationship Id="rId21" Type="http://schemas.openxmlformats.org/officeDocument/2006/relationships/image" Target="../media/image36.png"/><Relationship Id="rId23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11" Type="http://schemas.openxmlformats.org/officeDocument/2006/relationships/image" Target="../media/image29.png"/><Relationship Id="rId10" Type="http://schemas.openxmlformats.org/officeDocument/2006/relationships/image" Target="../media/image18.png"/><Relationship Id="rId13" Type="http://schemas.openxmlformats.org/officeDocument/2006/relationships/image" Target="../media/image24.png"/><Relationship Id="rId12" Type="http://schemas.openxmlformats.org/officeDocument/2006/relationships/image" Target="../media/image22.png"/><Relationship Id="rId15" Type="http://schemas.openxmlformats.org/officeDocument/2006/relationships/image" Target="../media/image21.png"/><Relationship Id="rId14" Type="http://schemas.openxmlformats.org/officeDocument/2006/relationships/image" Target="../media/image19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19" Type="http://schemas.openxmlformats.org/officeDocument/2006/relationships/image" Target="../media/image34.png"/><Relationship Id="rId1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ecdb38395_1_0"/>
          <p:cNvSpPr/>
          <p:nvPr/>
        </p:nvSpPr>
        <p:spPr>
          <a:xfrm>
            <a:off x="0" y="2384201"/>
            <a:ext cx="9144000" cy="20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</a:t>
            </a:r>
            <a:r>
              <a:rPr b="1" lang="en-US" sz="5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5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Layer</a:t>
            </a:r>
            <a:endParaRPr b="1" i="0" sz="5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5400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7ecdb38395_1_0"/>
          <p:cNvSpPr txBox="1"/>
          <p:nvPr>
            <p:ph idx="12" type="sldNum"/>
          </p:nvPr>
        </p:nvSpPr>
        <p:spPr>
          <a:xfrm>
            <a:off x="4914900" y="64770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we’ll study</a:t>
            </a:r>
            <a:endParaRPr/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304800" y="10668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Char char="❑"/>
            </a:pPr>
            <a:r>
              <a:rPr lang="en-US"/>
              <a:t>Transport layer role and services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080"/>
              <a:buChar char="❑"/>
            </a:pPr>
            <a:r>
              <a:rPr lang="en-US"/>
              <a:t>Develop/design some simple transport protocol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 txBox="1"/>
          <p:nvPr>
            <p:ph idx="10" type="dt"/>
          </p:nvPr>
        </p:nvSpPr>
        <p:spPr>
          <a:xfrm>
            <a:off x="304800" y="655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03/08/2023</a:t>
            </a:r>
            <a:endParaRPr/>
          </a:p>
        </p:txBody>
      </p:sp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Role of Transport Layer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381000" y="1142999"/>
            <a:ext cx="5313363" cy="53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/>
              <a:t>Provide </a:t>
            </a:r>
            <a:r>
              <a:rPr i="1" lang="en-US" sz="2400">
                <a:solidFill>
                  <a:srgbClr val="FF0000"/>
                </a:solidFill>
              </a:rPr>
              <a:t>logical communication</a:t>
            </a:r>
            <a:r>
              <a:rPr lang="en-US" sz="2400">
                <a:highlight>
                  <a:srgbClr val="00FF00"/>
                </a:highlight>
              </a:rPr>
              <a:t> </a:t>
            </a:r>
            <a:r>
              <a:rPr lang="en-US"/>
              <a:t>between application processes running on different hosts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Char char="❑"/>
            </a:pPr>
            <a:r>
              <a:rPr lang="en-US" sz="2400"/>
              <a:t>Run on end hosts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Sender: breaks application messages into segments, </a:t>
            </a:r>
            <a:br>
              <a:rPr lang="en-US"/>
            </a:br>
            <a:r>
              <a:rPr lang="en-US"/>
              <a:t>and passes to network layer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Receiver: reassembles segments into messages, passes to application layer</a:t>
            </a:r>
            <a:endParaRPr/>
          </a:p>
        </p:txBody>
      </p:sp>
      <p:graphicFrame>
        <p:nvGraphicFramePr>
          <p:cNvPr id="128" name="Google Shape;128;p3"/>
          <p:cNvGraphicFramePr/>
          <p:nvPr/>
        </p:nvGraphicFramePr>
        <p:xfrm>
          <a:off x="5432369" y="869950"/>
          <a:ext cx="1304925" cy="1085850"/>
        </p:xfrm>
        <a:graphic>
          <a:graphicData uri="http://schemas.openxmlformats.org/presentationml/2006/ole">
            <mc:AlternateContent>
              <mc:Choice Requires="v">
                <p:oleObj r:id="rId4" imgH="1085850" imgW="1304925" progId="MS_ClipArt_Gallery.2" spid="_x0000_s1">
                  <p:embed/>
                </p:oleObj>
              </mc:Choice>
              <mc:Fallback>
                <p:oleObj r:id="rId5" imgH="1085850" imgW="1304925" progId="MS_ClipArt_Gallery.2">
                  <p:embed/>
                  <p:pic>
                    <p:nvPicPr>
                      <p:cNvPr id="128" name="Google Shape;128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32369" y="869950"/>
                        <a:ext cx="13049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Google Shape;129;p3"/>
          <p:cNvSpPr/>
          <p:nvPr/>
        </p:nvSpPr>
        <p:spPr>
          <a:xfrm>
            <a:off x="7089775" y="2522538"/>
            <a:ext cx="1798638" cy="167481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210175" y="2379663"/>
            <a:ext cx="1866900" cy="1589087"/>
          </a:xfrm>
          <a:custGeom>
            <a:rect b="b" l="l" r="r" t="t"/>
            <a:pathLst>
              <a:path extrusionOk="0" h="1191" w="1340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578475" y="3830638"/>
            <a:ext cx="2974975" cy="2219325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2" name="Google Shape;132;p3"/>
          <p:cNvGrpSpPr/>
          <p:nvPr/>
        </p:nvGrpSpPr>
        <p:grpSpPr>
          <a:xfrm>
            <a:off x="5327650" y="2514600"/>
            <a:ext cx="733425" cy="319088"/>
            <a:chOff x="3552" y="246"/>
            <a:chExt cx="527" cy="248"/>
          </a:xfrm>
        </p:grpSpPr>
        <p:graphicFrame>
          <p:nvGraphicFramePr>
            <p:cNvPr id="133" name="Google Shape;133;p3"/>
            <p:cNvGraphicFramePr/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>
                <mc:Choice Requires="v">
                  <p:oleObj r:id="rId7" imgH="248" imgW="299" progId="MS_ClipArt_Gallery.2" spid="_x0000_s2">
                    <p:embed/>
                  </p:oleObj>
                </mc:Choice>
                <mc:Fallback>
                  <p:oleObj r:id="rId8" imgH="248" imgW="299" progId="MS_ClipArt_Gallery.2">
                    <p:embed/>
                    <p:pic>
                      <p:nvPicPr>
                        <p:cNvPr id="133" name="Google Shape;133;p3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" name="Google Shape;134;p3"/>
            <p:cNvGraphicFramePr/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>
                <mc:Choice Requires="v">
                  <p:oleObj r:id="rId10" imgH="144" imgW="201" progId="MS_ClipArt_Gallery.2" spid="_x0000_s3">
                    <p:embed/>
                  </p:oleObj>
                </mc:Choice>
                <mc:Fallback>
                  <p:oleObj r:id="rId11" imgH="144" imgW="201" progId="MS_ClipArt_Gallery.2">
                    <p:embed/>
                    <p:pic>
                      <p:nvPicPr>
                        <p:cNvPr id="134" name="Google Shape;134;p3"/>
                        <p:cNvPicPr preferRelativeResize="0"/>
                        <p:nvPr/>
                      </p:nvPicPr>
                      <p:blipFill rotWithShape="1">
                        <a:blip r:embed="rId1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5" name="Google Shape;135;p3"/>
            <p:cNvCxnSpPr/>
            <p:nvPr/>
          </p:nvCxnSpPr>
          <p:spPr>
            <a:xfrm flipH="1" rot="10800000">
              <a:off x="3844" y="434"/>
              <a:ext cx="82" cy="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6" name="Google Shape;136;p3"/>
          <p:cNvGrpSpPr/>
          <p:nvPr/>
        </p:nvGrpSpPr>
        <p:grpSpPr>
          <a:xfrm>
            <a:off x="5327650" y="3109913"/>
            <a:ext cx="733425" cy="319087"/>
            <a:chOff x="3552" y="246"/>
            <a:chExt cx="527" cy="248"/>
          </a:xfrm>
        </p:grpSpPr>
        <p:graphicFrame>
          <p:nvGraphicFramePr>
            <p:cNvPr id="137" name="Google Shape;137;p3"/>
            <p:cNvGraphicFramePr/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>
                <mc:Choice Requires="v">
                  <p:oleObj r:id="rId13" imgH="248" imgW="299" progId="MS_ClipArt_Gallery.2" spid="_x0000_s4">
                    <p:embed/>
                  </p:oleObj>
                </mc:Choice>
                <mc:Fallback>
                  <p:oleObj r:id="rId14" imgH="248" imgW="299" progId="MS_ClipArt_Gallery.2">
                    <p:embed/>
                    <p:pic>
                      <p:nvPicPr>
                        <p:cNvPr id="137" name="Google Shape;137;p3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" name="Google Shape;138;p3"/>
            <p:cNvGraphicFramePr/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>
                <mc:Choice Requires="v">
                  <p:oleObj r:id="rId15" imgH="144" imgW="201" progId="MS_ClipArt_Gallery.2" spid="_x0000_s5">
                    <p:embed/>
                  </p:oleObj>
                </mc:Choice>
                <mc:Fallback>
                  <p:oleObj r:id="rId16" imgH="144" imgW="201" progId="MS_ClipArt_Gallery.2">
                    <p:embed/>
                    <p:pic>
                      <p:nvPicPr>
                        <p:cNvPr id="138" name="Google Shape;138;p3"/>
                        <p:cNvPicPr preferRelativeResize="0"/>
                        <p:nvPr/>
                      </p:nvPicPr>
                      <p:blipFill rotWithShape="1">
                        <a:blip r:embed="rId1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9" name="Google Shape;139;p3"/>
            <p:cNvCxnSpPr/>
            <p:nvPr/>
          </p:nvCxnSpPr>
          <p:spPr>
            <a:xfrm flipH="1" rot="10800000">
              <a:off x="3844" y="434"/>
              <a:ext cx="82" cy="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0" name="Google Shape;140;p3"/>
          <p:cNvGrpSpPr/>
          <p:nvPr/>
        </p:nvGrpSpPr>
        <p:grpSpPr>
          <a:xfrm>
            <a:off x="5703888" y="2897188"/>
            <a:ext cx="69850" cy="214312"/>
            <a:chOff x="3842" y="406"/>
            <a:chExt cx="51" cy="167"/>
          </a:xfrm>
        </p:grpSpPr>
        <p:sp>
          <p:nvSpPr>
            <p:cNvPr id="141" name="Google Shape;141;p3"/>
            <p:cNvSpPr/>
            <p:nvPr/>
          </p:nvSpPr>
          <p:spPr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6173788" y="3400425"/>
            <a:ext cx="209550" cy="395288"/>
            <a:chOff x="4180" y="783"/>
            <a:chExt cx="150" cy="307"/>
          </a:xfrm>
        </p:grpSpPr>
        <p:sp>
          <p:nvSpPr>
            <p:cNvPr id="145" name="Google Shape;145;p3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9" name="Google Shape;149;p3"/>
            <p:cNvCxnSpPr/>
            <p:nvPr/>
          </p:nvCxnSpPr>
          <p:spPr>
            <a:xfrm>
              <a:off x="4330" y="788"/>
              <a:ext cx="0" cy="2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3"/>
            <p:cNvCxnSpPr/>
            <p:nvPr/>
          </p:nvCxnSpPr>
          <p:spPr>
            <a:xfrm flipH="1">
              <a:off x="4276" y="1019"/>
              <a:ext cx="54" cy="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" name="Google Shape;151;p3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3" name="Google Shape;153;p3"/>
          <p:cNvGrpSpPr/>
          <p:nvPr/>
        </p:nvGrpSpPr>
        <p:grpSpPr>
          <a:xfrm rot="-5400000">
            <a:off x="6486526" y="3478212"/>
            <a:ext cx="80962" cy="233363"/>
            <a:chOff x="3842" y="406"/>
            <a:chExt cx="51" cy="167"/>
          </a:xfrm>
        </p:grpSpPr>
        <p:sp>
          <p:nvSpPr>
            <p:cNvPr id="154" name="Google Shape;154;p3"/>
            <p:cNvSpPr/>
            <p:nvPr/>
          </p:nvSpPr>
          <p:spPr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57" name="Google Shape;157;p3"/>
          <p:cNvCxnSpPr/>
          <p:nvPr/>
        </p:nvCxnSpPr>
        <p:spPr>
          <a:xfrm>
            <a:off x="6310313" y="3308350"/>
            <a:ext cx="495300" cy="15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3"/>
          <p:cNvCxnSpPr/>
          <p:nvPr/>
        </p:nvCxnSpPr>
        <p:spPr>
          <a:xfrm>
            <a:off x="6313488" y="3305175"/>
            <a:ext cx="1587" cy="952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3"/>
          <p:cNvCxnSpPr/>
          <p:nvPr/>
        </p:nvCxnSpPr>
        <p:spPr>
          <a:xfrm>
            <a:off x="6808788" y="3303588"/>
            <a:ext cx="1587" cy="825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3"/>
          <p:cNvCxnSpPr/>
          <p:nvPr/>
        </p:nvCxnSpPr>
        <p:spPr>
          <a:xfrm>
            <a:off x="6010275" y="2768600"/>
            <a:ext cx="288925" cy="2651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3"/>
          <p:cNvCxnSpPr/>
          <p:nvPr/>
        </p:nvCxnSpPr>
        <p:spPr>
          <a:xfrm flipH="1" rot="10800000">
            <a:off x="6022975" y="3054350"/>
            <a:ext cx="276225" cy="330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3"/>
          <p:cNvCxnSpPr/>
          <p:nvPr/>
        </p:nvCxnSpPr>
        <p:spPr>
          <a:xfrm flipH="1" rot="10800000">
            <a:off x="6550025" y="3140075"/>
            <a:ext cx="1588" cy="1635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" name="Google Shape;163;p3"/>
          <p:cNvGrpSpPr/>
          <p:nvPr/>
        </p:nvGrpSpPr>
        <p:grpSpPr>
          <a:xfrm>
            <a:off x="6669088" y="3378200"/>
            <a:ext cx="209550" cy="395288"/>
            <a:chOff x="4180" y="783"/>
            <a:chExt cx="150" cy="307"/>
          </a:xfrm>
        </p:grpSpPr>
        <p:sp>
          <p:nvSpPr>
            <p:cNvPr id="164" name="Google Shape;164;p3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8" name="Google Shape;168;p3"/>
            <p:cNvCxnSpPr/>
            <p:nvPr/>
          </p:nvCxnSpPr>
          <p:spPr>
            <a:xfrm>
              <a:off x="4330" y="788"/>
              <a:ext cx="0" cy="2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3"/>
            <p:cNvCxnSpPr/>
            <p:nvPr/>
          </p:nvCxnSpPr>
          <p:spPr>
            <a:xfrm flipH="1">
              <a:off x="4276" y="1019"/>
              <a:ext cx="54" cy="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0" name="Google Shape;170;p3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2" name="Google Shape;172;p3"/>
          <p:cNvGrpSpPr/>
          <p:nvPr/>
        </p:nvGrpSpPr>
        <p:grpSpPr>
          <a:xfrm>
            <a:off x="5711825" y="3997325"/>
            <a:ext cx="479425" cy="925513"/>
            <a:chOff x="3314" y="1248"/>
            <a:chExt cx="344" cy="694"/>
          </a:xfrm>
        </p:grpSpPr>
        <p:graphicFrame>
          <p:nvGraphicFramePr>
            <p:cNvPr id="173" name="Google Shape;173;p3"/>
            <p:cNvGraphicFramePr/>
            <p:nvPr/>
          </p:nvGraphicFramePr>
          <p:xfrm>
            <a:off x="3314" y="1248"/>
            <a:ext cx="299" cy="248"/>
          </p:xfrm>
          <a:graphic>
            <a:graphicData uri="http://schemas.openxmlformats.org/presentationml/2006/ole">
              <mc:AlternateContent>
                <mc:Choice Requires="v">
                  <p:oleObj r:id="rId17" imgH="248" imgW="299" progId="MS_ClipArt_Gallery.2" spid="_x0000_s6">
                    <p:embed/>
                  </p:oleObj>
                </mc:Choice>
                <mc:Fallback>
                  <p:oleObj r:id="rId18" imgH="248" imgW="299" progId="MS_ClipArt_Gallery.2">
                    <p:embed/>
                    <p:pic>
                      <p:nvPicPr>
                        <p:cNvPr id="173" name="Google Shape;173;p3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314" y="1248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4" name="Google Shape;174;p3"/>
            <p:cNvCxnSpPr/>
            <p:nvPr/>
          </p:nvCxnSpPr>
          <p:spPr>
            <a:xfrm flipH="1" rot="10800000">
              <a:off x="3606" y="1433"/>
              <a:ext cx="52" cy="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aphicFrame>
          <p:nvGraphicFramePr>
            <p:cNvPr id="175" name="Google Shape;175;p3"/>
            <p:cNvGraphicFramePr/>
            <p:nvPr/>
          </p:nvGraphicFramePr>
          <p:xfrm>
            <a:off x="3314" y="1694"/>
            <a:ext cx="299" cy="248"/>
          </p:xfrm>
          <a:graphic>
            <a:graphicData uri="http://schemas.openxmlformats.org/presentationml/2006/ole">
              <mc:AlternateContent>
                <mc:Choice Requires="v">
                  <p:oleObj r:id="rId19" imgH="248" imgW="299" progId="MS_ClipArt_Gallery.2" spid="_x0000_s7">
                    <p:embed/>
                  </p:oleObj>
                </mc:Choice>
                <mc:Fallback>
                  <p:oleObj r:id="rId20" imgH="248" imgW="299" progId="MS_ClipArt_Gallery.2">
                    <p:embed/>
                    <p:pic>
                      <p:nvPicPr>
                        <p:cNvPr id="175" name="Google Shape;175;p3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314" y="1694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6" name="Google Shape;176;p3"/>
            <p:cNvCxnSpPr/>
            <p:nvPr/>
          </p:nvCxnSpPr>
          <p:spPr>
            <a:xfrm flipH="1" rot="10800000">
              <a:off x="3606" y="1882"/>
              <a:ext cx="52" cy="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7" name="Google Shape;177;p3"/>
            <p:cNvGrpSpPr/>
            <p:nvPr/>
          </p:nvGrpSpPr>
          <p:grpSpPr>
            <a:xfrm>
              <a:off x="3404" y="1504"/>
              <a:ext cx="51" cy="167"/>
              <a:chOff x="3842" y="406"/>
              <a:chExt cx="51" cy="167"/>
            </a:xfrm>
          </p:grpSpPr>
          <p:sp>
            <p:nvSpPr>
              <p:cNvPr id="178" name="Google Shape;178;p3"/>
              <p:cNvSpPr/>
              <p:nvPr/>
            </p:nvSpPr>
            <p:spPr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81" name="Google Shape;181;p3"/>
            <p:cNvCxnSpPr/>
            <p:nvPr/>
          </p:nvCxnSpPr>
          <p:spPr>
            <a:xfrm>
              <a:off x="3654" y="1431"/>
              <a:ext cx="0" cy="4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182" name="Google Shape;182;p3"/>
          <p:cNvGraphicFramePr/>
          <p:nvPr/>
        </p:nvGraphicFramePr>
        <p:xfrm>
          <a:off x="5965825" y="4995863"/>
          <a:ext cx="415925" cy="330200"/>
        </p:xfrm>
        <a:graphic>
          <a:graphicData uri="http://schemas.openxmlformats.org/presentationml/2006/ole">
            <mc:AlternateContent>
              <mc:Choice Requires="v">
                <p:oleObj r:id="rId21" imgH="330200" imgW="415925" progId="MS_ClipArt_Gallery.2" spid="_x0000_s8">
                  <p:embed/>
                </p:oleObj>
              </mc:Choice>
              <mc:Fallback>
                <p:oleObj r:id="rId22" imgH="330200" imgW="415925" progId="MS_ClipArt_Gallery.2">
                  <p:embed/>
                  <p:pic>
                    <p:nvPicPr>
                      <p:cNvPr id="182" name="Google Shape;182;p3"/>
                      <p:cNvPicPr preferRelativeResize="0"/>
                      <p:nvPr/>
                    </p:nvPicPr>
                    <p:blipFill rotWithShape="1">
                      <a:blip r:embed="rId2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965825" y="4995863"/>
                        <a:ext cx="4159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" name="Google Shape;183;p3"/>
          <p:cNvSpPr/>
          <p:nvPr/>
        </p:nvSpPr>
        <p:spPr>
          <a:xfrm rot="-5400000">
            <a:off x="6382544" y="5099844"/>
            <a:ext cx="63500" cy="650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3"/>
          <p:cNvSpPr/>
          <p:nvPr/>
        </p:nvSpPr>
        <p:spPr>
          <a:xfrm rot="-5400000">
            <a:off x="6467476" y="5097462"/>
            <a:ext cx="63500" cy="666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3"/>
          <p:cNvSpPr/>
          <p:nvPr/>
        </p:nvSpPr>
        <p:spPr>
          <a:xfrm rot="-5400000">
            <a:off x="6545263" y="5102225"/>
            <a:ext cx="61912" cy="650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6" name="Google Shape;186;p3"/>
          <p:cNvCxnSpPr/>
          <p:nvPr/>
        </p:nvCxnSpPr>
        <p:spPr>
          <a:xfrm rot="-5400000">
            <a:off x="6804819" y="4982369"/>
            <a:ext cx="60325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3"/>
          <p:cNvCxnSpPr/>
          <p:nvPr/>
        </p:nvCxnSpPr>
        <p:spPr>
          <a:xfrm rot="-5400000">
            <a:off x="6178550" y="4973638"/>
            <a:ext cx="6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3"/>
          <p:cNvCxnSpPr/>
          <p:nvPr/>
        </p:nvCxnSpPr>
        <p:spPr>
          <a:xfrm>
            <a:off x="6525419" y="4634707"/>
            <a:ext cx="0" cy="6270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3"/>
          <p:cNvCxnSpPr/>
          <p:nvPr/>
        </p:nvCxnSpPr>
        <p:spPr>
          <a:xfrm flipH="1" rot="10800000">
            <a:off x="6191250" y="4573588"/>
            <a:ext cx="93663" cy="3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3"/>
          <p:cNvCxnSpPr/>
          <p:nvPr/>
        </p:nvCxnSpPr>
        <p:spPr>
          <a:xfrm>
            <a:off x="6792913" y="4619625"/>
            <a:ext cx="303212" cy="3857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3"/>
          <p:cNvCxnSpPr/>
          <p:nvPr/>
        </p:nvCxnSpPr>
        <p:spPr>
          <a:xfrm flipH="1">
            <a:off x="7588250" y="4616450"/>
            <a:ext cx="279400" cy="3921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2" name="Google Shape;192;p3"/>
          <p:cNvGraphicFramePr/>
          <p:nvPr/>
        </p:nvGraphicFramePr>
        <p:xfrm>
          <a:off x="7766050" y="4168775"/>
          <a:ext cx="203200" cy="241300"/>
        </p:xfrm>
        <a:graphic>
          <a:graphicData uri="http://schemas.openxmlformats.org/presentationml/2006/ole">
            <mc:AlternateContent>
              <mc:Choice Requires="v">
                <p:oleObj r:id="rId24" imgH="241300" imgW="203200" progId="MS_ClipArt_Gallery.2" spid="_x0000_s9">
                  <p:embed/>
                </p:oleObj>
              </mc:Choice>
              <mc:Fallback>
                <p:oleObj r:id="rId25" imgH="241300" imgW="203200" progId="MS_ClipArt_Gallery.2">
                  <p:embed/>
                  <p:pic>
                    <p:nvPicPr>
                      <p:cNvPr id="192" name="Google Shape;192;p3"/>
                      <p:cNvPicPr preferRelativeResize="0"/>
                      <p:nvPr/>
                    </p:nvPicPr>
                    <p:blipFill rotWithShape="1">
                      <a:blip r:embed="rId2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766050" y="4168775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" name="Google Shape;193;p3"/>
          <p:cNvGraphicFramePr/>
          <p:nvPr/>
        </p:nvGraphicFramePr>
        <p:xfrm>
          <a:off x="6429375" y="4249738"/>
          <a:ext cx="203200" cy="239712"/>
        </p:xfrm>
        <a:graphic>
          <a:graphicData uri="http://schemas.openxmlformats.org/presentationml/2006/ole">
            <mc:AlternateContent>
              <mc:Choice Requires="v">
                <p:oleObj r:id="rId27" imgH="239712" imgW="203200" progId="MS_ClipArt_Gallery.2" spid="_x0000_s10">
                  <p:embed/>
                </p:oleObj>
              </mc:Choice>
              <mc:Fallback>
                <p:oleObj r:id="rId28" imgH="239712" imgW="203200" progId="MS_ClipArt_Gallery.2">
                  <p:embed/>
                  <p:pic>
                    <p:nvPicPr>
                      <p:cNvPr id="193" name="Google Shape;193;p3"/>
                      <p:cNvPicPr preferRelativeResize="0"/>
                      <p:nvPr/>
                    </p:nvPicPr>
                    <p:blipFill rotWithShape="1">
                      <a:blip r:embed="rId2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429375" y="4249738"/>
                        <a:ext cx="203200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" name="Google Shape;194;p3"/>
          <p:cNvGrpSpPr/>
          <p:nvPr/>
        </p:nvGrpSpPr>
        <p:grpSpPr>
          <a:xfrm>
            <a:off x="6777038" y="5446713"/>
            <a:ext cx="406400" cy="427037"/>
            <a:chOff x="2870" y="1518"/>
            <a:chExt cx="292" cy="320"/>
          </a:xfrm>
        </p:grpSpPr>
        <p:graphicFrame>
          <p:nvGraphicFramePr>
            <p:cNvPr id="195" name="Google Shape;195;p3"/>
            <p:cNvGraphicFramePr/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>
                <mc:Choice Requires="v">
                  <p:oleObj r:id="rId30" imgH="282" imgW="272" progId="MS_ClipArt_Gallery.2" spid="_x0000_s11">
                    <p:embed/>
                  </p:oleObj>
                </mc:Choice>
                <mc:Fallback>
                  <p:oleObj r:id="rId31" imgH="282" imgW="272" progId="MS_ClipArt_Gallery.2">
                    <p:embed/>
                    <p:pic>
                      <p:nvPicPr>
                        <p:cNvPr id="195" name="Google Shape;195;p3"/>
                        <p:cNvPicPr preferRelativeResize="0"/>
                        <p:nvPr/>
                      </p:nvPicPr>
                      <p:blipFill rotWithShape="1">
                        <a:blip r:embed="rId3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6" name="Google Shape;196;p3"/>
            <p:cNvGraphicFramePr/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>
                <mc:Choice Requires="v">
                  <p:oleObj r:id="rId33" imgH="236" imgW="249" progId="MS_ClipArt_Gallery.2" spid="_x0000_s12">
                    <p:embed/>
                  </p:oleObj>
                </mc:Choice>
                <mc:Fallback>
                  <p:oleObj r:id="rId34" imgH="236" imgW="249" progId="MS_ClipArt_Gallery.2">
                    <p:embed/>
                    <p:pic>
                      <p:nvPicPr>
                        <p:cNvPr id="196" name="Google Shape;196;p3"/>
                        <p:cNvPicPr preferRelativeResize="0"/>
                        <p:nvPr/>
                      </p:nvPicPr>
                      <p:blipFill rotWithShape="1">
                        <a:blip r:embed="rId35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7" name="Google Shape;197;p3"/>
          <p:cNvGrpSpPr/>
          <p:nvPr/>
        </p:nvGrpSpPr>
        <p:grpSpPr>
          <a:xfrm>
            <a:off x="7554913" y="5478463"/>
            <a:ext cx="406400" cy="427037"/>
            <a:chOff x="2870" y="1518"/>
            <a:chExt cx="292" cy="320"/>
          </a:xfrm>
        </p:grpSpPr>
        <p:graphicFrame>
          <p:nvGraphicFramePr>
            <p:cNvPr id="198" name="Google Shape;198;p3"/>
            <p:cNvGraphicFramePr/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>
                <mc:Choice Requires="v">
                  <p:oleObj r:id="rId36" imgH="282" imgW="272" progId="MS_ClipArt_Gallery.2" spid="_x0000_s13">
                    <p:embed/>
                  </p:oleObj>
                </mc:Choice>
                <mc:Fallback>
                  <p:oleObj r:id="rId37" imgH="282" imgW="272" progId="MS_ClipArt_Gallery.2">
                    <p:embed/>
                    <p:pic>
                      <p:nvPicPr>
                        <p:cNvPr id="198" name="Google Shape;198;p3"/>
                        <p:cNvPicPr preferRelativeResize="0"/>
                        <p:nvPr/>
                      </p:nvPicPr>
                      <p:blipFill rotWithShape="1">
                        <a:blip r:embed="rId3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9" name="Google Shape;199;p3"/>
            <p:cNvGraphicFramePr/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>
                <mc:Choice Requires="v">
                  <p:oleObj r:id="rId38" imgH="236" imgW="249" progId="MS_ClipArt_Gallery.2" spid="_x0000_s14">
                    <p:embed/>
                  </p:oleObj>
                </mc:Choice>
                <mc:Fallback>
                  <p:oleObj r:id="rId39" imgH="236" imgW="249" progId="MS_ClipArt_Gallery.2">
                    <p:embed/>
                    <p:pic>
                      <p:nvPicPr>
                        <p:cNvPr id="199" name="Google Shape;199;p3"/>
                        <p:cNvPicPr preferRelativeResize="0"/>
                        <p:nvPr/>
                      </p:nvPicPr>
                      <p:blipFill rotWithShape="1">
                        <a:blip r:embed="rId35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0" name="Google Shape;200;p3"/>
          <p:cNvGrpSpPr/>
          <p:nvPr/>
        </p:nvGrpSpPr>
        <p:grpSpPr>
          <a:xfrm>
            <a:off x="7140575" y="5194300"/>
            <a:ext cx="379413" cy="376238"/>
            <a:chOff x="4733" y="2082"/>
            <a:chExt cx="272" cy="282"/>
          </a:xfrm>
        </p:grpSpPr>
        <p:graphicFrame>
          <p:nvGraphicFramePr>
            <p:cNvPr id="201" name="Google Shape;201;p3"/>
            <p:cNvGraphicFramePr/>
            <p:nvPr/>
          </p:nvGraphicFramePr>
          <p:xfrm>
            <a:off x="4733" y="2082"/>
            <a:ext cx="272" cy="282"/>
          </p:xfrm>
          <a:graphic>
            <a:graphicData uri="http://schemas.openxmlformats.org/presentationml/2006/ole">
              <mc:AlternateContent>
                <mc:Choice Requires="v">
                  <p:oleObj r:id="rId40" imgH="282" imgW="272" progId="MS_ClipArt_Gallery.2" spid="_x0000_s15">
                    <p:embed/>
                  </p:oleObj>
                </mc:Choice>
                <mc:Fallback>
                  <p:oleObj r:id="rId41" imgH="282" imgW="272" progId="MS_ClipArt_Gallery.2">
                    <p:embed/>
                    <p:pic>
                      <p:nvPicPr>
                        <p:cNvPr id="201" name="Google Shape;201;p3"/>
                        <p:cNvPicPr preferRelativeResize="0"/>
                        <p:nvPr/>
                      </p:nvPicPr>
                      <p:blipFill rotWithShape="1">
                        <a:blip r:embed="rId3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733" y="2082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" name="Google Shape;202;p3"/>
            <p:cNvSpPr/>
            <p:nvPr/>
          </p:nvSpPr>
          <p:spPr>
            <a:xfrm>
              <a:off x="4812" y="2181"/>
              <a:ext cx="192" cy="183"/>
            </a:xfrm>
            <a:prstGeom prst="rect">
              <a:avLst/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03" name="Google Shape;203;p3"/>
          <p:cNvCxnSpPr/>
          <p:nvPr/>
        </p:nvCxnSpPr>
        <p:spPr>
          <a:xfrm>
            <a:off x="7446963" y="5097463"/>
            <a:ext cx="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4" name="Google Shape;204;p3"/>
          <p:cNvGrpSpPr/>
          <p:nvPr/>
        </p:nvGrpSpPr>
        <p:grpSpPr>
          <a:xfrm>
            <a:off x="8167688" y="4521200"/>
            <a:ext cx="207962" cy="409575"/>
            <a:chOff x="4180" y="783"/>
            <a:chExt cx="150" cy="307"/>
          </a:xfrm>
        </p:grpSpPr>
        <p:sp>
          <p:nvSpPr>
            <p:cNvPr id="205" name="Google Shape;205;p3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9" name="Google Shape;209;p3"/>
            <p:cNvCxnSpPr/>
            <p:nvPr/>
          </p:nvCxnSpPr>
          <p:spPr>
            <a:xfrm>
              <a:off x="4330" y="788"/>
              <a:ext cx="0" cy="2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3"/>
            <p:cNvCxnSpPr/>
            <p:nvPr/>
          </p:nvCxnSpPr>
          <p:spPr>
            <a:xfrm flipH="1">
              <a:off x="4276" y="1019"/>
              <a:ext cx="54" cy="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1" name="Google Shape;211;p3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3" name="Google Shape;213;p3"/>
          <p:cNvGrpSpPr/>
          <p:nvPr/>
        </p:nvGrpSpPr>
        <p:grpSpPr>
          <a:xfrm>
            <a:off x="8154988" y="4965700"/>
            <a:ext cx="207962" cy="409575"/>
            <a:chOff x="4180" y="783"/>
            <a:chExt cx="150" cy="307"/>
          </a:xfrm>
        </p:grpSpPr>
        <p:sp>
          <p:nvSpPr>
            <p:cNvPr id="214" name="Google Shape;214;p3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fmla="val 81387" name="adj"/>
              </a:avLst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8" name="Google Shape;218;p3"/>
            <p:cNvCxnSpPr/>
            <p:nvPr/>
          </p:nvCxnSpPr>
          <p:spPr>
            <a:xfrm>
              <a:off x="4330" y="788"/>
              <a:ext cx="0" cy="2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3"/>
            <p:cNvCxnSpPr/>
            <p:nvPr/>
          </p:nvCxnSpPr>
          <p:spPr>
            <a:xfrm flipH="1">
              <a:off x="4276" y="1019"/>
              <a:ext cx="54" cy="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" name="Google Shape;220;p3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2" name="Google Shape;222;p3"/>
          <p:cNvCxnSpPr/>
          <p:nvPr/>
        </p:nvCxnSpPr>
        <p:spPr>
          <a:xfrm rot="-5400000">
            <a:off x="7781131" y="4895057"/>
            <a:ext cx="6111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3"/>
          <p:cNvCxnSpPr/>
          <p:nvPr/>
        </p:nvCxnSpPr>
        <p:spPr>
          <a:xfrm rot="10800000">
            <a:off x="8135144" y="5147469"/>
            <a:ext cx="0" cy="1031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3"/>
          <p:cNvCxnSpPr/>
          <p:nvPr/>
        </p:nvCxnSpPr>
        <p:spPr>
          <a:xfrm rot="10800000">
            <a:off x="8124825" y="4678363"/>
            <a:ext cx="0" cy="88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3"/>
          <p:cNvCxnSpPr/>
          <p:nvPr/>
        </p:nvCxnSpPr>
        <p:spPr>
          <a:xfrm flipH="1" rot="10800000">
            <a:off x="6804025" y="2819400"/>
            <a:ext cx="458788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3"/>
          <p:cNvCxnSpPr/>
          <p:nvPr/>
        </p:nvCxnSpPr>
        <p:spPr>
          <a:xfrm>
            <a:off x="7739063" y="2803525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3"/>
          <p:cNvCxnSpPr/>
          <p:nvPr/>
        </p:nvCxnSpPr>
        <p:spPr>
          <a:xfrm flipH="1">
            <a:off x="8258175" y="3140075"/>
            <a:ext cx="241300" cy="6810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3"/>
          <p:cNvCxnSpPr/>
          <p:nvPr/>
        </p:nvCxnSpPr>
        <p:spPr>
          <a:xfrm>
            <a:off x="7488238" y="2916238"/>
            <a:ext cx="0" cy="43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3"/>
          <p:cNvCxnSpPr/>
          <p:nvPr/>
        </p:nvCxnSpPr>
        <p:spPr>
          <a:xfrm>
            <a:off x="7513638" y="3563938"/>
            <a:ext cx="534987" cy="368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3"/>
          <p:cNvCxnSpPr/>
          <p:nvPr/>
        </p:nvCxnSpPr>
        <p:spPr>
          <a:xfrm flipH="1">
            <a:off x="7974013" y="4029075"/>
            <a:ext cx="266700" cy="3603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3"/>
          <p:cNvCxnSpPr/>
          <p:nvPr/>
        </p:nvCxnSpPr>
        <p:spPr>
          <a:xfrm flipH="1">
            <a:off x="7747000" y="3108325"/>
            <a:ext cx="560388" cy="384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3"/>
          <p:cNvCxnSpPr/>
          <p:nvPr/>
        </p:nvCxnSpPr>
        <p:spPr>
          <a:xfrm flipH="1">
            <a:off x="7756525" y="2547938"/>
            <a:ext cx="350838" cy="2555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3"/>
          <p:cNvCxnSpPr/>
          <p:nvPr/>
        </p:nvCxnSpPr>
        <p:spPr>
          <a:xfrm flipH="1">
            <a:off x="8474075" y="2724150"/>
            <a:ext cx="201613" cy="1762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4" name="Google Shape;234;p3"/>
          <p:cNvGrpSpPr/>
          <p:nvPr/>
        </p:nvGrpSpPr>
        <p:grpSpPr>
          <a:xfrm>
            <a:off x="6284913" y="2916238"/>
            <a:ext cx="501650" cy="233362"/>
            <a:chOff x="3600" y="219"/>
            <a:chExt cx="360" cy="175"/>
          </a:xfrm>
        </p:grpSpPr>
        <p:sp>
          <p:nvSpPr>
            <p:cNvPr id="235" name="Google Shape;235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6" name="Google Shape;236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8" name="Google Shape;238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40" name="Google Shape;240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241" name="Google Shape;241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44" name="Google Shape;244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245" name="Google Shape;245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48" name="Google Shape;248;p3"/>
          <p:cNvGrpSpPr/>
          <p:nvPr/>
        </p:nvGrpSpPr>
        <p:grpSpPr>
          <a:xfrm>
            <a:off x="7237413" y="2687638"/>
            <a:ext cx="501650" cy="233362"/>
            <a:chOff x="3600" y="219"/>
            <a:chExt cx="360" cy="175"/>
          </a:xfrm>
        </p:grpSpPr>
        <p:sp>
          <p:nvSpPr>
            <p:cNvPr id="249" name="Google Shape;249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0" name="Google Shape;250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2" name="Google Shape;252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54" name="Google Shape;254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255" name="Google Shape;255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58" name="Google Shape;258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259" name="Google Shape;259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0" name="Google Shape;260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62" name="Google Shape;262;p3"/>
          <p:cNvGrpSpPr/>
          <p:nvPr/>
        </p:nvGrpSpPr>
        <p:grpSpPr>
          <a:xfrm>
            <a:off x="7254875" y="3344863"/>
            <a:ext cx="501650" cy="233362"/>
            <a:chOff x="3600" y="219"/>
            <a:chExt cx="360" cy="175"/>
          </a:xfrm>
        </p:grpSpPr>
        <p:sp>
          <p:nvSpPr>
            <p:cNvPr id="263" name="Google Shape;263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4" name="Google Shape;264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6" name="Google Shape;266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8" name="Google Shape;268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269" name="Google Shape;269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0" name="Google Shape;270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1" name="Google Shape;271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72" name="Google Shape;272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273" name="Google Shape;273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4" name="Google Shape;274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76" name="Google Shape;276;p3"/>
          <p:cNvGrpSpPr/>
          <p:nvPr/>
        </p:nvGrpSpPr>
        <p:grpSpPr>
          <a:xfrm>
            <a:off x="8224838" y="2895600"/>
            <a:ext cx="500062" cy="233363"/>
            <a:chOff x="3600" y="219"/>
            <a:chExt cx="360" cy="175"/>
          </a:xfrm>
        </p:grpSpPr>
        <p:sp>
          <p:nvSpPr>
            <p:cNvPr id="277" name="Google Shape;277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8" name="Google Shape;278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9" name="Google Shape;279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0" name="Google Shape;280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82" name="Google Shape;282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283" name="Google Shape;283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5" name="Google Shape;285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86" name="Google Shape;286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287" name="Google Shape;287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8" name="Google Shape;288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90" name="Google Shape;290;p3"/>
          <p:cNvGrpSpPr/>
          <p:nvPr/>
        </p:nvGrpSpPr>
        <p:grpSpPr>
          <a:xfrm>
            <a:off x="8031163" y="3792538"/>
            <a:ext cx="501650" cy="233362"/>
            <a:chOff x="3600" y="219"/>
            <a:chExt cx="360" cy="175"/>
          </a:xfrm>
        </p:grpSpPr>
        <p:sp>
          <p:nvSpPr>
            <p:cNvPr id="291" name="Google Shape;291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2" name="Google Shape;292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4" name="Google Shape;294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6" name="Google Shape;296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297" name="Google Shape;297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00" name="Google Shape;300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301" name="Google Shape;301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2" name="Google Shape;302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04" name="Google Shape;304;p3"/>
          <p:cNvGrpSpPr/>
          <p:nvPr/>
        </p:nvGrpSpPr>
        <p:grpSpPr>
          <a:xfrm>
            <a:off x="7697788" y="4376738"/>
            <a:ext cx="501650" cy="234950"/>
            <a:chOff x="3600" y="219"/>
            <a:chExt cx="360" cy="175"/>
          </a:xfrm>
        </p:grpSpPr>
        <p:sp>
          <p:nvSpPr>
            <p:cNvPr id="305" name="Google Shape;305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6" name="Google Shape;306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8" name="Google Shape;308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10" name="Google Shape;310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311" name="Google Shape;311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14" name="Google Shape;314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315" name="Google Shape;315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18" name="Google Shape;318;p3"/>
          <p:cNvGrpSpPr/>
          <p:nvPr/>
        </p:nvGrpSpPr>
        <p:grpSpPr>
          <a:xfrm>
            <a:off x="7088188" y="4865688"/>
            <a:ext cx="500062" cy="233362"/>
            <a:chOff x="3600" y="219"/>
            <a:chExt cx="360" cy="175"/>
          </a:xfrm>
        </p:grpSpPr>
        <p:sp>
          <p:nvSpPr>
            <p:cNvPr id="319" name="Google Shape;319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0" name="Google Shape;320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" name="Google Shape;321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2" name="Google Shape;322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24" name="Google Shape;324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325" name="Google Shape;325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8" name="Google Shape;328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329" name="Google Shape;329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32" name="Google Shape;332;p3"/>
          <p:cNvGrpSpPr/>
          <p:nvPr/>
        </p:nvGrpSpPr>
        <p:grpSpPr>
          <a:xfrm>
            <a:off x="6284913" y="4489450"/>
            <a:ext cx="501650" cy="233363"/>
            <a:chOff x="3600" y="219"/>
            <a:chExt cx="360" cy="175"/>
          </a:xfrm>
        </p:grpSpPr>
        <p:sp>
          <p:nvSpPr>
            <p:cNvPr id="333" name="Google Shape;333;p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4" name="Google Shape;334;p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" name="Google Shape;335;p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6" name="Google Shape;336;p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38" name="Google Shape;338;p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339" name="Google Shape;339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2" name="Google Shape;342;p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343" name="Google Shape;343;p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346" name="Google Shape;346;p3"/>
          <p:cNvCxnSpPr/>
          <p:nvPr/>
        </p:nvCxnSpPr>
        <p:spPr>
          <a:xfrm flipH="1" rot="10800000">
            <a:off x="6540500" y="4702175"/>
            <a:ext cx="1588" cy="2492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7" name="Google Shape;347;p3"/>
          <p:cNvGrpSpPr/>
          <p:nvPr/>
        </p:nvGrpSpPr>
        <p:grpSpPr>
          <a:xfrm>
            <a:off x="4994275" y="2036763"/>
            <a:ext cx="814388" cy="854075"/>
            <a:chOff x="4180" y="744"/>
            <a:chExt cx="513" cy="538"/>
          </a:xfrm>
        </p:grpSpPr>
        <p:sp>
          <p:nvSpPr>
            <p:cNvPr id="348" name="Google Shape;348;p3"/>
            <p:cNvSpPr/>
            <p:nvPr/>
          </p:nvSpPr>
          <p:spPr>
            <a:xfrm>
              <a:off x="4242" y="747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4221" y="762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4224" y="873"/>
              <a:ext cx="426" cy="1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p3"/>
            <p:cNvSpPr txBox="1"/>
            <p:nvPr/>
          </p:nvSpPr>
          <p:spPr>
            <a:xfrm>
              <a:off x="4180" y="744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transport</a:t>
              </a:r>
              <a:endParaRPr b="0" i="0" sz="1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52" name="Google Shape;352;p3"/>
            <p:cNvCxnSpPr/>
            <p:nvPr/>
          </p:nvCxnSpPr>
          <p:spPr>
            <a:xfrm>
              <a:off x="4221" y="97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p3"/>
            <p:cNvCxnSpPr/>
            <p:nvPr/>
          </p:nvCxnSpPr>
          <p:spPr>
            <a:xfrm>
              <a:off x="4227" y="106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3"/>
            <p:cNvCxnSpPr/>
            <p:nvPr/>
          </p:nvCxnSpPr>
          <p:spPr>
            <a:xfrm>
              <a:off x="4227" y="1152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5" name="Google Shape;355;p3"/>
          <p:cNvGrpSpPr/>
          <p:nvPr/>
        </p:nvGrpSpPr>
        <p:grpSpPr>
          <a:xfrm>
            <a:off x="8118475" y="4922838"/>
            <a:ext cx="814388" cy="854075"/>
            <a:chOff x="4180" y="744"/>
            <a:chExt cx="513" cy="538"/>
          </a:xfrm>
        </p:grpSpPr>
        <p:sp>
          <p:nvSpPr>
            <p:cNvPr id="356" name="Google Shape;356;p3"/>
            <p:cNvSpPr/>
            <p:nvPr/>
          </p:nvSpPr>
          <p:spPr>
            <a:xfrm>
              <a:off x="4242" y="747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4221" y="762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4224" y="873"/>
              <a:ext cx="426" cy="1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p3"/>
            <p:cNvSpPr txBox="1"/>
            <p:nvPr/>
          </p:nvSpPr>
          <p:spPr>
            <a:xfrm>
              <a:off x="4180" y="744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transport</a:t>
              </a:r>
              <a:endParaRPr b="0" i="0" sz="1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0" name="Google Shape;360;p3"/>
            <p:cNvCxnSpPr/>
            <p:nvPr/>
          </p:nvCxnSpPr>
          <p:spPr>
            <a:xfrm>
              <a:off x="4221" y="97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3"/>
            <p:cNvCxnSpPr/>
            <p:nvPr/>
          </p:nvCxnSpPr>
          <p:spPr>
            <a:xfrm>
              <a:off x="4227" y="106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2" name="Google Shape;362;p3"/>
            <p:cNvCxnSpPr/>
            <p:nvPr/>
          </p:nvCxnSpPr>
          <p:spPr>
            <a:xfrm>
              <a:off x="4227" y="1152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3" name="Google Shape;363;p3"/>
          <p:cNvGrpSpPr/>
          <p:nvPr/>
        </p:nvGrpSpPr>
        <p:grpSpPr>
          <a:xfrm>
            <a:off x="7456488" y="4041775"/>
            <a:ext cx="814387" cy="701675"/>
            <a:chOff x="2923" y="3345"/>
            <a:chExt cx="513" cy="442"/>
          </a:xfrm>
        </p:grpSpPr>
        <p:sp>
          <p:nvSpPr>
            <p:cNvPr id="364" name="Google Shape;364;p3"/>
            <p:cNvSpPr/>
            <p:nvPr/>
          </p:nvSpPr>
          <p:spPr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2961" y="3465"/>
              <a:ext cx="435" cy="31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6" name="Google Shape;366;p3"/>
            <p:cNvSpPr txBox="1"/>
            <p:nvPr/>
          </p:nvSpPr>
          <p:spPr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7" name="Google Shape;367;p3"/>
            <p:cNvCxnSpPr/>
            <p:nvPr/>
          </p:nvCxnSpPr>
          <p:spPr>
            <a:xfrm>
              <a:off x="2958" y="3657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3"/>
            <p:cNvCxnSpPr/>
            <p:nvPr/>
          </p:nvCxnSpPr>
          <p:spPr>
            <a:xfrm>
              <a:off x="2964" y="356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9" name="Google Shape;369;p3"/>
          <p:cNvGrpSpPr/>
          <p:nvPr/>
        </p:nvGrpSpPr>
        <p:grpSpPr>
          <a:xfrm>
            <a:off x="7989888" y="3460750"/>
            <a:ext cx="814387" cy="701675"/>
            <a:chOff x="2923" y="3345"/>
            <a:chExt cx="513" cy="442"/>
          </a:xfrm>
        </p:grpSpPr>
        <p:sp>
          <p:nvSpPr>
            <p:cNvPr id="370" name="Google Shape;370;p3"/>
            <p:cNvSpPr/>
            <p:nvPr/>
          </p:nvSpPr>
          <p:spPr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2961" y="3465"/>
              <a:ext cx="435" cy="31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" name="Google Shape;372;p3"/>
            <p:cNvSpPr txBox="1"/>
            <p:nvPr/>
          </p:nvSpPr>
          <p:spPr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3" name="Google Shape;373;p3"/>
            <p:cNvCxnSpPr/>
            <p:nvPr/>
          </p:nvCxnSpPr>
          <p:spPr>
            <a:xfrm>
              <a:off x="2958" y="3657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3"/>
            <p:cNvCxnSpPr/>
            <p:nvPr/>
          </p:nvCxnSpPr>
          <p:spPr>
            <a:xfrm>
              <a:off x="2964" y="356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75" name="Google Shape;375;p3"/>
          <p:cNvGrpSpPr/>
          <p:nvPr/>
        </p:nvGrpSpPr>
        <p:grpSpPr>
          <a:xfrm>
            <a:off x="7104063" y="3155950"/>
            <a:ext cx="814387" cy="701675"/>
            <a:chOff x="2923" y="3345"/>
            <a:chExt cx="513" cy="442"/>
          </a:xfrm>
        </p:grpSpPr>
        <p:sp>
          <p:nvSpPr>
            <p:cNvPr id="376" name="Google Shape;376;p3"/>
            <p:cNvSpPr/>
            <p:nvPr/>
          </p:nvSpPr>
          <p:spPr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2961" y="3465"/>
              <a:ext cx="435" cy="31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3"/>
            <p:cNvSpPr txBox="1"/>
            <p:nvPr/>
          </p:nvSpPr>
          <p:spPr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9" name="Google Shape;379;p3"/>
            <p:cNvCxnSpPr/>
            <p:nvPr/>
          </p:nvCxnSpPr>
          <p:spPr>
            <a:xfrm>
              <a:off x="2958" y="3657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3"/>
            <p:cNvCxnSpPr/>
            <p:nvPr/>
          </p:nvCxnSpPr>
          <p:spPr>
            <a:xfrm>
              <a:off x="2964" y="356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1" name="Google Shape;381;p3"/>
          <p:cNvGrpSpPr/>
          <p:nvPr/>
        </p:nvGrpSpPr>
        <p:grpSpPr>
          <a:xfrm>
            <a:off x="7037388" y="2384425"/>
            <a:ext cx="814387" cy="701675"/>
            <a:chOff x="2923" y="3345"/>
            <a:chExt cx="513" cy="442"/>
          </a:xfrm>
        </p:grpSpPr>
        <p:sp>
          <p:nvSpPr>
            <p:cNvPr id="382" name="Google Shape;382;p3"/>
            <p:cNvSpPr/>
            <p:nvPr/>
          </p:nvSpPr>
          <p:spPr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2961" y="3465"/>
              <a:ext cx="435" cy="31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4" name="Google Shape;384;p3"/>
            <p:cNvSpPr txBox="1"/>
            <p:nvPr/>
          </p:nvSpPr>
          <p:spPr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5" name="Google Shape;385;p3"/>
            <p:cNvCxnSpPr/>
            <p:nvPr/>
          </p:nvCxnSpPr>
          <p:spPr>
            <a:xfrm>
              <a:off x="2958" y="3657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6" name="Google Shape;386;p3"/>
            <p:cNvCxnSpPr/>
            <p:nvPr/>
          </p:nvCxnSpPr>
          <p:spPr>
            <a:xfrm>
              <a:off x="2964" y="356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7" name="Google Shape;387;p3"/>
          <p:cNvGrpSpPr/>
          <p:nvPr/>
        </p:nvGrpSpPr>
        <p:grpSpPr>
          <a:xfrm>
            <a:off x="6103938" y="2670175"/>
            <a:ext cx="814387" cy="701675"/>
            <a:chOff x="2923" y="3345"/>
            <a:chExt cx="513" cy="442"/>
          </a:xfrm>
        </p:grpSpPr>
        <p:sp>
          <p:nvSpPr>
            <p:cNvPr id="388" name="Google Shape;388;p3"/>
            <p:cNvSpPr/>
            <p:nvPr/>
          </p:nvSpPr>
          <p:spPr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961" y="3465"/>
              <a:ext cx="435" cy="31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" name="Google Shape;390;p3"/>
            <p:cNvSpPr txBox="1"/>
            <p:nvPr/>
          </p:nvSpPr>
          <p:spPr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1" name="Google Shape;391;p3"/>
            <p:cNvCxnSpPr/>
            <p:nvPr/>
          </p:nvCxnSpPr>
          <p:spPr>
            <a:xfrm>
              <a:off x="2958" y="3657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3"/>
            <p:cNvCxnSpPr/>
            <p:nvPr/>
          </p:nvCxnSpPr>
          <p:spPr>
            <a:xfrm>
              <a:off x="2964" y="356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3" name="Google Shape;393;p3"/>
          <p:cNvGrpSpPr/>
          <p:nvPr/>
        </p:nvGrpSpPr>
        <p:grpSpPr>
          <a:xfrm rot="2937887">
            <a:off x="5049838" y="3489325"/>
            <a:ext cx="3781425" cy="434975"/>
            <a:chOff x="2937" y="3579"/>
            <a:chExt cx="2382" cy="274"/>
          </a:xfrm>
        </p:grpSpPr>
        <p:sp>
          <p:nvSpPr>
            <p:cNvPr id="394" name="Google Shape;394;p3"/>
            <p:cNvSpPr/>
            <p:nvPr/>
          </p:nvSpPr>
          <p:spPr>
            <a:xfrm>
              <a:off x="3168" y="3630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5" name="Google Shape;395;p3"/>
            <p:cNvSpPr txBox="1"/>
            <p:nvPr/>
          </p:nvSpPr>
          <p:spPr>
            <a:xfrm>
              <a:off x="3343" y="3617"/>
              <a:ext cx="16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logical end-end transport</a:t>
              </a:r>
              <a:endPara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2937" y="3579"/>
              <a:ext cx="282" cy="264"/>
            </a:xfrm>
            <a:custGeom>
              <a:rect b="b" l="l" r="r" t="t"/>
              <a:pathLst>
                <a:path extrusionOk="0" h="264" w="282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" name="Google Shape;397;p3"/>
            <p:cNvSpPr/>
            <p:nvPr/>
          </p:nvSpPr>
          <p:spPr>
            <a:xfrm flipH="1">
              <a:off x="5037" y="3589"/>
              <a:ext cx="282" cy="264"/>
            </a:xfrm>
            <a:custGeom>
              <a:rect b="b" l="l" r="r" t="t"/>
              <a:pathLst>
                <a:path extrusionOk="0" h="264" w="282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7ecd77fdb7_0_1231"/>
          <p:cNvSpPr txBox="1"/>
          <p:nvPr>
            <p:ph type="title"/>
          </p:nvPr>
        </p:nvSpPr>
        <p:spPr>
          <a:xfrm>
            <a:off x="224050" y="68200"/>
            <a:ext cx="88356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320"/>
              <a:buFont typeface="Calibri"/>
              <a:buNone/>
            </a:pPr>
            <a:r>
              <a:rPr lang="en-US" sz="3700"/>
              <a:t>Two principal Internet transport protocols</a:t>
            </a:r>
            <a:endParaRPr sz="3700"/>
          </a:p>
        </p:txBody>
      </p:sp>
      <p:sp>
        <p:nvSpPr>
          <p:cNvPr id="404" name="Google Shape;404;g37ecd77fdb7_0_1231"/>
          <p:cNvSpPr/>
          <p:nvPr/>
        </p:nvSpPr>
        <p:spPr>
          <a:xfrm>
            <a:off x="6738891" y="3065778"/>
            <a:ext cx="844648" cy="1336674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7ecd77fdb7_0_1231"/>
          <p:cNvSpPr/>
          <p:nvPr/>
        </p:nvSpPr>
        <p:spPr>
          <a:xfrm>
            <a:off x="5455557" y="1826035"/>
            <a:ext cx="1302545" cy="1317705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" name="Google Shape;406;g37ecd77fdb7_0_1231"/>
          <p:cNvGrpSpPr/>
          <p:nvPr/>
        </p:nvGrpSpPr>
        <p:grpSpPr>
          <a:xfrm>
            <a:off x="5404013" y="3289251"/>
            <a:ext cx="1004863" cy="1017624"/>
            <a:chOff x="2889" y="1631"/>
            <a:chExt cx="900" cy="810"/>
          </a:xfrm>
        </p:grpSpPr>
        <p:sp>
          <p:nvSpPr>
            <p:cNvPr id="407" name="Google Shape;407;g37ecd77fdb7_0_1231"/>
            <p:cNvSpPr/>
            <p:nvPr/>
          </p:nvSpPr>
          <p:spPr>
            <a:xfrm>
              <a:off x="3046" y="1841"/>
              <a:ext cx="600" cy="600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7ecd77fdb7_0_1231"/>
            <p:cNvSpPr/>
            <p:nvPr/>
          </p:nvSpPr>
          <p:spPr>
            <a:xfrm>
              <a:off x="2889" y="1631"/>
              <a:ext cx="900" cy="300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g37ecd77fdb7_0_1231"/>
          <p:cNvSpPr/>
          <p:nvPr/>
        </p:nvSpPr>
        <p:spPr>
          <a:xfrm>
            <a:off x="5784301" y="4683134"/>
            <a:ext cx="2309813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7ecd77fdb7_0_1231"/>
          <p:cNvSpPr txBox="1"/>
          <p:nvPr/>
        </p:nvSpPr>
        <p:spPr>
          <a:xfrm>
            <a:off x="5759456" y="1488461"/>
            <a:ext cx="100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7ecd77fdb7_0_1231"/>
          <p:cNvSpPr txBox="1"/>
          <p:nvPr/>
        </p:nvSpPr>
        <p:spPr>
          <a:xfrm>
            <a:off x="5498126" y="4191922"/>
            <a:ext cx="1466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7ecd77fdb7_0_1231"/>
          <p:cNvSpPr txBox="1"/>
          <p:nvPr/>
        </p:nvSpPr>
        <p:spPr>
          <a:xfrm>
            <a:off x="5480181" y="5779775"/>
            <a:ext cx="8964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7ecd77fdb7_0_1231"/>
          <p:cNvSpPr/>
          <p:nvPr/>
        </p:nvSpPr>
        <p:spPr>
          <a:xfrm>
            <a:off x="7666610" y="3179540"/>
            <a:ext cx="955596" cy="1933312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" name="Google Shape;414;g37ecd77fdb7_0_1231"/>
          <p:cNvGrpSpPr/>
          <p:nvPr/>
        </p:nvGrpSpPr>
        <p:grpSpPr>
          <a:xfrm>
            <a:off x="8128086" y="3928102"/>
            <a:ext cx="515514" cy="721727"/>
            <a:chOff x="5203089" y="1751190"/>
            <a:chExt cx="858331" cy="662560"/>
          </a:xfrm>
        </p:grpSpPr>
        <p:sp>
          <p:nvSpPr>
            <p:cNvPr id="415" name="Google Shape;415;g37ecd77fdb7_0_12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g37ecd77fdb7_0_12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7" name="Google Shape;417;g37ecd77fdb7_0_1231"/>
            <p:cNvCxnSpPr/>
            <p:nvPr/>
          </p:nvCxnSpPr>
          <p:spPr>
            <a:xfrm flipH="1" rot="10800000">
              <a:off x="5270526" y="2029521"/>
              <a:ext cx="295200" cy="735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8" name="Google Shape;418;g37ecd77fdb7_0_1231"/>
            <p:cNvCxnSpPr/>
            <p:nvPr/>
          </p:nvCxnSpPr>
          <p:spPr>
            <a:xfrm flipH="1" rot="10800000">
              <a:off x="5275406" y="2261662"/>
              <a:ext cx="290400" cy="168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9" name="Google Shape;419;g37ecd77fdb7_0_1231"/>
            <p:cNvCxnSpPr/>
            <p:nvPr/>
          </p:nvCxnSpPr>
          <p:spPr>
            <a:xfrm flipH="1" rot="10800000">
              <a:off x="5275406" y="2151874"/>
              <a:ext cx="290400" cy="48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" name="Google Shape;420;g37ecd77fdb7_0_1231"/>
            <p:cNvCxnSpPr/>
            <p:nvPr/>
          </p:nvCxnSpPr>
          <p:spPr>
            <a:xfrm>
              <a:off x="5270094" y="2354086"/>
              <a:ext cx="295800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" name="Google Shape;421;g37ecd77fdb7_0_1231"/>
            <p:cNvCxnSpPr/>
            <p:nvPr/>
          </p:nvCxnSpPr>
          <p:spPr>
            <a:xfrm rot="10800000">
              <a:off x="5950242" y="1866873"/>
              <a:ext cx="0" cy="465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g37ecd77fdb7_0_1231"/>
            <p:cNvCxnSpPr/>
            <p:nvPr/>
          </p:nvCxnSpPr>
          <p:spPr>
            <a:xfrm>
              <a:off x="5628589" y="1936750"/>
              <a:ext cx="0" cy="477000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23" name="Google Shape;423;g37ecd77fdb7_0_1231"/>
          <p:cNvGrpSpPr/>
          <p:nvPr/>
        </p:nvGrpSpPr>
        <p:grpSpPr>
          <a:xfrm>
            <a:off x="8078554" y="3194088"/>
            <a:ext cx="445989" cy="648447"/>
            <a:chOff x="5203089" y="1751190"/>
            <a:chExt cx="858331" cy="662560"/>
          </a:xfrm>
        </p:grpSpPr>
        <p:sp>
          <p:nvSpPr>
            <p:cNvPr id="424" name="Google Shape;424;g37ecd77fdb7_0_12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g37ecd77fdb7_0_12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6" name="Google Shape;426;g37ecd77fdb7_0_1231"/>
            <p:cNvCxnSpPr/>
            <p:nvPr/>
          </p:nvCxnSpPr>
          <p:spPr>
            <a:xfrm flipH="1" rot="10800000">
              <a:off x="5270526" y="2029521"/>
              <a:ext cx="295200" cy="735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" name="Google Shape;427;g37ecd77fdb7_0_1231"/>
            <p:cNvCxnSpPr/>
            <p:nvPr/>
          </p:nvCxnSpPr>
          <p:spPr>
            <a:xfrm flipH="1" rot="10800000">
              <a:off x="5275406" y="2261662"/>
              <a:ext cx="290400" cy="168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" name="Google Shape;428;g37ecd77fdb7_0_1231"/>
            <p:cNvCxnSpPr/>
            <p:nvPr/>
          </p:nvCxnSpPr>
          <p:spPr>
            <a:xfrm flipH="1" rot="10800000">
              <a:off x="5275406" y="2151874"/>
              <a:ext cx="290400" cy="48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" name="Google Shape;429;g37ecd77fdb7_0_1231"/>
            <p:cNvCxnSpPr/>
            <p:nvPr/>
          </p:nvCxnSpPr>
          <p:spPr>
            <a:xfrm>
              <a:off x="5270094" y="2354086"/>
              <a:ext cx="295800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" name="Google Shape;430;g37ecd77fdb7_0_1231"/>
            <p:cNvCxnSpPr/>
            <p:nvPr/>
          </p:nvCxnSpPr>
          <p:spPr>
            <a:xfrm rot="10800000">
              <a:off x="5950242" y="1866873"/>
              <a:ext cx="0" cy="465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" name="Google Shape;431;g37ecd77fdb7_0_1231"/>
            <p:cNvCxnSpPr/>
            <p:nvPr/>
          </p:nvCxnSpPr>
          <p:spPr>
            <a:xfrm>
              <a:off x="5628589" y="1936750"/>
              <a:ext cx="0" cy="477000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2" name="Google Shape;432;g37ecd77fdb7_0_1231"/>
          <p:cNvSpPr/>
          <p:nvPr/>
        </p:nvSpPr>
        <p:spPr>
          <a:xfrm>
            <a:off x="7155610" y="1782042"/>
            <a:ext cx="1123559" cy="1387700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7ecd77fdb7_0_1231"/>
          <p:cNvSpPr txBox="1"/>
          <p:nvPr/>
        </p:nvSpPr>
        <p:spPr>
          <a:xfrm>
            <a:off x="7070401" y="1851195"/>
            <a:ext cx="1293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7ecd77fdb7_0_1231"/>
          <p:cNvSpPr/>
          <p:nvPr/>
        </p:nvSpPr>
        <p:spPr>
          <a:xfrm>
            <a:off x="6959301" y="3677908"/>
            <a:ext cx="229200" cy="197700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7ecd77fdb7_0_1231"/>
          <p:cNvSpPr txBox="1"/>
          <p:nvPr/>
        </p:nvSpPr>
        <p:spPr>
          <a:xfrm>
            <a:off x="6574622" y="3447919"/>
            <a:ext cx="7806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7ecd77fdb7_0_1231"/>
          <p:cNvSpPr txBox="1"/>
          <p:nvPr/>
        </p:nvSpPr>
        <p:spPr>
          <a:xfrm>
            <a:off x="8188325" y="4677937"/>
            <a:ext cx="6099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7ecd77fdb7_0_1231"/>
          <p:cNvSpPr txBox="1"/>
          <p:nvPr/>
        </p:nvSpPr>
        <p:spPr>
          <a:xfrm>
            <a:off x="7547264" y="4228248"/>
            <a:ext cx="6324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g37ecd77fdb7_0_1231"/>
          <p:cNvCxnSpPr/>
          <p:nvPr/>
        </p:nvCxnSpPr>
        <p:spPr>
          <a:xfrm rot="10800000">
            <a:off x="7919763" y="3580237"/>
            <a:ext cx="309900" cy="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9" name="Google Shape;439;g37ecd77fdb7_0_1231"/>
          <p:cNvCxnSpPr/>
          <p:nvPr/>
        </p:nvCxnSpPr>
        <p:spPr>
          <a:xfrm rot="10800000">
            <a:off x="7995526" y="3640759"/>
            <a:ext cx="259500" cy="73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0" name="Google Shape;440;g37ecd77fdb7_0_1231"/>
          <p:cNvCxnSpPr/>
          <p:nvPr/>
        </p:nvCxnSpPr>
        <p:spPr>
          <a:xfrm flipH="1" rot="10800000">
            <a:off x="7977673" y="3633361"/>
            <a:ext cx="252000" cy="3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1" name="Google Shape;441;g37ecd77fdb7_0_1231"/>
          <p:cNvCxnSpPr/>
          <p:nvPr/>
        </p:nvCxnSpPr>
        <p:spPr>
          <a:xfrm rot="10800000">
            <a:off x="7928081" y="3594944"/>
            <a:ext cx="0" cy="48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g37ecd77fdb7_0_1231"/>
          <p:cNvCxnSpPr/>
          <p:nvPr/>
        </p:nvCxnSpPr>
        <p:spPr>
          <a:xfrm rot="10800000">
            <a:off x="7913072" y="4071689"/>
            <a:ext cx="381300" cy="34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g37ecd77fdb7_0_1231"/>
          <p:cNvCxnSpPr/>
          <p:nvPr/>
        </p:nvCxnSpPr>
        <p:spPr>
          <a:xfrm rot="10800000">
            <a:off x="7421265" y="4087742"/>
            <a:ext cx="4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g37ecd77fdb7_0_1231"/>
          <p:cNvCxnSpPr/>
          <p:nvPr/>
        </p:nvCxnSpPr>
        <p:spPr>
          <a:xfrm rot="10800000">
            <a:off x="6914581" y="4087742"/>
            <a:ext cx="4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g37ecd77fdb7_0_1231"/>
          <p:cNvCxnSpPr/>
          <p:nvPr/>
        </p:nvCxnSpPr>
        <p:spPr>
          <a:xfrm flipH="1">
            <a:off x="6957669" y="3507672"/>
            <a:ext cx="286800" cy="51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g37ecd77fdb7_0_1231"/>
          <p:cNvCxnSpPr/>
          <p:nvPr/>
        </p:nvCxnSpPr>
        <p:spPr>
          <a:xfrm>
            <a:off x="7299802" y="3507672"/>
            <a:ext cx="0" cy="54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g37ecd77fdb7_0_1231"/>
          <p:cNvCxnSpPr/>
          <p:nvPr/>
        </p:nvCxnSpPr>
        <p:spPr>
          <a:xfrm>
            <a:off x="7603251" y="2754692"/>
            <a:ext cx="366000" cy="83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g37ecd77fdb7_0_1231"/>
          <p:cNvCxnSpPr/>
          <p:nvPr/>
        </p:nvCxnSpPr>
        <p:spPr>
          <a:xfrm flipH="1">
            <a:off x="7349063" y="2695013"/>
            <a:ext cx="285300" cy="69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49" name="Google Shape;449;g37ecd77fdb7_0_1231"/>
          <p:cNvGrpSpPr/>
          <p:nvPr/>
        </p:nvGrpSpPr>
        <p:grpSpPr>
          <a:xfrm>
            <a:off x="5671679" y="2127325"/>
            <a:ext cx="2684150" cy="3640284"/>
            <a:chOff x="7562238" y="2127325"/>
            <a:chExt cx="3578867" cy="3640284"/>
          </a:xfrm>
        </p:grpSpPr>
        <p:grpSp>
          <p:nvGrpSpPr>
            <p:cNvPr id="450" name="Google Shape;450;g37ecd77fdb7_0_1231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451" name="Google Shape;451;g37ecd77fdb7_0_1231"/>
              <p:cNvCxnSpPr/>
              <p:nvPr/>
            </p:nvCxnSpPr>
            <p:spPr>
              <a:xfrm flipH="1" rot="5400000">
                <a:off x="9813653" y="5228573"/>
                <a:ext cx="388200" cy="7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" name="Google Shape;452;g37ecd77fdb7_0_1231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3" name="Google Shape;453;g37ecd77fdb7_0_1231"/>
              <p:cNvCxnSpPr/>
              <p:nvPr/>
            </p:nvCxnSpPr>
            <p:spPr>
              <a:xfrm>
                <a:off x="9457042" y="4815390"/>
                <a:ext cx="524400" cy="26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4" name="Google Shape;454;g37ecd77fdb7_0_1231"/>
              <p:cNvCxnSpPr/>
              <p:nvPr/>
            </p:nvCxnSpPr>
            <p:spPr>
              <a:xfrm flipH="1" rot="10800000">
                <a:off x="8874149" y="4815356"/>
                <a:ext cx="569400" cy="24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5" name="Google Shape;455;g37ecd77fdb7_0_1231"/>
              <p:cNvCxnSpPr/>
              <p:nvPr/>
            </p:nvCxnSpPr>
            <p:spPr>
              <a:xfrm>
                <a:off x="8845827" y="5085749"/>
                <a:ext cx="1030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6" name="Google Shape;456;g37ecd77fdb7_0_1231"/>
              <p:cNvCxnSpPr/>
              <p:nvPr/>
            </p:nvCxnSpPr>
            <p:spPr>
              <a:xfrm>
                <a:off x="8234290" y="5094207"/>
                <a:ext cx="226800" cy="12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7" name="Google Shape;457;g37ecd77fdb7_0_1231"/>
              <p:cNvCxnSpPr/>
              <p:nvPr/>
            </p:nvCxnSpPr>
            <p:spPr>
              <a:xfrm flipH="1" rot="10800000">
                <a:off x="7972450" y="5267443"/>
                <a:ext cx="412800" cy="12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8" name="Google Shape;458;g37ecd77fdb7_0_1231"/>
              <p:cNvCxnSpPr/>
              <p:nvPr/>
            </p:nvCxnSpPr>
            <p:spPr>
              <a:xfrm flipH="1">
                <a:off x="8397880" y="5259125"/>
                <a:ext cx="68100" cy="2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9" name="Google Shape;459;g37ecd77fdb7_0_1231"/>
              <p:cNvCxnSpPr/>
              <p:nvPr/>
            </p:nvCxnSpPr>
            <p:spPr>
              <a:xfrm rot="10800000">
                <a:off x="8512688" y="5284680"/>
                <a:ext cx="280500" cy="270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0" name="Google Shape;460;g37ecd77fdb7_0_1231"/>
              <p:cNvCxnSpPr/>
              <p:nvPr/>
            </p:nvCxnSpPr>
            <p:spPr>
              <a:xfrm>
                <a:off x="8512814" y="5234921"/>
                <a:ext cx="914100" cy="46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1" name="Google Shape;461;g37ecd77fdb7_0_1231"/>
              <p:cNvCxnSpPr/>
              <p:nvPr/>
            </p:nvCxnSpPr>
            <p:spPr>
              <a:xfrm>
                <a:off x="8271861" y="3806843"/>
                <a:ext cx="0" cy="13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2" name="Google Shape;462;g37ecd77fdb7_0_1231"/>
              <p:cNvCxnSpPr/>
              <p:nvPr/>
            </p:nvCxnSpPr>
            <p:spPr>
              <a:xfrm flipH="1" rot="10800000">
                <a:off x="7881336" y="4017855"/>
                <a:ext cx="168300" cy="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g37ecd77fdb7_0_1231"/>
              <p:cNvCxnSpPr/>
              <p:nvPr/>
            </p:nvCxnSpPr>
            <p:spPr>
              <a:xfrm flipH="1" rot="5400000">
                <a:off x="9909566" y="5560282"/>
                <a:ext cx="366900" cy="1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4" name="Google Shape;464;g37ecd77fdb7_0_1231"/>
              <p:cNvCxnSpPr/>
              <p:nvPr/>
            </p:nvCxnSpPr>
            <p:spPr>
              <a:xfrm flipH="1" rot="10800000">
                <a:off x="8483508" y="5013306"/>
                <a:ext cx="404100" cy="20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5" name="Google Shape;465;g37ecd77fdb7_0_1231"/>
              <p:cNvCxnSpPr/>
              <p:nvPr/>
            </p:nvCxnSpPr>
            <p:spPr>
              <a:xfrm flipH="1">
                <a:off x="10124785" y="2146305"/>
                <a:ext cx="761400" cy="577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6" name="Google Shape;466;g37ecd77fdb7_0_1231"/>
              <p:cNvCxnSpPr/>
              <p:nvPr/>
            </p:nvCxnSpPr>
            <p:spPr>
              <a:xfrm flipH="1">
                <a:off x="10124788" y="2245186"/>
                <a:ext cx="3900" cy="518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7" name="Google Shape;467;g37ecd77fdb7_0_1231"/>
              <p:cNvCxnSpPr/>
              <p:nvPr/>
            </p:nvCxnSpPr>
            <p:spPr>
              <a:xfrm flipH="1">
                <a:off x="10696178" y="2177379"/>
                <a:ext cx="149400" cy="518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8" name="Google Shape;468;g37ecd77fdb7_0_1231"/>
              <p:cNvCxnSpPr/>
              <p:nvPr/>
            </p:nvCxnSpPr>
            <p:spPr>
              <a:xfrm flipH="1">
                <a:off x="10166332" y="2695840"/>
                <a:ext cx="574200" cy="279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9" name="Google Shape;469;g37ecd77fdb7_0_1231"/>
              <p:cNvCxnSpPr/>
              <p:nvPr/>
            </p:nvCxnSpPr>
            <p:spPr>
              <a:xfrm flipH="1">
                <a:off x="10093514" y="2146305"/>
                <a:ext cx="788700" cy="99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0" name="Google Shape;470;g37ecd77fdb7_0_1231"/>
              <p:cNvCxnSpPr/>
              <p:nvPr/>
            </p:nvCxnSpPr>
            <p:spPr>
              <a:xfrm flipH="1">
                <a:off x="10886188" y="2104198"/>
                <a:ext cx="279000" cy="42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1" name="Google Shape;471;g37ecd77fdb7_0_1231"/>
              <p:cNvCxnSpPr/>
              <p:nvPr/>
            </p:nvCxnSpPr>
            <p:spPr>
              <a:xfrm rot="10800000">
                <a:off x="10706218" y="2695847"/>
                <a:ext cx="353400" cy="67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2" name="Google Shape;472;g37ecd77fdb7_0_1231"/>
              <p:cNvCxnSpPr/>
              <p:nvPr/>
            </p:nvCxnSpPr>
            <p:spPr>
              <a:xfrm flipH="1">
                <a:off x="8793425" y="2245186"/>
                <a:ext cx="1300200" cy="606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3" name="Google Shape;473;g37ecd77fdb7_0_1231"/>
              <p:cNvCxnSpPr/>
              <p:nvPr/>
            </p:nvCxnSpPr>
            <p:spPr>
              <a:xfrm flipH="1" rot="10800000">
                <a:off x="9402788" y="4090255"/>
                <a:ext cx="429300" cy="70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4" name="Google Shape;474;g37ecd77fdb7_0_1231"/>
              <p:cNvCxnSpPr/>
              <p:nvPr/>
            </p:nvCxnSpPr>
            <p:spPr>
              <a:xfrm flipH="1" rot="10800000">
                <a:off x="8268637" y="4024204"/>
                <a:ext cx="969000" cy="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descr="antenna_radiation_stylized" id="475" name="Google Shape;475;g37ecd77fdb7_0_12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76" name="Google Shape;476;g37ecd77fdb7_0_12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477" name="Google Shape;477;g37ecd77fdb7_0_12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g37ecd77fdb7_0_1231"/>
            <p:cNvSpPr/>
            <p:nvPr/>
          </p:nvSpPr>
          <p:spPr>
            <a:xfrm>
              <a:off x="8174541" y="2292995"/>
              <a:ext cx="52500" cy="495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9" name="Google Shape;479;g37ecd77fdb7_0_1231"/>
          <p:cNvCxnSpPr/>
          <p:nvPr/>
        </p:nvCxnSpPr>
        <p:spPr>
          <a:xfrm>
            <a:off x="6155895" y="2700359"/>
            <a:ext cx="171000" cy="17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0" name="Google Shape;480;g37ecd77fdb7_0_1231"/>
          <p:cNvGrpSpPr/>
          <p:nvPr/>
        </p:nvGrpSpPr>
        <p:grpSpPr>
          <a:xfrm>
            <a:off x="5986159" y="2309376"/>
            <a:ext cx="327567" cy="420234"/>
            <a:chOff x="3035" y="3288"/>
            <a:chExt cx="600" cy="672"/>
          </a:xfrm>
        </p:grpSpPr>
        <p:cxnSp>
          <p:nvCxnSpPr>
            <p:cNvPr id="481" name="Google Shape;481;g37ecd77fdb7_0_1231"/>
            <p:cNvCxnSpPr/>
            <p:nvPr/>
          </p:nvCxnSpPr>
          <p:spPr>
            <a:xfrm flipH="1">
              <a:off x="3035" y="3288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2" name="Google Shape;482;g37ecd77fdb7_0_1231"/>
            <p:cNvCxnSpPr/>
            <p:nvPr/>
          </p:nvCxnSpPr>
          <p:spPr>
            <a:xfrm>
              <a:off x="3335" y="3288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g37ecd77fdb7_0_1231"/>
            <p:cNvCxnSpPr/>
            <p:nvPr/>
          </p:nvCxnSpPr>
          <p:spPr>
            <a:xfrm>
              <a:off x="3130" y="395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g37ecd77fdb7_0_1231"/>
            <p:cNvCxnSpPr/>
            <p:nvPr/>
          </p:nvCxnSpPr>
          <p:spPr>
            <a:xfrm rot="10800000">
              <a:off x="3240" y="395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g37ecd77fdb7_0_1231"/>
            <p:cNvCxnSpPr/>
            <p:nvPr/>
          </p:nvCxnSpPr>
          <p:spPr>
            <a:xfrm>
              <a:off x="3335" y="3303"/>
              <a:ext cx="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g37ecd77fdb7_0_1231"/>
            <p:cNvCxnSpPr/>
            <p:nvPr/>
          </p:nvCxnSpPr>
          <p:spPr>
            <a:xfrm>
              <a:off x="3130" y="3960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g37ecd77fdb7_0_1231"/>
            <p:cNvCxnSpPr/>
            <p:nvPr/>
          </p:nvCxnSpPr>
          <p:spPr>
            <a:xfrm rot="10800000">
              <a:off x="3240" y="395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8" name="Google Shape;488;g37ecd77fdb7_0_1231"/>
            <p:cNvCxnSpPr/>
            <p:nvPr/>
          </p:nvCxnSpPr>
          <p:spPr>
            <a:xfrm>
              <a:off x="3217" y="3668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9" name="Google Shape;489;g37ecd77fdb7_0_1231"/>
            <p:cNvCxnSpPr/>
            <p:nvPr/>
          </p:nvCxnSpPr>
          <p:spPr>
            <a:xfrm>
              <a:off x="3335" y="3723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" name="Google Shape;490;g37ecd77fdb7_0_1231"/>
            <p:cNvCxnSpPr/>
            <p:nvPr/>
          </p:nvCxnSpPr>
          <p:spPr>
            <a:xfrm>
              <a:off x="3178" y="3766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1" name="Google Shape;491;g37ecd77fdb7_0_1231"/>
            <p:cNvCxnSpPr/>
            <p:nvPr/>
          </p:nvCxnSpPr>
          <p:spPr>
            <a:xfrm>
              <a:off x="3335" y="384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g37ecd77fdb7_0_1231"/>
            <p:cNvCxnSpPr/>
            <p:nvPr/>
          </p:nvCxnSpPr>
          <p:spPr>
            <a:xfrm>
              <a:off x="3335" y="359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g37ecd77fdb7_0_1231"/>
            <p:cNvCxnSpPr/>
            <p:nvPr/>
          </p:nvCxnSpPr>
          <p:spPr>
            <a:xfrm>
              <a:off x="3335" y="344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g37ecd77fdb7_0_1231"/>
            <p:cNvCxnSpPr/>
            <p:nvPr/>
          </p:nvCxnSpPr>
          <p:spPr>
            <a:xfrm>
              <a:off x="3247" y="3558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5" name="Google Shape;495;g37ecd77fdb7_0_1231"/>
            <p:cNvCxnSpPr/>
            <p:nvPr/>
          </p:nvCxnSpPr>
          <p:spPr>
            <a:xfrm>
              <a:off x="3289" y="342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access_point_stylized_small" id="496" name="Google Shape;496;g37ecd77fdb7_0_12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0412" y="3861899"/>
            <a:ext cx="277627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497" name="Google Shape;497;g37ecd77fdb7_0_12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7958" y="5524232"/>
            <a:ext cx="285701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g37ecd77fdb7_0_1231"/>
          <p:cNvGrpSpPr/>
          <p:nvPr/>
        </p:nvGrpSpPr>
        <p:grpSpPr>
          <a:xfrm>
            <a:off x="7337842" y="4989915"/>
            <a:ext cx="297041" cy="217643"/>
            <a:chOff x="7493876" y="2774731"/>
            <a:chExt cx="1490420" cy="890885"/>
          </a:xfrm>
        </p:grpSpPr>
        <p:sp>
          <p:nvSpPr>
            <p:cNvPr id="499" name="Google Shape;499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" name="Google Shape;501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02" name="Google Shape;502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6" name="Google Shape;506;g37ecd77fdb7_0_1231"/>
          <p:cNvGrpSpPr/>
          <p:nvPr/>
        </p:nvGrpSpPr>
        <p:grpSpPr>
          <a:xfrm>
            <a:off x="7386929" y="5338935"/>
            <a:ext cx="232207" cy="190754"/>
            <a:chOff x="3668110" y="2448910"/>
            <a:chExt cx="3794234" cy="2165199"/>
          </a:xfrm>
        </p:grpSpPr>
        <p:sp>
          <p:nvSpPr>
            <p:cNvPr id="507" name="Google Shape;507;g37ecd77fdb7_0_1231"/>
            <p:cNvSpPr/>
            <p:nvPr/>
          </p:nvSpPr>
          <p:spPr>
            <a:xfrm>
              <a:off x="3668110" y="3741409"/>
              <a:ext cx="3780600" cy="872700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g37ecd77fdb7_0_123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9" name="Google Shape;509;g37ecd77fdb7_0_1231"/>
            <p:cNvGrpSpPr/>
            <p:nvPr/>
          </p:nvGrpSpPr>
          <p:grpSpPr>
            <a:xfrm>
              <a:off x="3941666" y="2603245"/>
              <a:ext cx="3206977" cy="1060959"/>
              <a:chOff x="7939341" y="3037317"/>
              <a:chExt cx="899018" cy="352209"/>
            </a:xfrm>
          </p:grpSpPr>
          <p:sp>
            <p:nvSpPr>
              <p:cNvPr id="510" name="Google Shape;510;g37ecd77fdb7_0_1231"/>
              <p:cNvSpPr/>
              <p:nvPr/>
            </p:nvSpPr>
            <p:spPr>
              <a:xfrm>
                <a:off x="7964170" y="30373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g37ecd77fdb7_0_1231"/>
              <p:cNvSpPr/>
              <p:nvPr/>
            </p:nvSpPr>
            <p:spPr>
              <a:xfrm>
                <a:off x="8519948" y="32067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g37ecd77fdb7_0_1231"/>
              <p:cNvSpPr/>
              <p:nvPr/>
            </p:nvSpPr>
            <p:spPr>
              <a:xfrm>
                <a:off x="7939341" y="32067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g37ecd77fdb7_0_1231"/>
              <p:cNvSpPr/>
              <p:nvPr/>
            </p:nvSpPr>
            <p:spPr>
              <a:xfrm>
                <a:off x="8047413" y="31234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4" name="Google Shape;514;g37ecd77fdb7_0_1231"/>
          <p:cNvGrpSpPr/>
          <p:nvPr/>
        </p:nvGrpSpPr>
        <p:grpSpPr>
          <a:xfrm>
            <a:off x="6507637" y="4967352"/>
            <a:ext cx="297041" cy="217643"/>
            <a:chOff x="7493876" y="2774731"/>
            <a:chExt cx="1490420" cy="890885"/>
          </a:xfrm>
        </p:grpSpPr>
        <p:sp>
          <p:nvSpPr>
            <p:cNvPr id="515" name="Google Shape;515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" name="Google Shape;517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18" name="Google Shape;518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2" name="Google Shape;522;g37ecd77fdb7_0_1231"/>
          <p:cNvGrpSpPr/>
          <p:nvPr/>
        </p:nvGrpSpPr>
        <p:grpSpPr>
          <a:xfrm>
            <a:off x="6233545" y="5194331"/>
            <a:ext cx="232207" cy="190754"/>
            <a:chOff x="3668110" y="2448910"/>
            <a:chExt cx="3794234" cy="2165199"/>
          </a:xfrm>
        </p:grpSpPr>
        <p:sp>
          <p:nvSpPr>
            <p:cNvPr id="523" name="Google Shape;523;g37ecd77fdb7_0_1231"/>
            <p:cNvSpPr/>
            <p:nvPr/>
          </p:nvSpPr>
          <p:spPr>
            <a:xfrm>
              <a:off x="3668110" y="3741409"/>
              <a:ext cx="3780600" cy="872700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g37ecd77fdb7_0_123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5" name="Google Shape;525;g37ecd77fdb7_0_1231"/>
            <p:cNvGrpSpPr/>
            <p:nvPr/>
          </p:nvGrpSpPr>
          <p:grpSpPr>
            <a:xfrm>
              <a:off x="3941666" y="2603245"/>
              <a:ext cx="3206977" cy="1060959"/>
              <a:chOff x="7939341" y="3037317"/>
              <a:chExt cx="899018" cy="352209"/>
            </a:xfrm>
          </p:grpSpPr>
          <p:sp>
            <p:nvSpPr>
              <p:cNvPr id="526" name="Google Shape;526;g37ecd77fdb7_0_1231"/>
              <p:cNvSpPr/>
              <p:nvPr/>
            </p:nvSpPr>
            <p:spPr>
              <a:xfrm>
                <a:off x="7964170" y="30373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g37ecd77fdb7_0_1231"/>
              <p:cNvSpPr/>
              <p:nvPr/>
            </p:nvSpPr>
            <p:spPr>
              <a:xfrm>
                <a:off x="8519948" y="32067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g37ecd77fdb7_0_1231"/>
              <p:cNvSpPr/>
              <p:nvPr/>
            </p:nvSpPr>
            <p:spPr>
              <a:xfrm>
                <a:off x="7939341" y="32067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g37ecd77fdb7_0_1231"/>
              <p:cNvSpPr/>
              <p:nvPr/>
            </p:nvSpPr>
            <p:spPr>
              <a:xfrm>
                <a:off x="8047413" y="31234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0" name="Google Shape;530;g37ecd77fdb7_0_1231"/>
          <p:cNvGrpSpPr/>
          <p:nvPr/>
        </p:nvGrpSpPr>
        <p:grpSpPr>
          <a:xfrm>
            <a:off x="6329931" y="2812320"/>
            <a:ext cx="266785" cy="167576"/>
            <a:chOff x="7493876" y="2774731"/>
            <a:chExt cx="1490420" cy="890885"/>
          </a:xfrm>
        </p:grpSpPr>
        <p:sp>
          <p:nvSpPr>
            <p:cNvPr id="531" name="Google Shape;531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" name="Google Shape;533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34" name="Google Shape;534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8" name="Google Shape;538;g37ecd77fdb7_0_1231"/>
          <p:cNvGrpSpPr/>
          <p:nvPr/>
        </p:nvGrpSpPr>
        <p:grpSpPr>
          <a:xfrm>
            <a:off x="6037149" y="3966105"/>
            <a:ext cx="267679" cy="174970"/>
            <a:chOff x="7493876" y="2774731"/>
            <a:chExt cx="1490420" cy="890885"/>
          </a:xfrm>
        </p:grpSpPr>
        <p:sp>
          <p:nvSpPr>
            <p:cNvPr id="539" name="Google Shape;539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1" name="Google Shape;541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42" name="Google Shape;542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" name="Google Shape;546;g37ecd77fdb7_0_1231"/>
          <p:cNvGrpSpPr/>
          <p:nvPr/>
        </p:nvGrpSpPr>
        <p:grpSpPr>
          <a:xfrm>
            <a:off x="8163548" y="3601410"/>
            <a:ext cx="129070" cy="96661"/>
            <a:chOff x="7493876" y="2774731"/>
            <a:chExt cx="1490420" cy="890885"/>
          </a:xfrm>
        </p:grpSpPr>
        <p:sp>
          <p:nvSpPr>
            <p:cNvPr id="547" name="Google Shape;547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50" name="Google Shape;550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" name="Google Shape;554;g37ecd77fdb7_0_1231"/>
          <p:cNvGrpSpPr/>
          <p:nvPr/>
        </p:nvGrpSpPr>
        <p:grpSpPr>
          <a:xfrm>
            <a:off x="7808017" y="3496118"/>
            <a:ext cx="266785" cy="197509"/>
            <a:chOff x="7493876" y="2774731"/>
            <a:chExt cx="1490420" cy="890885"/>
          </a:xfrm>
        </p:grpSpPr>
        <p:sp>
          <p:nvSpPr>
            <p:cNvPr id="555" name="Google Shape;555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7" name="Google Shape;557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58" name="Google Shape;558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2" name="Google Shape;562;g37ecd77fdb7_0_1231"/>
          <p:cNvGrpSpPr/>
          <p:nvPr/>
        </p:nvGrpSpPr>
        <p:grpSpPr>
          <a:xfrm>
            <a:off x="7461604" y="2202272"/>
            <a:ext cx="266785" cy="197509"/>
            <a:chOff x="7493876" y="2774731"/>
            <a:chExt cx="1490420" cy="890885"/>
          </a:xfrm>
        </p:grpSpPr>
        <p:sp>
          <p:nvSpPr>
            <p:cNvPr id="563" name="Google Shape;563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5" name="Google Shape;565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66" name="Google Shape;566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0" name="Google Shape;570;g37ecd77fdb7_0_1231"/>
          <p:cNvGrpSpPr/>
          <p:nvPr/>
        </p:nvGrpSpPr>
        <p:grpSpPr>
          <a:xfrm>
            <a:off x="7895471" y="2613347"/>
            <a:ext cx="266785" cy="197509"/>
            <a:chOff x="7493876" y="2774731"/>
            <a:chExt cx="1490420" cy="890885"/>
          </a:xfrm>
        </p:grpSpPr>
        <p:sp>
          <p:nvSpPr>
            <p:cNvPr id="571" name="Google Shape;571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3" name="Google Shape;573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74" name="Google Shape;574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8" name="Google Shape;578;g37ecd77fdb7_0_1231"/>
          <p:cNvGrpSpPr/>
          <p:nvPr/>
        </p:nvGrpSpPr>
        <p:grpSpPr>
          <a:xfrm>
            <a:off x="7982929" y="2107943"/>
            <a:ext cx="266785" cy="197509"/>
            <a:chOff x="7493876" y="2774731"/>
            <a:chExt cx="1490420" cy="890885"/>
          </a:xfrm>
        </p:grpSpPr>
        <p:sp>
          <p:nvSpPr>
            <p:cNvPr id="579" name="Google Shape;579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1" name="Google Shape;581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82" name="Google Shape;582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6" name="Google Shape;586;g37ecd77fdb7_0_1231"/>
          <p:cNvGrpSpPr/>
          <p:nvPr/>
        </p:nvGrpSpPr>
        <p:grpSpPr>
          <a:xfrm>
            <a:off x="6823736" y="3956598"/>
            <a:ext cx="276920" cy="239292"/>
            <a:chOff x="7493876" y="2774731"/>
            <a:chExt cx="1490420" cy="890885"/>
          </a:xfrm>
        </p:grpSpPr>
        <p:sp>
          <p:nvSpPr>
            <p:cNvPr id="587" name="Google Shape;587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9" name="Google Shape;589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90" name="Google Shape;590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4" name="Google Shape;594;g37ecd77fdb7_0_1231"/>
          <p:cNvGrpSpPr/>
          <p:nvPr/>
        </p:nvGrpSpPr>
        <p:grpSpPr>
          <a:xfrm>
            <a:off x="7485155" y="2661545"/>
            <a:ext cx="266785" cy="197509"/>
            <a:chOff x="7493876" y="2774731"/>
            <a:chExt cx="1490420" cy="890885"/>
          </a:xfrm>
        </p:grpSpPr>
        <p:sp>
          <p:nvSpPr>
            <p:cNvPr id="595" name="Google Shape;595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7" name="Google Shape;597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98" name="Google Shape;598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2" name="Google Shape;602;g37ecd77fdb7_0_1231"/>
          <p:cNvGrpSpPr/>
          <p:nvPr/>
        </p:nvGrpSpPr>
        <p:grpSpPr>
          <a:xfrm>
            <a:off x="7122499" y="3394006"/>
            <a:ext cx="276920" cy="239292"/>
            <a:chOff x="7493876" y="2774731"/>
            <a:chExt cx="1490420" cy="890885"/>
          </a:xfrm>
        </p:grpSpPr>
        <p:sp>
          <p:nvSpPr>
            <p:cNvPr id="603" name="Google Shape;603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5" name="Google Shape;605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606" name="Google Shape;606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10" name="Google Shape;610;g37ecd77fdb7_0_1231"/>
          <p:cNvGrpSpPr/>
          <p:nvPr/>
        </p:nvGrpSpPr>
        <p:grpSpPr>
          <a:xfrm>
            <a:off x="7200811" y="3999737"/>
            <a:ext cx="276920" cy="239292"/>
            <a:chOff x="7493876" y="2774731"/>
            <a:chExt cx="1490420" cy="890885"/>
          </a:xfrm>
        </p:grpSpPr>
        <p:sp>
          <p:nvSpPr>
            <p:cNvPr id="611" name="Google Shape;611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3" name="Google Shape;613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614" name="Google Shape;614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18" name="Google Shape;618;g37ecd77fdb7_0_1231"/>
          <p:cNvGrpSpPr/>
          <p:nvPr/>
        </p:nvGrpSpPr>
        <p:grpSpPr>
          <a:xfrm>
            <a:off x="7781505" y="3992305"/>
            <a:ext cx="266785" cy="197509"/>
            <a:chOff x="7493876" y="2774731"/>
            <a:chExt cx="1490420" cy="890885"/>
          </a:xfrm>
        </p:grpSpPr>
        <p:sp>
          <p:nvSpPr>
            <p:cNvPr id="619" name="Google Shape;619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1" name="Google Shape;621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622" name="Google Shape;622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6" name="Google Shape;626;g37ecd77fdb7_0_1231"/>
          <p:cNvGrpSpPr/>
          <p:nvPr/>
        </p:nvGrpSpPr>
        <p:grpSpPr>
          <a:xfrm>
            <a:off x="6936093" y="4775618"/>
            <a:ext cx="297041" cy="217643"/>
            <a:chOff x="7493876" y="2774731"/>
            <a:chExt cx="1490420" cy="890885"/>
          </a:xfrm>
        </p:grpSpPr>
        <p:sp>
          <p:nvSpPr>
            <p:cNvPr id="627" name="Google Shape;627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9" name="Google Shape;629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630" name="Google Shape;630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4" name="Google Shape;634;g37ecd77fdb7_0_1231"/>
          <p:cNvGrpSpPr/>
          <p:nvPr/>
        </p:nvGrpSpPr>
        <p:grpSpPr>
          <a:xfrm>
            <a:off x="8194208" y="4369175"/>
            <a:ext cx="172143" cy="119913"/>
            <a:chOff x="7493876" y="2774731"/>
            <a:chExt cx="1490420" cy="890885"/>
          </a:xfrm>
        </p:grpSpPr>
        <p:sp>
          <p:nvSpPr>
            <p:cNvPr id="635" name="Google Shape;635;g37ecd77fdb7_0_1231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7ecd77fdb7_0_1231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7" name="Google Shape;637;g37ecd77fdb7_0_1231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638" name="Google Shape;638;g37ecd77fdb7_0_1231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g37ecd77fdb7_0_1231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g37ecd77fdb7_0_1231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g37ecd77fdb7_0_1231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2" name="Google Shape;642;g37ecd77fdb7_0_1231"/>
          <p:cNvGrpSpPr/>
          <p:nvPr/>
        </p:nvGrpSpPr>
        <p:grpSpPr>
          <a:xfrm>
            <a:off x="5579306" y="2356613"/>
            <a:ext cx="401240" cy="414882"/>
            <a:chOff x="7432700" y="2327293"/>
            <a:chExt cx="534987" cy="414882"/>
          </a:xfrm>
        </p:grpSpPr>
        <p:pic>
          <p:nvPicPr>
            <p:cNvPr descr="antenna_stylized" id="643" name="Google Shape;643;g37ecd77fdb7_0_12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44" name="Google Shape;644;g37ecd77fdb7_0_123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g37ecd77fdb7_0_1231"/>
            <p:cNvSpPr/>
            <p:nvPr/>
          </p:nvSpPr>
          <p:spPr>
            <a:xfrm>
              <a:off x="7603304" y="2420984"/>
              <a:ext cx="351921" cy="208168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46" name="Google Shape;646;g37ecd77fdb7_0_123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g37ecd77fdb7_0_1231"/>
            <p:cNvSpPr/>
            <p:nvPr/>
          </p:nvSpPr>
          <p:spPr>
            <a:xfrm>
              <a:off x="7667378" y="2414843"/>
              <a:ext cx="298165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g37ecd77fdb7_0_1231"/>
            <p:cNvSpPr/>
            <p:nvPr/>
          </p:nvSpPr>
          <p:spPr>
            <a:xfrm>
              <a:off x="7600188" y="2414528"/>
              <a:ext cx="82769" cy="161241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g37ecd77fdb7_0_1231"/>
            <p:cNvSpPr/>
            <p:nvPr/>
          </p:nvSpPr>
          <p:spPr>
            <a:xfrm>
              <a:off x="7874205" y="2443344"/>
              <a:ext cx="89197" cy="186120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g37ecd77fdb7_0_1231"/>
            <p:cNvSpPr/>
            <p:nvPr/>
          </p:nvSpPr>
          <p:spPr>
            <a:xfrm>
              <a:off x="7599214" y="2567582"/>
              <a:ext cx="327186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g37ecd77fdb7_0_1231"/>
            <p:cNvSpPr/>
            <p:nvPr/>
          </p:nvSpPr>
          <p:spPr>
            <a:xfrm>
              <a:off x="7884138" y="2444918"/>
              <a:ext cx="83549" cy="18690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7ecd77fdb7_0_123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3" name="Google Shape;653;g37ecd77fdb7_0_123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54" name="Google Shape;654;g37ecd77fdb7_0_123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g37ecd77fdb7_0_123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g37ecd77fdb7_0_123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g37ecd77fdb7_0_123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g37ecd77fdb7_0_123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g37ecd77fdb7_0_123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0" name="Google Shape;660;g37ecd77fdb7_0_1231"/>
            <p:cNvSpPr/>
            <p:nvPr/>
          </p:nvSpPr>
          <p:spPr>
            <a:xfrm>
              <a:off x="7763780" y="2647731"/>
              <a:ext cx="119577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g37ecd77fdb7_0_1231"/>
            <p:cNvSpPr/>
            <p:nvPr/>
          </p:nvSpPr>
          <p:spPr>
            <a:xfrm>
              <a:off x="7458602" y="2654187"/>
              <a:ext cx="305954" cy="738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g37ecd77fdb7_0_123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g37ecd77fdb7_0_123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g37ecd77fdb7_0_1231"/>
            <p:cNvSpPr/>
            <p:nvPr/>
          </p:nvSpPr>
          <p:spPr>
            <a:xfrm>
              <a:off x="7468535" y="2643795"/>
              <a:ext cx="290180" cy="7101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g37ecd77fdb7_0_1231"/>
            <p:cNvSpPr/>
            <p:nvPr/>
          </p:nvSpPr>
          <p:spPr>
            <a:xfrm flipH="1" rot="10800000">
              <a:off x="7758327" y="2638756"/>
              <a:ext cx="118409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6" name="Google Shape;666;g37ecd77fdb7_0_1231"/>
          <p:cNvGrpSpPr/>
          <p:nvPr/>
        </p:nvGrpSpPr>
        <p:grpSpPr>
          <a:xfrm>
            <a:off x="6478336" y="2319727"/>
            <a:ext cx="398027" cy="358507"/>
            <a:chOff x="8631407" y="2290407"/>
            <a:chExt cx="530702" cy="478009"/>
          </a:xfrm>
        </p:grpSpPr>
        <p:pic>
          <p:nvPicPr>
            <p:cNvPr descr="light2.png" id="667" name="Google Shape;667;g37ecd77fdb7_0_123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68" name="Google Shape;668;g37ecd77fdb7_0_12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9" name="Google Shape;669;g37ecd77fdb7_0_1231"/>
          <p:cNvGrpSpPr/>
          <p:nvPr/>
        </p:nvGrpSpPr>
        <p:grpSpPr>
          <a:xfrm>
            <a:off x="6374654" y="2059124"/>
            <a:ext cx="636984" cy="169582"/>
            <a:chOff x="8493165" y="2029804"/>
            <a:chExt cx="849312" cy="226109"/>
          </a:xfrm>
        </p:grpSpPr>
        <p:pic>
          <p:nvPicPr>
            <p:cNvPr descr="car_icon_small" id="670" name="Google Shape;670;g37ecd77fdb7_0_123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71" name="Google Shape;671;g37ecd77fdb7_0_12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2" name="Google Shape;672;g37ecd77fdb7_0_1231"/>
          <p:cNvGrpSpPr/>
          <p:nvPr/>
        </p:nvGrpSpPr>
        <p:grpSpPr>
          <a:xfrm>
            <a:off x="5620139" y="3325424"/>
            <a:ext cx="643304" cy="583758"/>
            <a:chOff x="7487144" y="3296104"/>
            <a:chExt cx="857739" cy="583758"/>
          </a:xfrm>
        </p:grpSpPr>
        <p:grpSp>
          <p:nvGrpSpPr>
            <p:cNvPr id="673" name="Google Shape;673;g37ecd77fdb7_0_1231"/>
            <p:cNvGrpSpPr/>
            <p:nvPr/>
          </p:nvGrpSpPr>
          <p:grpSpPr>
            <a:xfrm>
              <a:off x="7487144" y="3389820"/>
              <a:ext cx="350808" cy="310034"/>
              <a:chOff x="7487144" y="3389820"/>
              <a:chExt cx="350808" cy="310034"/>
            </a:xfrm>
          </p:grpSpPr>
          <p:pic>
            <p:nvPicPr>
              <p:cNvPr descr="antenna_stylized" id="674" name="Google Shape;674;g37ecd77fdb7_0_123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675" name="Google Shape;675;g37ecd77fdb7_0_123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5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6" name="Google Shape;676;g37ecd77fdb7_0_1231"/>
              <p:cNvSpPr/>
              <p:nvPr/>
            </p:nvSpPr>
            <p:spPr>
              <a:xfrm>
                <a:off x="7599014" y="3459979"/>
                <a:ext cx="230762" cy="155885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677" name="Google Shape;677;g37ecd77fdb7_0_123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8" name="Google Shape;678;g37ecd77fdb7_0_1231"/>
              <p:cNvSpPr/>
              <p:nvPr/>
            </p:nvSpPr>
            <p:spPr>
              <a:xfrm>
                <a:off x="7641029" y="3455381"/>
                <a:ext cx="195516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g37ecd77fdb7_0_123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g37ecd77fdb7_0_1231"/>
              <p:cNvSpPr/>
              <p:nvPr/>
            </p:nvSpPr>
            <p:spPr>
              <a:xfrm>
                <a:off x="7776652" y="3476723"/>
                <a:ext cx="58490" cy="139377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g37ecd77fdb7_0_1231"/>
              <p:cNvSpPr/>
              <p:nvPr/>
            </p:nvSpPr>
            <p:spPr>
              <a:xfrm>
                <a:off x="7596332" y="3569758"/>
                <a:ext cx="214547" cy="47047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g37ecd77fdb7_0_1231"/>
              <p:cNvSpPr/>
              <p:nvPr/>
            </p:nvSpPr>
            <p:spPr>
              <a:xfrm>
                <a:off x="7783165" y="3477902"/>
                <a:ext cx="54787" cy="139966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g37ecd77fdb7_0_123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4" name="Google Shape;684;g37ecd77fdb7_0_123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685" name="Google Shape;685;g37ecd77fdb7_0_123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g37ecd77fdb7_0_123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g37ecd77fdb7_0_123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g37ecd77fdb7_0_123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g37ecd77fdb7_0_123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g37ecd77fdb7_0_123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91" name="Google Shape;691;g37ecd77fdb7_0_1231"/>
              <p:cNvSpPr/>
              <p:nvPr/>
            </p:nvSpPr>
            <p:spPr>
              <a:xfrm>
                <a:off x="7704243" y="3629776"/>
                <a:ext cx="78410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g37ecd77fdb7_0_1231"/>
              <p:cNvSpPr/>
              <p:nvPr/>
            </p:nvSpPr>
            <p:spPr>
              <a:xfrm>
                <a:off x="7504129" y="3634611"/>
                <a:ext cx="200623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g37ecd77fdb7_0_123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g37ecd77fdb7_0_1231"/>
              <p:cNvSpPr/>
              <p:nvPr/>
            </p:nvSpPr>
            <p:spPr>
              <a:xfrm>
                <a:off x="7504384" y="3578837"/>
                <a:ext cx="93224" cy="463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g37ecd77fdb7_0_1231"/>
              <p:cNvSpPr/>
              <p:nvPr/>
            </p:nvSpPr>
            <p:spPr>
              <a:xfrm>
                <a:off x="7510642" y="3626829"/>
                <a:ext cx="190280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g37ecd77fdb7_0_1231"/>
              <p:cNvSpPr/>
              <p:nvPr/>
            </p:nvSpPr>
            <p:spPr>
              <a:xfrm flipH="1" rot="10800000">
                <a:off x="7700668" y="3623056"/>
                <a:ext cx="77644" cy="5506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7" name="Google Shape;697;g37ecd77fdb7_0_1231"/>
            <p:cNvGrpSpPr/>
            <p:nvPr/>
          </p:nvGrpSpPr>
          <p:grpSpPr>
            <a:xfrm flipH="1">
              <a:off x="7985584" y="3537823"/>
              <a:ext cx="359299" cy="342039"/>
              <a:chOff x="2839" y="3501"/>
              <a:chExt cx="755" cy="803"/>
            </a:xfrm>
          </p:grpSpPr>
          <p:pic>
            <p:nvPicPr>
              <p:cNvPr descr="desktop_computer_stylized_medium" id="698" name="Google Shape;698;g37ecd77fdb7_0_123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9" name="Google Shape;699;g37ecd77fdb7_0_123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0" name="Google Shape;700;g37ecd77fdb7_0_123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701" name="Google Shape;701;g37ecd77fdb7_0_123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702" name="Google Shape;702;g37ecd77fdb7_0_123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03" name="Google Shape;703;g37ecd77fdb7_0_1231"/>
          <p:cNvGrpSpPr/>
          <p:nvPr/>
        </p:nvGrpSpPr>
        <p:grpSpPr>
          <a:xfrm>
            <a:off x="8298880" y="3428462"/>
            <a:ext cx="388347" cy="1212496"/>
            <a:chOff x="11058799" y="3399142"/>
            <a:chExt cx="517796" cy="1212496"/>
          </a:xfrm>
        </p:grpSpPr>
        <p:grpSp>
          <p:nvGrpSpPr>
            <p:cNvPr id="704" name="Google Shape;704;g37ecd77fdb7_0_1231"/>
            <p:cNvGrpSpPr/>
            <p:nvPr/>
          </p:nvGrpSpPr>
          <p:grpSpPr>
            <a:xfrm>
              <a:off x="11086934" y="4159792"/>
              <a:ext cx="489661" cy="451846"/>
              <a:chOff x="5103720" y="2693474"/>
              <a:chExt cx="611465" cy="414804"/>
            </a:xfrm>
          </p:grpSpPr>
          <p:cxnSp>
            <p:nvCxnSpPr>
              <p:cNvPr id="705" name="Google Shape;705;g37ecd77fdb7_0_1231"/>
              <p:cNvCxnSpPr/>
              <p:nvPr/>
            </p:nvCxnSpPr>
            <p:spPr>
              <a:xfrm>
                <a:off x="5103720" y="2914214"/>
                <a:ext cx="232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06" name="Google Shape;706;g37ecd77fdb7_0_1231"/>
              <p:cNvGrpSpPr/>
              <p:nvPr/>
            </p:nvGrpSpPr>
            <p:grpSpPr>
              <a:xfrm>
                <a:off x="5275236" y="2693474"/>
                <a:ext cx="439949" cy="414804"/>
                <a:chOff x="5275406" y="2711455"/>
                <a:chExt cx="452949" cy="405517"/>
              </a:xfrm>
            </p:grpSpPr>
            <p:pic>
              <p:nvPicPr>
                <p:cNvPr descr="server_rack.png" id="707" name="Google Shape;707;g37ecd77fdb7_0_123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708" name="Google Shape;708;g37ecd77fdb7_0_123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709" name="Google Shape;709;g37ecd77fdb7_0_123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710" name="Google Shape;710;g37ecd77fdb7_0_1231"/>
            <p:cNvGrpSpPr/>
            <p:nvPr/>
          </p:nvGrpSpPr>
          <p:grpSpPr>
            <a:xfrm>
              <a:off x="11058799" y="3399142"/>
              <a:ext cx="423623" cy="405968"/>
              <a:chOff x="5103720" y="2693474"/>
              <a:chExt cx="611465" cy="414804"/>
            </a:xfrm>
          </p:grpSpPr>
          <p:cxnSp>
            <p:nvCxnSpPr>
              <p:cNvPr id="711" name="Google Shape;711;g37ecd77fdb7_0_1231"/>
              <p:cNvCxnSpPr/>
              <p:nvPr/>
            </p:nvCxnSpPr>
            <p:spPr>
              <a:xfrm>
                <a:off x="5103720" y="2914214"/>
                <a:ext cx="232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12" name="Google Shape;712;g37ecd77fdb7_0_1231"/>
              <p:cNvGrpSpPr/>
              <p:nvPr/>
            </p:nvGrpSpPr>
            <p:grpSpPr>
              <a:xfrm>
                <a:off x="5275236" y="2693474"/>
                <a:ext cx="439949" cy="414804"/>
                <a:chOff x="5275406" y="2711455"/>
                <a:chExt cx="452949" cy="405517"/>
              </a:xfrm>
            </p:grpSpPr>
            <p:pic>
              <p:nvPicPr>
                <p:cNvPr descr="server_rack.png" id="713" name="Google Shape;713;g37ecd77fdb7_0_123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714" name="Google Shape;714;g37ecd77fdb7_0_123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715" name="Google Shape;715;g37ecd77fdb7_0_123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716" name="Google Shape;716;g37ecd77fdb7_0_1231"/>
          <p:cNvGrpSpPr/>
          <p:nvPr/>
        </p:nvGrpSpPr>
        <p:grpSpPr>
          <a:xfrm flipH="1">
            <a:off x="5985641" y="4900161"/>
            <a:ext cx="259223" cy="320312"/>
            <a:chOff x="2839" y="3501"/>
            <a:chExt cx="755" cy="803"/>
          </a:xfrm>
        </p:grpSpPr>
        <p:pic>
          <p:nvPicPr>
            <p:cNvPr descr="desktop_computer_stylized_medium" id="717" name="Google Shape;717;g37ecd77fdb7_0_123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g37ecd77fdb7_0_12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9" name="Google Shape;719;g37ecd77fdb7_0_1231"/>
          <p:cNvGrpSpPr/>
          <p:nvPr/>
        </p:nvGrpSpPr>
        <p:grpSpPr>
          <a:xfrm>
            <a:off x="6901261" y="5852809"/>
            <a:ext cx="232587" cy="312048"/>
            <a:chOff x="877" y="1008"/>
            <a:chExt cx="2746" cy="2626"/>
          </a:xfrm>
        </p:grpSpPr>
        <p:pic>
          <p:nvPicPr>
            <p:cNvPr descr="antenna_stylized" id="720" name="Google Shape;720;g37ecd77fdb7_0_123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721" name="Google Shape;721;g37ecd77fdb7_0_123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8963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g37ecd77fdb7_0_1231"/>
            <p:cNvSpPr/>
            <p:nvPr/>
          </p:nvSpPr>
          <p:spPr>
            <a:xfrm>
              <a:off x="1753" y="1603"/>
              <a:ext cx="1804" cy="1325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723" name="Google Shape;723;g37ecd77fdb7_0_123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g37ecd77fdb7_0_1231"/>
            <p:cNvSpPr/>
            <p:nvPr/>
          </p:nvSpPr>
          <p:spPr>
            <a:xfrm>
              <a:off x="2082" y="1564"/>
              <a:ext cx="1529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g37ecd77fdb7_0_1231"/>
            <p:cNvSpPr/>
            <p:nvPr/>
          </p:nvSpPr>
          <p:spPr>
            <a:xfrm>
              <a:off x="1737" y="1562"/>
              <a:ext cx="425" cy="102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g37ecd77fdb7_0_1231"/>
            <p:cNvSpPr/>
            <p:nvPr/>
          </p:nvSpPr>
          <p:spPr>
            <a:xfrm>
              <a:off x="3144" y="1745"/>
              <a:ext cx="457" cy="1179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g37ecd77fdb7_0_1231"/>
            <p:cNvSpPr/>
            <p:nvPr/>
          </p:nvSpPr>
          <p:spPr>
            <a:xfrm>
              <a:off x="1732" y="2534"/>
              <a:ext cx="1678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g37ecd77fdb7_0_1231"/>
            <p:cNvSpPr/>
            <p:nvPr/>
          </p:nvSpPr>
          <p:spPr>
            <a:xfrm>
              <a:off x="3195" y="1755"/>
              <a:ext cx="428" cy="118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g37ecd77fdb7_0_1231"/>
            <p:cNvSpPr/>
            <p:nvPr/>
          </p:nvSpPr>
          <p:spPr>
            <a:xfrm>
              <a:off x="1734" y="2587"/>
              <a:ext cx="1496" cy="395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0" name="Google Shape;730;g37ecd77fdb7_0_123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731" name="Google Shape;731;g37ecd77fdb7_0_123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g37ecd77fdb7_0_123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g37ecd77fdb7_0_123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g37ecd77fdb7_0_123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g37ecd77fdb7_0_123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g37ecd77fdb7_0_123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7" name="Google Shape;737;g37ecd77fdb7_0_1231"/>
            <p:cNvSpPr/>
            <p:nvPr/>
          </p:nvSpPr>
          <p:spPr>
            <a:xfrm>
              <a:off x="2577" y="3043"/>
              <a:ext cx="614" cy="51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g37ecd77fdb7_0_1231"/>
            <p:cNvSpPr/>
            <p:nvPr/>
          </p:nvSpPr>
          <p:spPr>
            <a:xfrm>
              <a:off x="1010" y="3084"/>
              <a:ext cx="1570" cy="468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g37ecd77fdb7_0_123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g37ecd77fdb7_0_1231"/>
            <p:cNvSpPr/>
            <p:nvPr/>
          </p:nvSpPr>
          <p:spPr>
            <a:xfrm>
              <a:off x="1012" y="2611"/>
              <a:ext cx="729" cy="392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g37ecd77fdb7_0_1231"/>
            <p:cNvSpPr/>
            <p:nvPr/>
          </p:nvSpPr>
          <p:spPr>
            <a:xfrm>
              <a:off x="1061" y="3018"/>
              <a:ext cx="1488" cy="45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g37ecd77fdb7_0_1231"/>
            <p:cNvSpPr/>
            <p:nvPr/>
          </p:nvSpPr>
          <p:spPr>
            <a:xfrm flipH="1" rot="10800000">
              <a:off x="2549" y="2987"/>
              <a:ext cx="608" cy="4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3" name="Google Shape;743;g37ecd77fdb7_0_1231"/>
          <p:cNvGrpSpPr/>
          <p:nvPr/>
        </p:nvGrpSpPr>
        <p:grpSpPr>
          <a:xfrm flipH="1">
            <a:off x="6115432" y="5504657"/>
            <a:ext cx="259223" cy="320312"/>
            <a:chOff x="2839" y="3501"/>
            <a:chExt cx="755" cy="803"/>
          </a:xfrm>
        </p:grpSpPr>
        <p:pic>
          <p:nvPicPr>
            <p:cNvPr descr="desktop_computer_stylized_medium" id="744" name="Google Shape;744;g37ecd77fdb7_0_123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5" name="Google Shape;745;g37ecd77fdb7_0_12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6" name="Google Shape;746;g37ecd77fdb7_0_1231"/>
          <p:cNvGrpSpPr/>
          <p:nvPr/>
        </p:nvGrpSpPr>
        <p:grpSpPr>
          <a:xfrm flipH="1">
            <a:off x="6414100" y="5526130"/>
            <a:ext cx="259223" cy="320312"/>
            <a:chOff x="2839" y="3501"/>
            <a:chExt cx="755" cy="803"/>
          </a:xfrm>
        </p:grpSpPr>
        <p:pic>
          <p:nvPicPr>
            <p:cNvPr descr="desktop_computer_stylized_medium" id="747" name="Google Shape;747;g37ecd77fdb7_0_123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8" name="Google Shape;748;g37ecd77fdb7_0_12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9" name="Google Shape;749;g37ecd77fdb7_0_1231"/>
          <p:cNvGrpSpPr/>
          <p:nvPr/>
        </p:nvGrpSpPr>
        <p:grpSpPr>
          <a:xfrm>
            <a:off x="7151060" y="5795138"/>
            <a:ext cx="239394" cy="256869"/>
            <a:chOff x="877" y="1008"/>
            <a:chExt cx="2746" cy="2626"/>
          </a:xfrm>
        </p:grpSpPr>
        <p:pic>
          <p:nvPicPr>
            <p:cNvPr descr="antenna_stylized" id="750" name="Google Shape;750;g37ecd77fdb7_0_123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751" name="Google Shape;751;g37ecd77fdb7_0_123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8963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g37ecd77fdb7_0_1231"/>
            <p:cNvSpPr/>
            <p:nvPr/>
          </p:nvSpPr>
          <p:spPr>
            <a:xfrm>
              <a:off x="1753" y="1603"/>
              <a:ext cx="1804" cy="1325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753" name="Google Shape;753;g37ecd77fdb7_0_123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4" name="Google Shape;754;g37ecd77fdb7_0_1231"/>
            <p:cNvSpPr/>
            <p:nvPr/>
          </p:nvSpPr>
          <p:spPr>
            <a:xfrm>
              <a:off x="2082" y="1564"/>
              <a:ext cx="1529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g37ecd77fdb7_0_1231"/>
            <p:cNvSpPr/>
            <p:nvPr/>
          </p:nvSpPr>
          <p:spPr>
            <a:xfrm>
              <a:off x="1737" y="1562"/>
              <a:ext cx="425" cy="102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g37ecd77fdb7_0_1231"/>
            <p:cNvSpPr/>
            <p:nvPr/>
          </p:nvSpPr>
          <p:spPr>
            <a:xfrm>
              <a:off x="3144" y="1745"/>
              <a:ext cx="457" cy="1179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g37ecd77fdb7_0_1231"/>
            <p:cNvSpPr/>
            <p:nvPr/>
          </p:nvSpPr>
          <p:spPr>
            <a:xfrm>
              <a:off x="1732" y="2534"/>
              <a:ext cx="1678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g37ecd77fdb7_0_1231"/>
            <p:cNvSpPr/>
            <p:nvPr/>
          </p:nvSpPr>
          <p:spPr>
            <a:xfrm>
              <a:off x="3195" y="1755"/>
              <a:ext cx="428" cy="118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g37ecd77fdb7_0_1231"/>
            <p:cNvSpPr/>
            <p:nvPr/>
          </p:nvSpPr>
          <p:spPr>
            <a:xfrm>
              <a:off x="1734" y="2587"/>
              <a:ext cx="1496" cy="395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0" name="Google Shape;760;g37ecd77fdb7_0_123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761" name="Google Shape;761;g37ecd77fdb7_0_123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g37ecd77fdb7_0_123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g37ecd77fdb7_0_123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g37ecd77fdb7_0_123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g37ecd77fdb7_0_123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g37ecd77fdb7_0_123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7" name="Google Shape;767;g37ecd77fdb7_0_1231"/>
            <p:cNvSpPr/>
            <p:nvPr/>
          </p:nvSpPr>
          <p:spPr>
            <a:xfrm>
              <a:off x="2577" y="3043"/>
              <a:ext cx="614" cy="51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g37ecd77fdb7_0_1231"/>
            <p:cNvSpPr/>
            <p:nvPr/>
          </p:nvSpPr>
          <p:spPr>
            <a:xfrm>
              <a:off x="1010" y="3084"/>
              <a:ext cx="1570" cy="468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g37ecd77fdb7_0_123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g37ecd77fdb7_0_1231"/>
            <p:cNvSpPr/>
            <p:nvPr/>
          </p:nvSpPr>
          <p:spPr>
            <a:xfrm>
              <a:off x="1012" y="2611"/>
              <a:ext cx="729" cy="392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g37ecd77fdb7_0_1231"/>
            <p:cNvSpPr/>
            <p:nvPr/>
          </p:nvSpPr>
          <p:spPr>
            <a:xfrm>
              <a:off x="1061" y="3018"/>
              <a:ext cx="1488" cy="45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g37ecd77fdb7_0_1231"/>
            <p:cNvSpPr/>
            <p:nvPr/>
          </p:nvSpPr>
          <p:spPr>
            <a:xfrm flipH="1" rot="10800000">
              <a:off x="2549" y="2987"/>
              <a:ext cx="608" cy="4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3" name="Google Shape;773;g37ecd77fdb7_0_1231"/>
          <p:cNvSpPr/>
          <p:nvPr/>
        </p:nvSpPr>
        <p:spPr>
          <a:xfrm>
            <a:off x="7615195" y="5636971"/>
            <a:ext cx="25537" cy="332927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7ecd77fdb7_0_1231"/>
          <p:cNvSpPr/>
          <p:nvPr/>
        </p:nvSpPr>
        <p:spPr>
          <a:xfrm>
            <a:off x="7619978" y="5656923"/>
            <a:ext cx="15250" cy="308017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7ecd77fdb7_0_1231"/>
          <p:cNvSpPr/>
          <p:nvPr/>
        </p:nvSpPr>
        <p:spPr>
          <a:xfrm>
            <a:off x="7616639" y="5812753"/>
            <a:ext cx="23732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7ecd77fdb7_0_1231"/>
          <p:cNvSpPr/>
          <p:nvPr/>
        </p:nvSpPr>
        <p:spPr>
          <a:xfrm>
            <a:off x="7519724" y="5674399"/>
            <a:ext cx="54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7" name="Google Shape;777;g37ecd77fdb7_0_1231"/>
          <p:cNvGrpSpPr/>
          <p:nvPr/>
        </p:nvGrpSpPr>
        <p:grpSpPr>
          <a:xfrm>
            <a:off x="7568289" y="5670891"/>
            <a:ext cx="44256" cy="2279"/>
            <a:chOff x="613" y="2566"/>
            <a:chExt cx="612" cy="15"/>
          </a:xfrm>
        </p:grpSpPr>
        <p:sp>
          <p:nvSpPr>
            <p:cNvPr id="778" name="Google Shape;778;g37ecd77fdb7_0_1231"/>
            <p:cNvSpPr/>
            <p:nvPr/>
          </p:nvSpPr>
          <p:spPr>
            <a:xfrm>
              <a:off x="613" y="2566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37ecd77fdb7_0_1231"/>
            <p:cNvSpPr/>
            <p:nvPr/>
          </p:nvSpPr>
          <p:spPr>
            <a:xfrm>
              <a:off x="625" y="2581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0" name="Google Shape;780;g37ecd77fdb7_0_1231"/>
          <p:cNvSpPr/>
          <p:nvPr/>
        </p:nvSpPr>
        <p:spPr>
          <a:xfrm>
            <a:off x="7520627" y="5722750"/>
            <a:ext cx="54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g37ecd77fdb7_0_1231"/>
          <p:cNvGrpSpPr/>
          <p:nvPr/>
        </p:nvGrpSpPr>
        <p:grpSpPr>
          <a:xfrm>
            <a:off x="7568254" y="5718110"/>
            <a:ext cx="44328" cy="2387"/>
            <a:chOff x="615" y="2564"/>
            <a:chExt cx="613" cy="17"/>
          </a:xfrm>
        </p:grpSpPr>
        <p:sp>
          <p:nvSpPr>
            <p:cNvPr id="782" name="Google Shape;782;g37ecd77fdb7_0_1231"/>
            <p:cNvSpPr/>
            <p:nvPr/>
          </p:nvSpPr>
          <p:spPr>
            <a:xfrm>
              <a:off x="615" y="2564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7ecd77fdb7_0_1231"/>
            <p:cNvSpPr/>
            <p:nvPr/>
          </p:nvSpPr>
          <p:spPr>
            <a:xfrm>
              <a:off x="628" y="2581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4" name="Google Shape;784;g37ecd77fdb7_0_1231"/>
          <p:cNvSpPr/>
          <p:nvPr/>
        </p:nvSpPr>
        <p:spPr>
          <a:xfrm>
            <a:off x="7520627" y="5771101"/>
            <a:ext cx="54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7ecd77fdb7_0_1231"/>
          <p:cNvSpPr/>
          <p:nvPr/>
        </p:nvSpPr>
        <p:spPr>
          <a:xfrm>
            <a:off x="7521529" y="5814938"/>
            <a:ext cx="54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6" name="Google Shape;786;g37ecd77fdb7_0_1231"/>
          <p:cNvGrpSpPr/>
          <p:nvPr/>
        </p:nvGrpSpPr>
        <p:grpSpPr>
          <a:xfrm>
            <a:off x="7567388" y="5813708"/>
            <a:ext cx="44332" cy="0"/>
            <a:chOff x="618" y="2586"/>
            <a:chExt cx="612" cy="0"/>
          </a:xfrm>
        </p:grpSpPr>
        <p:sp>
          <p:nvSpPr>
            <p:cNvPr id="787" name="Google Shape;787;g37ecd77fdb7_0_1231"/>
            <p:cNvSpPr/>
            <p:nvPr/>
          </p:nvSpPr>
          <p:spPr>
            <a:xfrm>
              <a:off x="618" y="2586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7ecd77fdb7_0_1231"/>
            <p:cNvSpPr/>
            <p:nvPr/>
          </p:nvSpPr>
          <p:spPr>
            <a:xfrm>
              <a:off x="630" y="2586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g37ecd77fdb7_0_1231"/>
          <p:cNvSpPr/>
          <p:nvPr/>
        </p:nvSpPr>
        <p:spPr>
          <a:xfrm>
            <a:off x="7617000" y="5771101"/>
            <a:ext cx="23732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0" name="Google Shape;790;g37ecd77fdb7_0_1231"/>
          <p:cNvGrpSpPr/>
          <p:nvPr/>
        </p:nvGrpSpPr>
        <p:grpSpPr>
          <a:xfrm>
            <a:off x="7567387" y="5767606"/>
            <a:ext cx="44332" cy="2330"/>
            <a:chOff x="613" y="2571"/>
            <a:chExt cx="612" cy="16"/>
          </a:xfrm>
        </p:grpSpPr>
        <p:sp>
          <p:nvSpPr>
            <p:cNvPr id="791" name="Google Shape;791;g37ecd77fdb7_0_1231"/>
            <p:cNvSpPr/>
            <p:nvPr/>
          </p:nvSpPr>
          <p:spPr>
            <a:xfrm>
              <a:off x="613" y="2571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7ecd77fdb7_0_1231"/>
            <p:cNvSpPr/>
            <p:nvPr/>
          </p:nvSpPr>
          <p:spPr>
            <a:xfrm>
              <a:off x="625" y="2587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3" name="Google Shape;793;g37ecd77fdb7_0_1231"/>
          <p:cNvSpPr/>
          <p:nvPr/>
        </p:nvSpPr>
        <p:spPr>
          <a:xfrm>
            <a:off x="7613210" y="5636388"/>
            <a:ext cx="6300" cy="332700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7ecd77fdb7_0_1231"/>
          <p:cNvSpPr/>
          <p:nvPr/>
        </p:nvSpPr>
        <p:spPr>
          <a:xfrm>
            <a:off x="7619165" y="5720566"/>
            <a:ext cx="21387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7ecd77fdb7_0_1231"/>
          <p:cNvSpPr/>
          <p:nvPr/>
        </p:nvSpPr>
        <p:spPr>
          <a:xfrm>
            <a:off x="7619436" y="5672943"/>
            <a:ext cx="22018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g37ecd77fdb7_0_1231"/>
          <p:cNvSpPr/>
          <p:nvPr/>
        </p:nvSpPr>
        <p:spPr>
          <a:xfrm>
            <a:off x="7637483" y="5954166"/>
            <a:ext cx="4500" cy="138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7ecd77fdb7_0_1231"/>
          <p:cNvSpPr/>
          <p:nvPr/>
        </p:nvSpPr>
        <p:spPr>
          <a:xfrm>
            <a:off x="7618263" y="5954603"/>
            <a:ext cx="22108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7ecd77fdb7_0_1231"/>
          <p:cNvSpPr/>
          <p:nvPr/>
        </p:nvSpPr>
        <p:spPr>
          <a:xfrm>
            <a:off x="7513408" y="5963487"/>
            <a:ext cx="108000" cy="21900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7ecd77fdb7_0_1231"/>
          <p:cNvSpPr/>
          <p:nvPr/>
        </p:nvSpPr>
        <p:spPr>
          <a:xfrm>
            <a:off x="7519724" y="5969166"/>
            <a:ext cx="96300" cy="11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7ecd77fdb7_0_1231"/>
          <p:cNvSpPr/>
          <p:nvPr/>
        </p:nvSpPr>
        <p:spPr>
          <a:xfrm>
            <a:off x="7528658" y="5920815"/>
            <a:ext cx="14400" cy="2070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7ecd77fdb7_0_1231"/>
          <p:cNvSpPr/>
          <p:nvPr/>
        </p:nvSpPr>
        <p:spPr>
          <a:xfrm>
            <a:off x="7544900" y="5920815"/>
            <a:ext cx="14400" cy="20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7ecd77fdb7_0_1231"/>
          <p:cNvSpPr/>
          <p:nvPr/>
        </p:nvSpPr>
        <p:spPr>
          <a:xfrm>
            <a:off x="7560151" y="5920815"/>
            <a:ext cx="14400" cy="2070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7ecd77fdb7_0_1231"/>
          <p:cNvSpPr/>
          <p:nvPr/>
        </p:nvSpPr>
        <p:spPr>
          <a:xfrm>
            <a:off x="7597058" y="5841444"/>
            <a:ext cx="7200" cy="110400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4" name="Google Shape;804;g37ecd77fdb7_0_1231"/>
          <p:cNvGrpSpPr/>
          <p:nvPr/>
        </p:nvGrpSpPr>
        <p:grpSpPr>
          <a:xfrm flipH="1">
            <a:off x="5830486" y="5281060"/>
            <a:ext cx="259223" cy="320312"/>
            <a:chOff x="2839" y="3501"/>
            <a:chExt cx="755" cy="803"/>
          </a:xfrm>
        </p:grpSpPr>
        <p:pic>
          <p:nvPicPr>
            <p:cNvPr descr="desktop_computer_stylized_medium" id="805" name="Google Shape;805;g37ecd77fdb7_0_123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g37ecd77fdb7_0_12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7" name="Google Shape;807;g37ecd77fdb7_0_1231"/>
          <p:cNvSpPr/>
          <p:nvPr/>
        </p:nvSpPr>
        <p:spPr>
          <a:xfrm>
            <a:off x="4904937" y="1365914"/>
            <a:ext cx="4019700" cy="4954500"/>
          </a:xfrm>
          <a:prstGeom prst="rect">
            <a:avLst/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8" name="Google Shape;808;g37ecd77fdb7_0_1231"/>
          <p:cNvGrpSpPr/>
          <p:nvPr/>
        </p:nvGrpSpPr>
        <p:grpSpPr>
          <a:xfrm>
            <a:off x="5812668" y="1859725"/>
            <a:ext cx="311944" cy="385801"/>
            <a:chOff x="2751" y="1851"/>
            <a:chExt cx="462" cy="478"/>
          </a:xfrm>
        </p:grpSpPr>
        <p:pic>
          <p:nvPicPr>
            <p:cNvPr descr="iphone_stylized_small" id="809" name="Google Shape;809;g37ecd77fdb7_0_123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10" name="Google Shape;810;g37ecd77fdb7_0_123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1" name="Google Shape;811;g37ecd77fdb7_0_1231"/>
          <p:cNvSpPr/>
          <p:nvPr/>
        </p:nvSpPr>
        <p:spPr>
          <a:xfrm>
            <a:off x="5760243" y="1814171"/>
            <a:ext cx="459300" cy="510000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g37ecd77fdb7_0_1231"/>
          <p:cNvSpPr/>
          <p:nvPr/>
        </p:nvSpPr>
        <p:spPr>
          <a:xfrm>
            <a:off x="7367588" y="5554772"/>
            <a:ext cx="459300" cy="510000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g37ecd77fdb7_0_1231"/>
          <p:cNvSpPr/>
          <p:nvPr/>
        </p:nvSpPr>
        <p:spPr>
          <a:xfrm>
            <a:off x="6004384" y="1190714"/>
            <a:ext cx="228600" cy="942975"/>
          </a:xfrm>
          <a:custGeom>
            <a:rect b="b" l="l" r="r" t="t"/>
            <a:pathLst>
              <a:path extrusionOk="0" h="594" w="192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C00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4" name="Google Shape;814;g37ecd77fdb7_0_1231"/>
          <p:cNvGrpSpPr/>
          <p:nvPr/>
        </p:nvGrpSpPr>
        <p:grpSpPr>
          <a:xfrm>
            <a:off x="7716686" y="4742972"/>
            <a:ext cx="660550" cy="1631700"/>
            <a:chOff x="10288915" y="4742972"/>
            <a:chExt cx="880734" cy="1631700"/>
          </a:xfrm>
        </p:grpSpPr>
        <p:grpSp>
          <p:nvGrpSpPr>
            <p:cNvPr id="815" name="Google Shape;815;g37ecd77fdb7_0_1231"/>
            <p:cNvGrpSpPr/>
            <p:nvPr/>
          </p:nvGrpSpPr>
          <p:grpSpPr>
            <a:xfrm>
              <a:off x="10288915" y="5273951"/>
              <a:ext cx="176441" cy="351545"/>
              <a:chOff x="4140" y="429"/>
              <a:chExt cx="1419" cy="2546"/>
            </a:xfrm>
          </p:grpSpPr>
          <p:sp>
            <p:nvSpPr>
              <p:cNvPr id="816" name="Google Shape;816;g37ecd77fdb7_0_1231"/>
              <p:cNvSpPr/>
              <p:nvPr/>
            </p:nvSpPr>
            <p:spPr>
              <a:xfrm>
                <a:off x="5268" y="433"/>
                <a:ext cx="283" cy="2283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g37ecd77fdb7_0_1231"/>
              <p:cNvSpPr/>
              <p:nvPr/>
            </p:nvSpPr>
            <p:spPr>
              <a:xfrm>
                <a:off x="4210" y="429"/>
                <a:ext cx="900" cy="2400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g37ecd77fdb7_0_1231"/>
              <p:cNvSpPr/>
              <p:nvPr/>
            </p:nvSpPr>
            <p:spPr>
              <a:xfrm>
                <a:off x="5321" y="570"/>
                <a:ext cx="169" cy="2112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g37ecd77fdb7_0_123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g37ecd77fdb7_0_1231"/>
              <p:cNvSpPr/>
              <p:nvPr/>
            </p:nvSpPr>
            <p:spPr>
              <a:xfrm>
                <a:off x="4210" y="690"/>
                <a:ext cx="600" cy="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21" name="Google Shape;821;g37ecd77fdb7_0_1231"/>
              <p:cNvGrpSpPr/>
              <p:nvPr/>
            </p:nvGrpSpPr>
            <p:grpSpPr>
              <a:xfrm>
                <a:off x="4748" y="666"/>
                <a:ext cx="490" cy="16"/>
                <a:chOff x="613" y="2566"/>
                <a:chExt cx="612" cy="15"/>
              </a:xfrm>
            </p:grpSpPr>
            <p:sp>
              <p:nvSpPr>
                <p:cNvPr id="822" name="Google Shape;822;g37ecd77fdb7_0_1231"/>
                <p:cNvSpPr/>
                <p:nvPr/>
              </p:nvSpPr>
              <p:spPr>
                <a:xfrm>
                  <a:off x="613" y="2566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3" name="Google Shape;823;g37ecd77fdb7_0_1231"/>
                <p:cNvSpPr/>
                <p:nvPr/>
              </p:nvSpPr>
              <p:spPr>
                <a:xfrm>
                  <a:off x="625" y="2581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24" name="Google Shape;824;g37ecd77fdb7_0_1231"/>
              <p:cNvSpPr/>
              <p:nvPr/>
            </p:nvSpPr>
            <p:spPr>
              <a:xfrm>
                <a:off x="4220" y="1022"/>
                <a:ext cx="600" cy="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25" name="Google Shape;825;g37ecd77fdb7_0_1231"/>
              <p:cNvGrpSpPr/>
              <p:nvPr/>
            </p:nvGrpSpPr>
            <p:grpSpPr>
              <a:xfrm>
                <a:off x="4748" y="990"/>
                <a:ext cx="491" cy="16"/>
                <a:chOff x="615" y="2564"/>
                <a:chExt cx="613" cy="17"/>
              </a:xfrm>
            </p:grpSpPr>
            <p:sp>
              <p:nvSpPr>
                <p:cNvPr id="826" name="Google Shape;826;g37ecd77fdb7_0_1231"/>
                <p:cNvSpPr/>
                <p:nvPr/>
              </p:nvSpPr>
              <p:spPr>
                <a:xfrm>
                  <a:off x="615" y="2564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" name="Google Shape;827;g37ecd77fdb7_0_1231"/>
                <p:cNvSpPr/>
                <p:nvPr/>
              </p:nvSpPr>
              <p:spPr>
                <a:xfrm>
                  <a:off x="628" y="2581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28" name="Google Shape;828;g37ecd77fdb7_0_1231"/>
              <p:cNvSpPr/>
              <p:nvPr/>
            </p:nvSpPr>
            <p:spPr>
              <a:xfrm>
                <a:off x="4220" y="1354"/>
                <a:ext cx="600" cy="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g37ecd77fdb7_0_1231"/>
              <p:cNvSpPr/>
              <p:nvPr/>
            </p:nvSpPr>
            <p:spPr>
              <a:xfrm>
                <a:off x="4230" y="1655"/>
                <a:ext cx="600" cy="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" name="Google Shape;830;g37ecd77fdb7_0_1231"/>
              <p:cNvGrpSpPr/>
              <p:nvPr/>
            </p:nvGrpSpPr>
            <p:grpSpPr>
              <a:xfrm>
                <a:off x="4738" y="1646"/>
                <a:ext cx="491" cy="0"/>
                <a:chOff x="618" y="2586"/>
                <a:chExt cx="612" cy="0"/>
              </a:xfrm>
            </p:grpSpPr>
            <p:sp>
              <p:nvSpPr>
                <p:cNvPr id="831" name="Google Shape;831;g37ecd77fdb7_0_1231"/>
                <p:cNvSpPr/>
                <p:nvPr/>
              </p:nvSpPr>
              <p:spPr>
                <a:xfrm>
                  <a:off x="618" y="2586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2" name="Google Shape;832;g37ecd77fdb7_0_1231"/>
                <p:cNvSpPr/>
                <p:nvPr/>
              </p:nvSpPr>
              <p:spPr>
                <a:xfrm>
                  <a:off x="630" y="2586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3" name="Google Shape;833;g37ecd77fdb7_0_123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4" name="Google Shape;834;g37ecd77fdb7_0_1231"/>
              <p:cNvGrpSpPr/>
              <p:nvPr/>
            </p:nvGrpSpPr>
            <p:grpSpPr>
              <a:xfrm>
                <a:off x="4738" y="1330"/>
                <a:ext cx="491" cy="16"/>
                <a:chOff x="613" y="2571"/>
                <a:chExt cx="612" cy="16"/>
              </a:xfrm>
            </p:grpSpPr>
            <p:sp>
              <p:nvSpPr>
                <p:cNvPr id="835" name="Google Shape;835;g37ecd77fdb7_0_1231"/>
                <p:cNvSpPr/>
                <p:nvPr/>
              </p:nvSpPr>
              <p:spPr>
                <a:xfrm>
                  <a:off x="613" y="2571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" name="Google Shape;836;g37ecd77fdb7_0_1231"/>
                <p:cNvSpPr/>
                <p:nvPr/>
              </p:nvSpPr>
              <p:spPr>
                <a:xfrm>
                  <a:off x="625" y="2587"/>
                  <a:ext cx="600" cy="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7" name="Google Shape;837;g37ecd77fdb7_0_1231"/>
              <p:cNvSpPr/>
              <p:nvPr/>
            </p:nvSpPr>
            <p:spPr>
              <a:xfrm>
                <a:off x="5246" y="429"/>
                <a:ext cx="0" cy="240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g37ecd77fdb7_0_123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g37ecd77fdb7_0_123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g37ecd77fdb7_0_1231"/>
              <p:cNvSpPr/>
              <p:nvPr/>
            </p:nvSpPr>
            <p:spPr>
              <a:xfrm>
                <a:off x="5515" y="2611"/>
                <a:ext cx="0" cy="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g37ecd77fdb7_0_123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g37ecd77fdb7_0_1231"/>
              <p:cNvSpPr/>
              <p:nvPr/>
            </p:nvSpPr>
            <p:spPr>
              <a:xfrm>
                <a:off x="4140" y="2675"/>
                <a:ext cx="1200" cy="30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g37ecd77fdb7_0_1231"/>
              <p:cNvSpPr/>
              <p:nvPr/>
            </p:nvSpPr>
            <p:spPr>
              <a:xfrm>
                <a:off x="4210" y="2714"/>
                <a:ext cx="12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g37ecd77fdb7_0_1231"/>
              <p:cNvSpPr/>
              <p:nvPr/>
            </p:nvSpPr>
            <p:spPr>
              <a:xfrm>
                <a:off x="4309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g37ecd77fdb7_0_1231"/>
              <p:cNvSpPr/>
              <p:nvPr/>
            </p:nvSpPr>
            <p:spPr>
              <a:xfrm>
                <a:off x="4489" y="2382"/>
                <a:ext cx="300" cy="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g37ecd77fdb7_0_1231"/>
              <p:cNvSpPr/>
              <p:nvPr/>
            </p:nvSpPr>
            <p:spPr>
              <a:xfrm>
                <a:off x="4658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g37ecd77fdb7_0_1231"/>
              <p:cNvSpPr/>
              <p:nvPr/>
            </p:nvSpPr>
            <p:spPr>
              <a:xfrm>
                <a:off x="5067" y="1837"/>
                <a:ext cx="0" cy="90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8" name="Google Shape;848;g37ecd77fdb7_0_1231"/>
            <p:cNvSpPr/>
            <p:nvPr/>
          </p:nvSpPr>
          <p:spPr>
            <a:xfrm>
              <a:off x="10452186" y="4753064"/>
              <a:ext cx="676200" cy="776400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g37ecd77fdb7_0_1231"/>
            <p:cNvSpPr/>
            <p:nvPr/>
          </p:nvSpPr>
          <p:spPr>
            <a:xfrm>
              <a:off x="10418848" y="4776877"/>
              <a:ext cx="690600" cy="8001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g37ecd77fdb7_0_1231"/>
            <p:cNvSpPr/>
            <p:nvPr/>
          </p:nvSpPr>
          <p:spPr>
            <a:xfrm>
              <a:off x="10425991" y="4930726"/>
              <a:ext cx="676200" cy="1866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g37ecd77fdb7_0_1231"/>
            <p:cNvSpPr txBox="1"/>
            <p:nvPr/>
          </p:nvSpPr>
          <p:spPr>
            <a:xfrm>
              <a:off x="10355149" y="4742972"/>
              <a:ext cx="8145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2" name="Google Shape;852;g37ecd77fdb7_0_1231"/>
            <p:cNvCxnSpPr/>
            <p:nvPr/>
          </p:nvCxnSpPr>
          <p:spPr>
            <a:xfrm>
              <a:off x="10418848" y="5119777"/>
              <a:ext cx="690600" cy="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g37ecd77fdb7_0_1231"/>
            <p:cNvCxnSpPr/>
            <p:nvPr/>
          </p:nvCxnSpPr>
          <p:spPr>
            <a:xfrm>
              <a:off x="10428373" y="5257889"/>
              <a:ext cx="690600" cy="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4" name="Google Shape;854;g37ecd77fdb7_0_1231"/>
            <p:cNvCxnSpPr/>
            <p:nvPr/>
          </p:nvCxnSpPr>
          <p:spPr>
            <a:xfrm>
              <a:off x="10428373" y="5396002"/>
              <a:ext cx="690600" cy="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5" name="Google Shape;855;g37ecd77fdb7_0_1231"/>
          <p:cNvSpPr/>
          <p:nvPr/>
        </p:nvSpPr>
        <p:spPr>
          <a:xfrm>
            <a:off x="7578392" y="4775289"/>
            <a:ext cx="228600" cy="942975"/>
          </a:xfrm>
          <a:custGeom>
            <a:rect b="b" l="l" r="r" t="t"/>
            <a:pathLst>
              <a:path extrusionOk="0" h="594" w="192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C000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6" name="Google Shape;856;g37ecd77fdb7_0_1231"/>
          <p:cNvGrpSpPr/>
          <p:nvPr/>
        </p:nvGrpSpPr>
        <p:grpSpPr>
          <a:xfrm>
            <a:off x="7501881" y="5616400"/>
            <a:ext cx="160547" cy="429207"/>
            <a:chOff x="4140" y="429"/>
            <a:chExt cx="1419" cy="2546"/>
          </a:xfrm>
        </p:grpSpPr>
        <p:sp>
          <p:nvSpPr>
            <p:cNvPr id="857" name="Google Shape;857;g37ecd77fdb7_0_1231"/>
            <p:cNvSpPr/>
            <p:nvPr/>
          </p:nvSpPr>
          <p:spPr>
            <a:xfrm>
              <a:off x="5268" y="433"/>
              <a:ext cx="283" cy="2283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g37ecd77fdb7_0_1231"/>
            <p:cNvSpPr/>
            <p:nvPr/>
          </p:nvSpPr>
          <p:spPr>
            <a:xfrm>
              <a:off x="4210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g37ecd77fdb7_0_1231"/>
            <p:cNvSpPr/>
            <p:nvPr/>
          </p:nvSpPr>
          <p:spPr>
            <a:xfrm>
              <a:off x="5321" y="570"/>
              <a:ext cx="169" cy="2112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g37ecd77fdb7_0_12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g37ecd77fdb7_0_1231"/>
            <p:cNvSpPr/>
            <p:nvPr/>
          </p:nvSpPr>
          <p:spPr>
            <a:xfrm>
              <a:off x="4210" y="690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2" name="Google Shape;862;g37ecd77fdb7_0_1231"/>
            <p:cNvGrpSpPr/>
            <p:nvPr/>
          </p:nvGrpSpPr>
          <p:grpSpPr>
            <a:xfrm>
              <a:off x="4748" y="666"/>
              <a:ext cx="490" cy="16"/>
              <a:chOff x="613" y="2566"/>
              <a:chExt cx="612" cy="15"/>
            </a:xfrm>
          </p:grpSpPr>
          <p:sp>
            <p:nvSpPr>
              <p:cNvPr id="863" name="Google Shape;863;g37ecd77fdb7_0_1231"/>
              <p:cNvSpPr/>
              <p:nvPr/>
            </p:nvSpPr>
            <p:spPr>
              <a:xfrm>
                <a:off x="613" y="256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g37ecd77fdb7_0_1231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5" name="Google Shape;865;g37ecd77fdb7_0_1231"/>
            <p:cNvSpPr/>
            <p:nvPr/>
          </p:nvSpPr>
          <p:spPr>
            <a:xfrm>
              <a:off x="4220" y="1022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6" name="Google Shape;866;g37ecd77fdb7_0_1231"/>
            <p:cNvGrpSpPr/>
            <p:nvPr/>
          </p:nvGrpSpPr>
          <p:grpSpPr>
            <a:xfrm>
              <a:off x="4748" y="990"/>
              <a:ext cx="491" cy="16"/>
              <a:chOff x="615" y="2564"/>
              <a:chExt cx="613" cy="17"/>
            </a:xfrm>
          </p:grpSpPr>
          <p:sp>
            <p:nvSpPr>
              <p:cNvPr id="867" name="Google Shape;867;g37ecd77fdb7_0_1231"/>
              <p:cNvSpPr/>
              <p:nvPr/>
            </p:nvSpPr>
            <p:spPr>
              <a:xfrm>
                <a:off x="615" y="2564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g37ecd77fdb7_0_1231"/>
              <p:cNvSpPr/>
              <p:nvPr/>
            </p:nvSpPr>
            <p:spPr>
              <a:xfrm>
                <a:off x="628" y="2581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g37ecd77fdb7_0_1231"/>
            <p:cNvSpPr/>
            <p:nvPr/>
          </p:nvSpPr>
          <p:spPr>
            <a:xfrm>
              <a:off x="4220" y="1354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7ecd77fdb7_0_1231"/>
            <p:cNvSpPr/>
            <p:nvPr/>
          </p:nvSpPr>
          <p:spPr>
            <a:xfrm>
              <a:off x="4230" y="1655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" name="Google Shape;871;g37ecd77fdb7_0_1231"/>
            <p:cNvGrpSpPr/>
            <p:nvPr/>
          </p:nvGrpSpPr>
          <p:grpSpPr>
            <a:xfrm>
              <a:off x="4738" y="1646"/>
              <a:ext cx="491" cy="0"/>
              <a:chOff x="618" y="2586"/>
              <a:chExt cx="612" cy="0"/>
            </a:xfrm>
          </p:grpSpPr>
          <p:sp>
            <p:nvSpPr>
              <p:cNvPr id="872" name="Google Shape;872;g37ecd77fdb7_0_1231"/>
              <p:cNvSpPr/>
              <p:nvPr/>
            </p:nvSpPr>
            <p:spPr>
              <a:xfrm>
                <a:off x="618" y="258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g37ecd77fdb7_0_1231"/>
              <p:cNvSpPr/>
              <p:nvPr/>
            </p:nvSpPr>
            <p:spPr>
              <a:xfrm>
                <a:off x="630" y="2586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" name="Google Shape;874;g37ecd77fdb7_0_12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5" name="Google Shape;875;g37ecd77fdb7_0_1231"/>
            <p:cNvGrpSpPr/>
            <p:nvPr/>
          </p:nvGrpSpPr>
          <p:grpSpPr>
            <a:xfrm>
              <a:off x="4738" y="1330"/>
              <a:ext cx="491" cy="16"/>
              <a:chOff x="613" y="2571"/>
              <a:chExt cx="612" cy="16"/>
            </a:xfrm>
          </p:grpSpPr>
          <p:sp>
            <p:nvSpPr>
              <p:cNvPr id="876" name="Google Shape;876;g37ecd77fdb7_0_1231"/>
              <p:cNvSpPr/>
              <p:nvPr/>
            </p:nvSpPr>
            <p:spPr>
              <a:xfrm>
                <a:off x="613" y="2571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g37ecd77fdb7_0_1231"/>
              <p:cNvSpPr/>
              <p:nvPr/>
            </p:nvSpPr>
            <p:spPr>
              <a:xfrm>
                <a:off x="625" y="2587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8" name="Google Shape;878;g37ecd77fdb7_0_1231"/>
            <p:cNvSpPr/>
            <p:nvPr/>
          </p:nvSpPr>
          <p:spPr>
            <a:xfrm>
              <a:off x="5246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g37ecd77fdb7_0_12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g37ecd77fdb7_0_12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g37ecd77fdb7_0_1231"/>
            <p:cNvSpPr/>
            <p:nvPr/>
          </p:nvSpPr>
          <p:spPr>
            <a:xfrm>
              <a:off x="5515" y="2611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g37ecd77fdb7_0_12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g37ecd77fdb7_0_1231"/>
            <p:cNvSpPr/>
            <p:nvPr/>
          </p:nvSpPr>
          <p:spPr>
            <a:xfrm>
              <a:off x="4140" y="2675"/>
              <a:ext cx="1200" cy="30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g37ecd77fdb7_0_1231"/>
            <p:cNvSpPr/>
            <p:nvPr/>
          </p:nvSpPr>
          <p:spPr>
            <a:xfrm>
              <a:off x="4210" y="2714"/>
              <a:ext cx="12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g37ecd77fdb7_0_1231"/>
            <p:cNvSpPr/>
            <p:nvPr/>
          </p:nvSpPr>
          <p:spPr>
            <a:xfrm>
              <a:off x="4309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7ecd77fdb7_0_1231"/>
            <p:cNvSpPr/>
            <p:nvPr/>
          </p:nvSpPr>
          <p:spPr>
            <a:xfrm>
              <a:off x="4489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7ecd77fdb7_0_1231"/>
            <p:cNvSpPr/>
            <p:nvPr/>
          </p:nvSpPr>
          <p:spPr>
            <a:xfrm>
              <a:off x="465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37ecd77fdb7_0_1231"/>
            <p:cNvSpPr/>
            <p:nvPr/>
          </p:nvSpPr>
          <p:spPr>
            <a:xfrm>
              <a:off x="5067" y="1837"/>
              <a:ext cx="0" cy="90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9" name="Google Shape;889;g37ecd77fdb7_0_1231"/>
          <p:cNvGrpSpPr/>
          <p:nvPr/>
        </p:nvGrpSpPr>
        <p:grpSpPr>
          <a:xfrm>
            <a:off x="6189527" y="1137866"/>
            <a:ext cx="610875" cy="1631700"/>
            <a:chOff x="9791027" y="656358"/>
            <a:chExt cx="814500" cy="1631700"/>
          </a:xfrm>
        </p:grpSpPr>
        <p:sp>
          <p:nvSpPr>
            <p:cNvPr id="890" name="Google Shape;890;g37ecd77fdb7_0_1231"/>
            <p:cNvSpPr/>
            <p:nvPr/>
          </p:nvSpPr>
          <p:spPr>
            <a:xfrm>
              <a:off x="9888064" y="666450"/>
              <a:ext cx="676200" cy="776400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g37ecd77fdb7_0_1231"/>
            <p:cNvSpPr/>
            <p:nvPr/>
          </p:nvSpPr>
          <p:spPr>
            <a:xfrm>
              <a:off x="9854726" y="690263"/>
              <a:ext cx="690600" cy="8001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7ecd77fdb7_0_1231"/>
            <p:cNvSpPr/>
            <p:nvPr/>
          </p:nvSpPr>
          <p:spPr>
            <a:xfrm>
              <a:off x="9861869" y="844112"/>
              <a:ext cx="676200" cy="1866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g37ecd77fdb7_0_1231"/>
            <p:cNvSpPr txBox="1"/>
            <p:nvPr/>
          </p:nvSpPr>
          <p:spPr>
            <a:xfrm>
              <a:off x="9791027" y="656358"/>
              <a:ext cx="8145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4" name="Google Shape;894;g37ecd77fdb7_0_1231"/>
            <p:cNvCxnSpPr/>
            <p:nvPr/>
          </p:nvCxnSpPr>
          <p:spPr>
            <a:xfrm>
              <a:off x="9854726" y="1033163"/>
              <a:ext cx="690600" cy="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g37ecd77fdb7_0_1231"/>
            <p:cNvCxnSpPr/>
            <p:nvPr/>
          </p:nvCxnSpPr>
          <p:spPr>
            <a:xfrm>
              <a:off x="9864251" y="1171275"/>
              <a:ext cx="690600" cy="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g37ecd77fdb7_0_1231"/>
            <p:cNvCxnSpPr/>
            <p:nvPr/>
          </p:nvCxnSpPr>
          <p:spPr>
            <a:xfrm>
              <a:off x="9864251" y="1309388"/>
              <a:ext cx="690600" cy="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7" name="Google Shape;897;g37ecd77fdb7_0_1231"/>
          <p:cNvSpPr/>
          <p:nvPr/>
        </p:nvSpPr>
        <p:spPr>
          <a:xfrm rot="-2155544">
            <a:off x="7138129" y="1368192"/>
            <a:ext cx="509769" cy="3642136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37ecd77fdb7_0_1231"/>
          <p:cNvSpPr txBox="1"/>
          <p:nvPr/>
        </p:nvSpPr>
        <p:spPr>
          <a:xfrm rot="4084563">
            <a:off x="6077143" y="3061443"/>
            <a:ext cx="2422494" cy="665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end-end 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7ecd77fdb7_0_1231"/>
          <p:cNvSpPr txBox="1"/>
          <p:nvPr/>
        </p:nvSpPr>
        <p:spPr>
          <a:xfrm>
            <a:off x="552554" y="1365914"/>
            <a:ext cx="4716600" cy="5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7010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1" i="0" lang="en-US" sz="3200" u="none" cap="none" strike="noStrike">
                <a:solidFill>
                  <a:srgbClr val="CD0004"/>
                </a:solidFill>
                <a:latin typeface="Calibri"/>
                <a:ea typeface="Calibri"/>
                <a:cs typeface="Calibri"/>
                <a:sym typeface="Calibri"/>
              </a:rPr>
              <a:t>TCP: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Control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39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reliable, in-order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39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congestion control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39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flow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39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 setup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701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1" i="0" lang="en-US" sz="3200" u="none" cap="none" strike="noStrike">
                <a:solidFill>
                  <a:srgbClr val="CD0004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Datagram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7477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unreliable, unordered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7477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no-frills extension of “best-effort”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701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available: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39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delay guarantees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39" lvl="1" marL="6953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bandwidth guarantees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37ecd77fdb7_0_1231"/>
          <p:cNvSpPr txBox="1"/>
          <p:nvPr>
            <p:ph idx="12" type="sldNum"/>
          </p:nvPr>
        </p:nvSpPr>
        <p:spPr>
          <a:xfrm>
            <a:off x="4914900" y="64770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7" name="Google Shape;907;p4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Transport Layer Services</a:t>
            </a:r>
            <a:endParaRPr/>
          </a:p>
        </p:txBody>
      </p:sp>
      <p:sp>
        <p:nvSpPr>
          <p:cNvPr id="908" name="Google Shape;908;p4"/>
          <p:cNvSpPr/>
          <p:nvPr/>
        </p:nvSpPr>
        <p:spPr>
          <a:xfrm>
            <a:off x="2743200" y="1524000"/>
            <a:ext cx="3810000" cy="838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4"/>
          <p:cNvSpPr/>
          <p:nvPr/>
        </p:nvSpPr>
        <p:spPr>
          <a:xfrm>
            <a:off x="2743200" y="5486400"/>
            <a:ext cx="3810000" cy="838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4"/>
          <p:cNvSpPr/>
          <p:nvPr/>
        </p:nvSpPr>
        <p:spPr>
          <a:xfrm>
            <a:off x="1447800" y="2897746"/>
            <a:ext cx="6324600" cy="2055254"/>
          </a:xfrm>
          <a:prstGeom prst="rect">
            <a:avLst/>
          </a:prstGeom>
          <a:gradFill>
            <a:gsLst>
              <a:gs pos="0">
                <a:srgbClr val="B4DCAE">
                  <a:alpha val="10588"/>
                </a:srgbClr>
              </a:gs>
              <a:gs pos="35000">
                <a:srgbClr val="CDE4C7"/>
              </a:gs>
              <a:gs pos="100000">
                <a:srgbClr val="EAF4EA"/>
              </a:gs>
            </a:gsLst>
            <a:lin ang="16200000" scaled="0"/>
          </a:gradFill>
          <a:ln cap="flat" cmpd="sng" w="9525">
            <a:solidFill>
              <a:srgbClr val="4A82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"/>
          <p:cNvSpPr/>
          <p:nvPr/>
        </p:nvSpPr>
        <p:spPr>
          <a:xfrm>
            <a:off x="3581400" y="2400300"/>
            <a:ext cx="2095500" cy="419100"/>
          </a:xfrm>
          <a:prstGeom prst="rect">
            <a:avLst/>
          </a:prstGeom>
          <a:gradFill>
            <a:gsLst>
              <a:gs pos="0">
                <a:srgbClr val="FFD4A1"/>
              </a:gs>
              <a:gs pos="35000">
                <a:srgbClr val="FFE2BD"/>
              </a:gs>
              <a:gs pos="100000">
                <a:srgbClr val="FFF3E5"/>
              </a:gs>
            </a:gsLst>
            <a:lin ang="16200000" scaled="0"/>
          </a:gradFill>
          <a:ln cap="flat" cmpd="sng" w="9525">
            <a:solidFill>
              <a:srgbClr val="BE94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services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"/>
          <p:cNvSpPr/>
          <p:nvPr/>
        </p:nvSpPr>
        <p:spPr>
          <a:xfrm>
            <a:off x="2971800" y="4991100"/>
            <a:ext cx="3352800" cy="419100"/>
          </a:xfrm>
          <a:prstGeom prst="rect">
            <a:avLst/>
          </a:prstGeom>
          <a:gradFill>
            <a:gsLst>
              <a:gs pos="0">
                <a:srgbClr val="FFD4A1"/>
              </a:gs>
              <a:gs pos="35000">
                <a:srgbClr val="FFE2BD"/>
              </a:gs>
              <a:gs pos="100000">
                <a:srgbClr val="FFF3E5"/>
              </a:gs>
            </a:gsLst>
            <a:lin ang="16200000" scaled="0"/>
          </a:gradFill>
          <a:ln cap="flat" cmpd="sng" w="9525">
            <a:solidFill>
              <a:srgbClr val="BE94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Receives/relies services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"/>
          <p:cNvSpPr/>
          <p:nvPr/>
        </p:nvSpPr>
        <p:spPr>
          <a:xfrm>
            <a:off x="1695450" y="3449122"/>
            <a:ext cx="2095500" cy="589478"/>
          </a:xfrm>
          <a:prstGeom prst="rect">
            <a:avLst/>
          </a:prstGeom>
          <a:gradFill>
            <a:gsLst>
              <a:gs pos="0">
                <a:srgbClr val="C4B4D3">
                  <a:alpha val="0"/>
                </a:srgbClr>
              </a:gs>
              <a:gs pos="35000">
                <a:srgbClr val="D3CAE0"/>
              </a:gs>
              <a:gs pos="100000">
                <a:srgbClr val="EFEBF2"/>
              </a:gs>
            </a:gsLst>
            <a:lin ang="16200000" scaled="0"/>
          </a:gradFill>
          <a:ln cap="flat" cmpd="sng" w="9525">
            <a:solidFill>
              <a:srgbClr val="5C44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"/>
          <p:cNvSpPr/>
          <p:nvPr/>
        </p:nvSpPr>
        <p:spPr>
          <a:xfrm>
            <a:off x="4027264" y="3449122"/>
            <a:ext cx="1524000" cy="589478"/>
          </a:xfrm>
          <a:prstGeom prst="rect">
            <a:avLst/>
          </a:prstGeom>
          <a:gradFill>
            <a:gsLst>
              <a:gs pos="0">
                <a:srgbClr val="C4B4D3">
                  <a:alpha val="0"/>
                </a:srgbClr>
              </a:gs>
              <a:gs pos="35000">
                <a:srgbClr val="D3CAE0"/>
              </a:gs>
              <a:gs pos="100000">
                <a:srgbClr val="EFEBF2"/>
              </a:gs>
            </a:gsLst>
            <a:lin ang="16200000" scaled="0"/>
          </a:gradFill>
          <a:ln cap="flat" cmpd="sng" w="9525">
            <a:solidFill>
              <a:srgbClr val="5C44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4"/>
          <p:cNvSpPr/>
          <p:nvPr/>
        </p:nvSpPr>
        <p:spPr>
          <a:xfrm>
            <a:off x="5787578" y="3439061"/>
            <a:ext cx="1756222" cy="589478"/>
          </a:xfrm>
          <a:prstGeom prst="rect">
            <a:avLst/>
          </a:prstGeom>
          <a:gradFill>
            <a:gsLst>
              <a:gs pos="0">
                <a:srgbClr val="C4B4D3">
                  <a:alpha val="0"/>
                </a:srgbClr>
              </a:gs>
              <a:gs pos="35000">
                <a:srgbClr val="D3CAE0"/>
              </a:gs>
              <a:gs pos="100000">
                <a:srgbClr val="EFEBF2"/>
              </a:gs>
            </a:gsLst>
            <a:lin ang="16200000" scaled="0"/>
          </a:gradFill>
          <a:ln cap="flat" cmpd="sng" w="9525">
            <a:solidFill>
              <a:srgbClr val="5C44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De/Multiplexing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"/>
          <p:cNvSpPr/>
          <p:nvPr/>
        </p:nvSpPr>
        <p:spPr>
          <a:xfrm>
            <a:off x="4724400" y="4197305"/>
            <a:ext cx="1524000" cy="589478"/>
          </a:xfrm>
          <a:prstGeom prst="rect">
            <a:avLst/>
          </a:prstGeom>
          <a:gradFill>
            <a:gsLst>
              <a:gs pos="0">
                <a:srgbClr val="C4B4D3">
                  <a:alpha val="0"/>
                </a:srgbClr>
              </a:gs>
              <a:gs pos="35000">
                <a:srgbClr val="D3CAE0"/>
              </a:gs>
              <a:gs pos="100000">
                <a:srgbClr val="EFEBF2"/>
              </a:gs>
            </a:gsLst>
            <a:lin ang="16200000" scaled="0"/>
          </a:gradFill>
          <a:ln cap="flat" cmpd="sng" w="9525">
            <a:solidFill>
              <a:srgbClr val="5C44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"/>
          <p:cNvSpPr/>
          <p:nvPr/>
        </p:nvSpPr>
        <p:spPr>
          <a:xfrm>
            <a:off x="2910089" y="4211122"/>
            <a:ext cx="1524000" cy="589478"/>
          </a:xfrm>
          <a:prstGeom prst="rect">
            <a:avLst/>
          </a:prstGeom>
          <a:gradFill>
            <a:gsLst>
              <a:gs pos="0">
                <a:srgbClr val="C4B4D3">
                  <a:alpha val="0"/>
                </a:srgbClr>
              </a:gs>
              <a:gs pos="35000">
                <a:srgbClr val="D3CAE0"/>
              </a:gs>
              <a:gs pos="100000">
                <a:srgbClr val="EFEBF2"/>
              </a:gs>
            </a:gsLst>
            <a:lin ang="16200000" scaled="0"/>
          </a:gradFill>
          <a:ln cap="flat" cmpd="sng" w="9525">
            <a:solidFill>
              <a:srgbClr val="5C44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7ecd77fdb7_0_177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4" name="Google Shape;924;g37ecd77fdb7_0_17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244600"/>
            <a:ext cx="8437564" cy="447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g37ecd77fdb7_0_1775"/>
          <p:cNvSpPr txBox="1"/>
          <p:nvPr>
            <p:ph idx="4294967295"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TCP/IP Protocol Suite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7ecd77fdb7_0_0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2" name="Google Shape;932;g37ecd77fdb7_0_0"/>
          <p:cNvSpPr txBox="1"/>
          <p:nvPr/>
        </p:nvSpPr>
        <p:spPr>
          <a:xfrm>
            <a:off x="990600" y="90487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13.1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layer versus transport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37ecd77fdb7_0_0"/>
          <p:cNvSpPr txBox="1"/>
          <p:nvPr/>
        </p:nvSpPr>
        <p:spPr>
          <a:xfrm>
            <a:off x="366712" y="107950"/>
            <a:ext cx="4383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g37ecd77fdb7_0_0"/>
          <p:cNvSpPr txBox="1"/>
          <p:nvPr/>
        </p:nvSpPr>
        <p:spPr>
          <a:xfrm>
            <a:off x="749300" y="107950"/>
            <a:ext cx="3285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g37ecd77fdb7_0_0"/>
          <p:cNvSpPr txBox="1"/>
          <p:nvPr/>
        </p:nvSpPr>
        <p:spPr>
          <a:xfrm>
            <a:off x="490537" y="530225"/>
            <a:ext cx="4224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g37ecd77fdb7_0_0"/>
          <p:cNvSpPr txBox="1"/>
          <p:nvPr/>
        </p:nvSpPr>
        <p:spPr>
          <a:xfrm>
            <a:off x="860425" y="530225"/>
            <a:ext cx="3684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g37ecd77fdb7_0_0"/>
          <p:cNvSpPr txBox="1"/>
          <p:nvPr/>
        </p:nvSpPr>
        <p:spPr>
          <a:xfrm>
            <a:off x="76200" y="457200"/>
            <a:ext cx="560400" cy="422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g37ecd77fdb7_0_0"/>
          <p:cNvSpPr txBox="1"/>
          <p:nvPr/>
        </p:nvSpPr>
        <p:spPr>
          <a:xfrm>
            <a:off x="711200" y="0"/>
            <a:ext cx="318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g37ecd77fdb7_0_0"/>
          <p:cNvSpPr txBox="1"/>
          <p:nvPr/>
        </p:nvSpPr>
        <p:spPr>
          <a:xfrm>
            <a:off x="442912" y="533400"/>
            <a:ext cx="8226300" cy="31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0" name="Google Shape;940;g37ecd77fd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12" y="1924050"/>
            <a:ext cx="8281986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Process-to-process delivery</a:t>
            </a:r>
            <a:endParaRPr/>
          </a:p>
        </p:txBody>
      </p:sp>
      <p:sp>
        <p:nvSpPr>
          <p:cNvPr id="947" name="Google Shape;947;p5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5"/>
          <p:cNvSpPr txBox="1"/>
          <p:nvPr>
            <p:ph idx="1" type="body"/>
          </p:nvPr>
        </p:nvSpPr>
        <p:spPr>
          <a:xfrm>
            <a:off x="381000" y="1143000"/>
            <a:ext cx="853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Several processes (application programs)  can run on both the source and the destination host</a:t>
            </a:r>
            <a:endParaRPr/>
          </a:p>
        </p:txBody>
      </p:sp>
      <p:pic>
        <p:nvPicPr>
          <p:cNvPr id="949" name="Google Shape;949;p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2247900"/>
            <a:ext cx="868471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Analogy</a:t>
            </a:r>
            <a:endParaRPr/>
          </a:p>
        </p:txBody>
      </p:sp>
      <p:sp>
        <p:nvSpPr>
          <p:cNvPr id="956" name="Google Shape;956;p6"/>
          <p:cNvSpPr txBox="1"/>
          <p:nvPr>
            <p:ph idx="1" type="body"/>
          </p:nvPr>
        </p:nvSpPr>
        <p:spPr>
          <a:xfrm>
            <a:off x="304800" y="10668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Two houses, each with a dozen of kids, are located in Eindhoven and Amsterdam.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All kids in different houses are relatives (cousins)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Each kid weekly writes a letter to every other kid in another house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144 letters/week in total (huge cost)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</a:pPr>
            <a:r>
              <a:rPr lang="en-US" sz="1800"/>
              <a:t>Dutch kids would probably use e-mail (low cost)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In each household there is one kid (Jantje &amp; Pietje, respectively) responsible for mail collection and mail distribution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each week they give all the letters to a postal-service mail carrier who makes daily visits to the house.</a:t>
            </a:r>
            <a:endParaRPr/>
          </a:p>
          <a:p>
            <a:pPr indent="-2413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Application message = letters in the envelope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Processes = cousins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Hosts (end systems) = houses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Transport-layer protocol = Jantje &amp; Pietje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Network-layer protocol = postal service (including mail carriers)</a:t>
            </a:r>
            <a:endParaRPr/>
          </a:p>
        </p:txBody>
      </p:sp>
      <p:sp>
        <p:nvSpPr>
          <p:cNvPr id="957" name="Google Shape;957;p6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7ecd77fdb7_0_28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4" name="Google Shape;964;g37ecd77fdb7_0_28"/>
          <p:cNvSpPr txBox="1"/>
          <p:nvPr/>
        </p:nvSpPr>
        <p:spPr>
          <a:xfrm>
            <a:off x="990600" y="90487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13.2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7ecd77fdb7_0_28"/>
          <p:cNvSpPr txBox="1"/>
          <p:nvPr/>
        </p:nvSpPr>
        <p:spPr>
          <a:xfrm>
            <a:off x="366712" y="107950"/>
            <a:ext cx="4383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6" name="Google Shape;966;g37ecd77fdb7_0_28"/>
          <p:cNvSpPr txBox="1"/>
          <p:nvPr/>
        </p:nvSpPr>
        <p:spPr>
          <a:xfrm>
            <a:off x="749300" y="107950"/>
            <a:ext cx="3285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7" name="Google Shape;967;g37ecd77fdb7_0_28"/>
          <p:cNvSpPr txBox="1"/>
          <p:nvPr/>
        </p:nvSpPr>
        <p:spPr>
          <a:xfrm>
            <a:off x="490537" y="530225"/>
            <a:ext cx="4224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8" name="Google Shape;968;g37ecd77fdb7_0_28"/>
          <p:cNvSpPr txBox="1"/>
          <p:nvPr/>
        </p:nvSpPr>
        <p:spPr>
          <a:xfrm>
            <a:off x="860425" y="530225"/>
            <a:ext cx="3684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g37ecd77fdb7_0_28"/>
          <p:cNvSpPr txBox="1"/>
          <p:nvPr/>
        </p:nvSpPr>
        <p:spPr>
          <a:xfrm>
            <a:off x="76200" y="457200"/>
            <a:ext cx="560400" cy="422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g37ecd77fdb7_0_28"/>
          <p:cNvSpPr txBox="1"/>
          <p:nvPr/>
        </p:nvSpPr>
        <p:spPr>
          <a:xfrm>
            <a:off x="711200" y="0"/>
            <a:ext cx="318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g37ecd77fdb7_0_28"/>
          <p:cNvSpPr txBox="1"/>
          <p:nvPr/>
        </p:nvSpPr>
        <p:spPr>
          <a:xfrm>
            <a:off x="442912" y="533400"/>
            <a:ext cx="8226300" cy="31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2" name="Google Shape;972;g37ecd77fdb7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44687"/>
            <a:ext cx="8245475" cy="279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g37ecd77fdb7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8650" y="4167187"/>
            <a:ext cx="1544637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g37ecd77fdb7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0" y="4876800"/>
            <a:ext cx="1462087" cy="46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7ecd77fdb7_0_58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1" name="Google Shape;981;g37ecd77fdb7_0_58"/>
          <p:cNvSpPr txBox="1"/>
          <p:nvPr/>
        </p:nvSpPr>
        <p:spPr>
          <a:xfrm>
            <a:off x="990600" y="90487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13.3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 addresses versus port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g37ecd77fdb7_0_58"/>
          <p:cNvSpPr txBox="1"/>
          <p:nvPr/>
        </p:nvSpPr>
        <p:spPr>
          <a:xfrm>
            <a:off x="366712" y="107950"/>
            <a:ext cx="4383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g37ecd77fdb7_0_58"/>
          <p:cNvSpPr txBox="1"/>
          <p:nvPr/>
        </p:nvSpPr>
        <p:spPr>
          <a:xfrm>
            <a:off x="749300" y="107950"/>
            <a:ext cx="3285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g37ecd77fdb7_0_58"/>
          <p:cNvSpPr txBox="1"/>
          <p:nvPr/>
        </p:nvSpPr>
        <p:spPr>
          <a:xfrm>
            <a:off x="490537" y="530225"/>
            <a:ext cx="4224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g37ecd77fdb7_0_58"/>
          <p:cNvSpPr txBox="1"/>
          <p:nvPr/>
        </p:nvSpPr>
        <p:spPr>
          <a:xfrm>
            <a:off x="860425" y="530225"/>
            <a:ext cx="3684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6" name="Google Shape;986;g37ecd77fdb7_0_58"/>
          <p:cNvSpPr txBox="1"/>
          <p:nvPr/>
        </p:nvSpPr>
        <p:spPr>
          <a:xfrm>
            <a:off x="76200" y="457200"/>
            <a:ext cx="560400" cy="422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7" name="Google Shape;987;g37ecd77fdb7_0_58"/>
          <p:cNvSpPr txBox="1"/>
          <p:nvPr/>
        </p:nvSpPr>
        <p:spPr>
          <a:xfrm>
            <a:off x="711200" y="0"/>
            <a:ext cx="318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g37ecd77fdb7_0_58"/>
          <p:cNvSpPr txBox="1"/>
          <p:nvPr/>
        </p:nvSpPr>
        <p:spPr>
          <a:xfrm>
            <a:off x="442912" y="533400"/>
            <a:ext cx="8226300" cy="31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9" name="Google Shape;989;g37ecd77fdb7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017587"/>
            <a:ext cx="3857626" cy="3325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g37ecd77fdb7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4343400"/>
            <a:ext cx="4881562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g37ecd77fdb7_0_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8600" y="2566987"/>
            <a:ext cx="4278312" cy="1166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Addressing</a:t>
            </a:r>
            <a:endParaRPr/>
          </a:p>
        </p:txBody>
      </p:sp>
      <p:sp>
        <p:nvSpPr>
          <p:cNvPr id="997" name="Google Shape;997;p7"/>
          <p:cNvSpPr txBox="1"/>
          <p:nvPr>
            <p:ph idx="1" type="body"/>
          </p:nvPr>
        </p:nvSpPr>
        <p:spPr>
          <a:xfrm>
            <a:off x="304800" y="1066800"/>
            <a:ext cx="86868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sz="2400"/>
              <a:t>Data link - MAC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Char char="❑"/>
            </a:pPr>
            <a:r>
              <a:rPr lang="en-US" sz="2400"/>
              <a:t>Network – IP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Char char="❑"/>
            </a:pPr>
            <a:r>
              <a:rPr lang="en-US" sz="2400"/>
              <a:t>Transport – </a:t>
            </a:r>
            <a:r>
              <a:rPr lang="en-US" sz="2400" u="sng"/>
              <a:t>port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needed to choose among multiple processes running on the destination host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Internet model: 16 bit integer 0 – 65 535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Client mostly chooses </a:t>
            </a:r>
            <a:r>
              <a:rPr lang="en-US">
                <a:solidFill>
                  <a:srgbClr val="FF0000"/>
                </a:solidFill>
              </a:rPr>
              <a:t>ephemeral port number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Server mostly uses </a:t>
            </a:r>
            <a:r>
              <a:rPr lang="en-US">
                <a:solidFill>
                  <a:srgbClr val="FF0000"/>
                </a:solidFill>
              </a:rPr>
              <a:t>well-known (permanent) port numbers </a:t>
            </a:r>
            <a:r>
              <a:rPr lang="en-US"/>
              <a:t> </a:t>
            </a:r>
            <a:endParaRPr/>
          </a:p>
          <a:p>
            <a:pPr indent="-18034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 sz="3200"/>
          </a:p>
        </p:txBody>
      </p:sp>
      <p:sp>
        <p:nvSpPr>
          <p:cNvPr id="998" name="Google Shape;998;p7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9" name="Google Shape;9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316241"/>
            <a:ext cx="4953000" cy="20845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Google Shape;1000;p7"/>
          <p:cNvGrpSpPr/>
          <p:nvPr/>
        </p:nvGrpSpPr>
        <p:grpSpPr>
          <a:xfrm>
            <a:off x="1295400" y="5413420"/>
            <a:ext cx="1447800" cy="1038225"/>
            <a:chOff x="720" y="3168"/>
            <a:chExt cx="912" cy="654"/>
          </a:xfrm>
        </p:grpSpPr>
        <p:sp>
          <p:nvSpPr>
            <p:cNvPr id="1001" name="Google Shape;1001;p7"/>
            <p:cNvSpPr txBox="1"/>
            <p:nvPr/>
          </p:nvSpPr>
          <p:spPr>
            <a:xfrm>
              <a:off x="720" y="3456"/>
              <a:ext cx="864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ephemeral port number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2" name="Google Shape;1002;p7"/>
            <p:cNvCxnSpPr/>
            <p:nvPr/>
          </p:nvCxnSpPr>
          <p:spPr>
            <a:xfrm flipH="1" rot="10800000">
              <a:off x="1440" y="3168"/>
              <a:ext cx="192" cy="4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003" name="Google Shape;1003;p7"/>
          <p:cNvSpPr txBox="1"/>
          <p:nvPr/>
        </p:nvSpPr>
        <p:spPr>
          <a:xfrm>
            <a:off x="6629400" y="5948362"/>
            <a:ext cx="1371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well-known port number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4" name="Google Shape;1004;p7"/>
          <p:cNvCxnSpPr/>
          <p:nvPr/>
        </p:nvCxnSpPr>
        <p:spPr>
          <a:xfrm rot="10800000">
            <a:off x="6400800" y="5413420"/>
            <a:ext cx="45720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7ecd77fdb7_0_88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1" name="Google Shape;1011;g37ecd77fdb7_0_88"/>
          <p:cNvSpPr txBox="1"/>
          <p:nvPr/>
        </p:nvSpPr>
        <p:spPr>
          <a:xfrm>
            <a:off x="990600" y="90487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13.4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ICANN ranges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g37ecd77fdb7_0_88"/>
          <p:cNvSpPr txBox="1"/>
          <p:nvPr/>
        </p:nvSpPr>
        <p:spPr>
          <a:xfrm>
            <a:off x="366712" y="107950"/>
            <a:ext cx="4383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g37ecd77fdb7_0_88"/>
          <p:cNvSpPr txBox="1"/>
          <p:nvPr/>
        </p:nvSpPr>
        <p:spPr>
          <a:xfrm>
            <a:off x="749300" y="107950"/>
            <a:ext cx="3285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4" name="Google Shape;1014;g37ecd77fdb7_0_88"/>
          <p:cNvSpPr txBox="1"/>
          <p:nvPr/>
        </p:nvSpPr>
        <p:spPr>
          <a:xfrm>
            <a:off x="490537" y="530225"/>
            <a:ext cx="4224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g37ecd77fdb7_0_88"/>
          <p:cNvSpPr txBox="1"/>
          <p:nvPr/>
        </p:nvSpPr>
        <p:spPr>
          <a:xfrm>
            <a:off x="860425" y="530225"/>
            <a:ext cx="3684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" name="Google Shape;1016;g37ecd77fdb7_0_88"/>
          <p:cNvSpPr txBox="1"/>
          <p:nvPr/>
        </p:nvSpPr>
        <p:spPr>
          <a:xfrm>
            <a:off x="76200" y="457200"/>
            <a:ext cx="560400" cy="422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g37ecd77fdb7_0_88"/>
          <p:cNvSpPr txBox="1"/>
          <p:nvPr/>
        </p:nvSpPr>
        <p:spPr>
          <a:xfrm>
            <a:off x="711200" y="0"/>
            <a:ext cx="318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g37ecd77fdb7_0_88"/>
          <p:cNvSpPr txBox="1"/>
          <p:nvPr/>
        </p:nvSpPr>
        <p:spPr>
          <a:xfrm>
            <a:off x="442912" y="533400"/>
            <a:ext cx="8226300" cy="31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9" name="Google Shape;1019;g37ecd77fdb7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87" y="2679700"/>
            <a:ext cx="7605711" cy="17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7ecd77fdb7_0_116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6" name="Google Shape;1026;g37ecd77fdb7_0_116"/>
          <p:cNvSpPr txBox="1"/>
          <p:nvPr/>
        </p:nvSpPr>
        <p:spPr>
          <a:xfrm>
            <a:off x="990600" y="90487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13.6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Encapsulation and decapsulation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g37ecd77fdb7_0_116"/>
          <p:cNvSpPr txBox="1"/>
          <p:nvPr/>
        </p:nvSpPr>
        <p:spPr>
          <a:xfrm>
            <a:off x="366712" y="107950"/>
            <a:ext cx="4383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g37ecd77fdb7_0_116"/>
          <p:cNvSpPr txBox="1"/>
          <p:nvPr/>
        </p:nvSpPr>
        <p:spPr>
          <a:xfrm>
            <a:off x="749300" y="107950"/>
            <a:ext cx="3285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g37ecd77fdb7_0_116"/>
          <p:cNvSpPr txBox="1"/>
          <p:nvPr/>
        </p:nvSpPr>
        <p:spPr>
          <a:xfrm>
            <a:off x="490537" y="530225"/>
            <a:ext cx="4224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g37ecd77fdb7_0_116"/>
          <p:cNvSpPr txBox="1"/>
          <p:nvPr/>
        </p:nvSpPr>
        <p:spPr>
          <a:xfrm>
            <a:off x="860425" y="530225"/>
            <a:ext cx="3684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g37ecd77fdb7_0_116"/>
          <p:cNvSpPr txBox="1"/>
          <p:nvPr/>
        </p:nvSpPr>
        <p:spPr>
          <a:xfrm>
            <a:off x="76200" y="457200"/>
            <a:ext cx="560400" cy="422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g37ecd77fdb7_0_116"/>
          <p:cNvSpPr txBox="1"/>
          <p:nvPr/>
        </p:nvSpPr>
        <p:spPr>
          <a:xfrm>
            <a:off x="711200" y="0"/>
            <a:ext cx="318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g37ecd77fdb7_0_116"/>
          <p:cNvSpPr txBox="1"/>
          <p:nvPr/>
        </p:nvSpPr>
        <p:spPr>
          <a:xfrm>
            <a:off x="442912" y="533400"/>
            <a:ext cx="8226300" cy="31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4" name="Google Shape;1034;g37ecd77fdb7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978025"/>
            <a:ext cx="8226425" cy="269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5" name="Google Shape;1035;g37ecd77fdb7_0_116"/>
          <p:cNvCxnSpPr/>
          <p:nvPr/>
        </p:nvCxnSpPr>
        <p:spPr>
          <a:xfrm>
            <a:off x="2362200" y="3124200"/>
            <a:ext cx="0" cy="381000"/>
          </a:xfrm>
          <a:prstGeom prst="straightConnector1">
            <a:avLst/>
          </a:prstGeom>
          <a:noFill/>
          <a:ln cap="flat" cmpd="sng" w="57150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6" name="Google Shape;1036;g37ecd77fdb7_0_116"/>
          <p:cNvCxnSpPr/>
          <p:nvPr/>
        </p:nvCxnSpPr>
        <p:spPr>
          <a:xfrm>
            <a:off x="3276600" y="3733800"/>
            <a:ext cx="24384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7" name="Google Shape;1037;g37ecd77fdb7_0_116"/>
          <p:cNvCxnSpPr/>
          <p:nvPr/>
        </p:nvCxnSpPr>
        <p:spPr>
          <a:xfrm rot="10800000">
            <a:off x="6781800" y="3124200"/>
            <a:ext cx="0" cy="381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IP addressing versus port addressing</a:t>
            </a:r>
            <a:endParaRPr/>
          </a:p>
        </p:txBody>
      </p:sp>
      <p:sp>
        <p:nvSpPr>
          <p:cNvPr id="1044" name="Google Shape;1044;p9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9"/>
          <p:cNvSpPr txBox="1"/>
          <p:nvPr>
            <p:ph idx="1" type="body"/>
          </p:nvPr>
        </p:nvSpPr>
        <p:spPr>
          <a:xfrm>
            <a:off x="381000" y="1143000"/>
            <a:ext cx="853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destination IP defines the host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after the host has been selected: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US" sz="2000"/>
              <a:t>	the port number defines one of the processes on this host</a:t>
            </a:r>
            <a:endParaRPr/>
          </a:p>
        </p:txBody>
      </p:sp>
      <p:pic>
        <p:nvPicPr>
          <p:cNvPr id="1046" name="Google Shape;1046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743200"/>
            <a:ext cx="4578952" cy="342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0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Transport layer MUX &amp; DeMUX</a:t>
            </a:r>
            <a:endParaRPr/>
          </a:p>
        </p:txBody>
      </p:sp>
      <p:sp>
        <p:nvSpPr>
          <p:cNvPr id="1053" name="Google Shape;1053;p10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4" name="Google Shape;1054;p10"/>
          <p:cNvSpPr txBox="1"/>
          <p:nvPr>
            <p:ph idx="1" type="body"/>
          </p:nvPr>
        </p:nvSpPr>
        <p:spPr>
          <a:xfrm>
            <a:off x="381000" y="1143000"/>
            <a:ext cx="8534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Transport layer de/multiplexes several processes on the  transport layer protocol</a:t>
            </a:r>
            <a:endParaRPr/>
          </a:p>
        </p:txBody>
      </p:sp>
      <p:pic>
        <p:nvPicPr>
          <p:cNvPr id="1055" name="Google Shape;1055;p1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6950" y="1603450"/>
            <a:ext cx="5035200" cy="50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1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2" name="Google Shape;1062;p11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Connection control</a:t>
            </a:r>
            <a:endParaRPr/>
          </a:p>
        </p:txBody>
      </p:sp>
      <p:sp>
        <p:nvSpPr>
          <p:cNvPr id="1063" name="Google Shape;1063;p11"/>
          <p:cNvSpPr txBox="1"/>
          <p:nvPr>
            <p:ph idx="1" type="body"/>
          </p:nvPr>
        </p:nvSpPr>
        <p:spPr>
          <a:xfrm>
            <a:off x="304800" y="10668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sz="2400"/>
              <a:t>Connectionless services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 connection establishment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packets are not numbered, may be delayed, lost or arrive out of order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UDP </a:t>
            </a:r>
            <a:endParaRPr/>
          </a:p>
        </p:txBody>
      </p:sp>
      <p:pic>
        <p:nvPicPr>
          <p:cNvPr id="1064" name="Google Shape;10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084" y="2362200"/>
            <a:ext cx="7148516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7ecd77fdb7_0_147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1" name="Google Shape;1071;g37ecd77fdb7_0_147"/>
          <p:cNvSpPr txBox="1"/>
          <p:nvPr/>
        </p:nvSpPr>
        <p:spPr>
          <a:xfrm>
            <a:off x="990600" y="90487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13.14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Connection-oriented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7ecd77fdb7_0_147"/>
          <p:cNvSpPr txBox="1"/>
          <p:nvPr/>
        </p:nvSpPr>
        <p:spPr>
          <a:xfrm>
            <a:off x="366712" y="107950"/>
            <a:ext cx="4383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3" name="Google Shape;1073;g37ecd77fdb7_0_147"/>
          <p:cNvSpPr txBox="1"/>
          <p:nvPr/>
        </p:nvSpPr>
        <p:spPr>
          <a:xfrm>
            <a:off x="749300" y="107950"/>
            <a:ext cx="3285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4" name="Google Shape;1074;g37ecd77fdb7_0_147"/>
          <p:cNvSpPr txBox="1"/>
          <p:nvPr/>
        </p:nvSpPr>
        <p:spPr>
          <a:xfrm>
            <a:off x="490537" y="530225"/>
            <a:ext cx="4224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g37ecd77fdb7_0_147"/>
          <p:cNvSpPr txBox="1"/>
          <p:nvPr/>
        </p:nvSpPr>
        <p:spPr>
          <a:xfrm>
            <a:off x="860425" y="530225"/>
            <a:ext cx="368400" cy="4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g37ecd77fdb7_0_147"/>
          <p:cNvSpPr txBox="1"/>
          <p:nvPr/>
        </p:nvSpPr>
        <p:spPr>
          <a:xfrm>
            <a:off x="76200" y="457200"/>
            <a:ext cx="560400" cy="422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1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g37ecd77fdb7_0_147"/>
          <p:cNvSpPr txBox="1"/>
          <p:nvPr/>
        </p:nvSpPr>
        <p:spPr>
          <a:xfrm>
            <a:off x="711200" y="0"/>
            <a:ext cx="318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g37ecd77fdb7_0_147"/>
          <p:cNvSpPr txBox="1"/>
          <p:nvPr/>
        </p:nvSpPr>
        <p:spPr>
          <a:xfrm>
            <a:off x="442912" y="533400"/>
            <a:ext cx="8226300" cy="31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9" name="Google Shape;1079;g37ecd77fdb7_0_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981200"/>
            <a:ext cx="5676902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g37ecd77fdb7_0_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2175" y="5029200"/>
            <a:ext cx="5686425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g37ecd77fdb7_0_147"/>
          <p:cNvSpPr/>
          <p:nvPr/>
        </p:nvSpPr>
        <p:spPr>
          <a:xfrm>
            <a:off x="2362200" y="6324600"/>
            <a:ext cx="3581400" cy="15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2" name="Google Shape;1082;g37ecd77fdb7_0_1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6675" y="3151187"/>
            <a:ext cx="3565525" cy="2182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g37ecd77fdb7_0_1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990600"/>
            <a:ext cx="4149725" cy="52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2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0" name="Google Shape;1090;p12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Connection control</a:t>
            </a:r>
            <a:endParaRPr/>
          </a:p>
        </p:txBody>
      </p:sp>
      <p:sp>
        <p:nvSpPr>
          <p:cNvPr id="1091" name="Google Shape;1091;p12"/>
          <p:cNvSpPr txBox="1"/>
          <p:nvPr>
            <p:ph idx="1" type="body"/>
          </p:nvPr>
        </p:nvSpPr>
        <p:spPr>
          <a:xfrm>
            <a:off x="304800" y="1066800"/>
            <a:ext cx="86868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Connection-oriented services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connection established prior to data transmission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TCP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❑"/>
            </a:pPr>
            <a:r>
              <a:rPr lang="en-US" sz="2000"/>
              <a:t>What is the difference with respect to the Network layer services?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transport code runs only on the user’s machine and not in the routers (usually operated by the carriers)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Network layer can offer inadequate service (frequent packet loss, routers crash from time to time); user does not have control over the Network layer</a:t>
            </a:r>
            <a:r>
              <a:rPr lang="en-US" sz="1800">
                <a:highlight>
                  <a:srgbClr val="00FF00"/>
                </a:highlight>
              </a:rPr>
              <a:t>  </a:t>
            </a:r>
            <a:endParaRPr/>
          </a:p>
        </p:txBody>
      </p:sp>
      <p:pic>
        <p:nvPicPr>
          <p:cNvPr id="1092" name="Google Shape;10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81400"/>
            <a:ext cx="3810000" cy="186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3509169"/>
            <a:ext cx="38100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12"/>
          <p:cNvSpPr/>
          <p:nvPr/>
        </p:nvSpPr>
        <p:spPr>
          <a:xfrm>
            <a:off x="5447197" y="5667081"/>
            <a:ext cx="28216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termination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2"/>
          <p:cNvSpPr/>
          <p:nvPr/>
        </p:nvSpPr>
        <p:spPr>
          <a:xfrm>
            <a:off x="1066800" y="5468938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Establishment:                              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way handshake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3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Reliable delivery</a:t>
            </a:r>
            <a:endParaRPr/>
          </a:p>
        </p:txBody>
      </p:sp>
      <p:sp>
        <p:nvSpPr>
          <p:cNvPr id="1102" name="Google Shape;1102;p13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3" name="Google Shape;1103;p13"/>
          <p:cNvSpPr txBox="1"/>
          <p:nvPr>
            <p:ph idx="1" type="body"/>
          </p:nvPr>
        </p:nvSpPr>
        <p:spPr>
          <a:xfrm>
            <a:off x="381000" y="1143000"/>
            <a:ext cx="8534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sz="2800"/>
              <a:t>Reliable services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error control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Detect and discard corrupted packets.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Keep track of lost and discarded packets and resend them.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Recognize duplicate packets and discard them.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flow control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2200"/>
              <a:buChar char="o"/>
            </a:pPr>
            <a:r>
              <a:rPr lang="en-US" sz="2200"/>
              <a:t>Sender doesn’t overwhelm the receiver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congestion control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2200"/>
              <a:buChar char="o"/>
            </a:pPr>
            <a:r>
              <a:rPr lang="en-US" sz="2200"/>
              <a:t>Manage network load within its capacity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TCP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240"/>
              <a:buChar char="❑"/>
            </a:pPr>
            <a:r>
              <a:rPr lang="en-US" sz="2800"/>
              <a:t>Unreliable service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UDP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4"/>
          <p:cNvSpPr txBox="1"/>
          <p:nvPr>
            <p:ph type="title"/>
          </p:nvPr>
        </p:nvSpPr>
        <p:spPr>
          <a:xfrm>
            <a:off x="304800" y="152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Reliable delivery</a:t>
            </a:r>
            <a:endParaRPr/>
          </a:p>
        </p:txBody>
      </p:sp>
      <p:sp>
        <p:nvSpPr>
          <p:cNvPr id="1110" name="Google Shape;1110;p14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1" name="Google Shape;1111;p14"/>
          <p:cNvSpPr txBox="1"/>
          <p:nvPr>
            <p:ph idx="1" type="body"/>
          </p:nvPr>
        </p:nvSpPr>
        <p:spPr>
          <a:xfrm>
            <a:off x="381000" y="1143000"/>
            <a:ext cx="8534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sz="2400"/>
              <a:t>Question: Do we need reliable transport service if the Data link transport is reliable?</a:t>
            </a:r>
            <a:endParaRPr/>
          </a:p>
          <a:p>
            <a:pPr indent="-22098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❑"/>
            </a:pPr>
            <a:r>
              <a:rPr lang="en-US" sz="2400"/>
              <a:t>Yes</a:t>
            </a:r>
            <a:endParaRPr/>
          </a:p>
        </p:txBody>
      </p:sp>
      <p:pic>
        <p:nvPicPr>
          <p:cNvPr id="1112" name="Google Shape;1112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427" y="2819400"/>
            <a:ext cx="7692000" cy="29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5"/>
          <p:cNvSpPr txBox="1"/>
          <p:nvPr>
            <p:ph type="title"/>
          </p:nvPr>
        </p:nvSpPr>
        <p:spPr>
          <a:xfrm>
            <a:off x="304800" y="21336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1118" name="Google Shape;1118;p15"/>
          <p:cNvSpPr txBox="1"/>
          <p:nvPr>
            <p:ph idx="12" type="sldNum"/>
          </p:nvPr>
        </p:nvSpPr>
        <p:spPr>
          <a:xfrm>
            <a:off x="6553200" y="64770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2003-11-26T15:03:40Z</dcterms:created>
  <dc:creator>Igor Radovanovic</dc:creator>
</cp:coreProperties>
</file>