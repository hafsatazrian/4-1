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89a97452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89a97452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89a97452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118" name="Google Shape;118;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322" name="Google Shape;322;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Acknowledging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363" name="Google Shape;363;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endParaRPr/>
          </a:p>
        </p:txBody>
      </p:sp>
      <p:sp>
        <p:nvSpPr>
          <p:cNvPr id="381" name="Google Shape;381;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474" name="Google Shape;47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514" name="Google Shape;514;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836" name="Google Shape;836;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915" name="Google Shape;915;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89a97452f8_0_3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22" name="Google Shape;922;g389a97452f8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3" name="Google Shape;923;g389a97452f8_0_3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89a97452f8_0_3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38" name="Google Shape;938;g389a97452f8_0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9" name="Google Shape;939;g389a97452f8_0_3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89a97452f8_0_40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54" name="Google Shape;954;g389a97452f8_0_4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g389a97452f8_0_4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89a97452f8_0_4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72" name="Google Shape;972;g389a97452f8_0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3" name="Google Shape;973;g389a97452f8_0_4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89a97452f8_0_4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90" name="Google Shape;990;g389a97452f8_0_4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1" name="Google Shape;991;g389a97452f8_0_4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89a97452f8_2_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00" name="Google Shape;1000;g389a97452f8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1" name="Google Shape;1001;g389a97452f8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89a97452f8_2_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20" name="Google Shape;1020;g389a97452f8_2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1" name="Google Shape;1021;g389a97452f8_2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89a97452f8_2_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2" name="Google Shape;1032;g389a97452f8_2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3" name="Google Shape;1033;g389a97452f8_2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89a97452f8_2_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2" name="Google Shape;1052;g389a97452f8_2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3" name="Google Shape;1053;g389a97452f8_2_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89a97452f8_2_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72" name="Google Shape;1072;g389a97452f8_2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3" name="Google Shape;1073;g389a97452f8_2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89a97452f8_2_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83" name="Google Shape;1083;g389a97452f8_2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4" name="Google Shape;1084;g389a97452f8_2_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89a97452f8_2_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3" name="Google Shape;1093;g389a97452f8_2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g389a97452f8_2_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89a97452f8_2_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10" name="Google Shape;1110;g389a97452f8_2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1" name="Google Shape;1111;g389a97452f8_2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89a97452f8_2_1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26" name="Google Shape;1126;g389a97452f8_2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7" name="Google Shape;1127;g389a97452f8_2_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89a97452f8_2_1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44" name="Google Shape;1144;g389a97452f8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5" name="Google Shape;1145;g389a97452f8_2_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89a97452f8_2_1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64" name="Google Shape;1164;g389a97452f8_2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5" name="Google Shape;1165;g389a97452f8_2_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89a97452f8_2_2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83" name="Google Shape;1183;g389a97452f8_2_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4" name="Google Shape;1184;g389a97452f8_2_2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89a97452f8_2_2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93" name="Google Shape;1193;g389a97452f8_2_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4" name="Google Shape;1194;g389a97452f8_2_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89a97452f8_2_2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20" name="Google Shape;1220;g389a97452f8_2_2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1" name="Google Shape;1221;g389a97452f8_2_2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89a97452f8_2_2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40" name="Google Shape;1240;g389a97452f8_2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1" name="Google Shape;1241;g389a97452f8_2_2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89a97452f8_2_3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60" name="Google Shape;1260;g389a97452f8_2_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1" name="Google Shape;1261;g389a97452f8_2_3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89a97452f8_2_3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80" name="Google Shape;1280;g389a97452f8_2_3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1" name="Google Shape;1281;g389a97452f8_2_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89a97452f8_2_3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00" name="Google Shape;1300;g389a97452f8_2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1" name="Google Shape;1301;g389a97452f8_2_3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89a97452f8_2_3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16" name="Google Shape;1316;g389a97452f8_2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7" name="Google Shape;1317;g389a97452f8_2_3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89a97452f8_2_3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36" name="Google Shape;1336;g389a97452f8_2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7" name="Google Shape;1337;g389a97452f8_2_3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36" name="Shape 36"/>
        <p:cNvGrpSpPr/>
        <p:nvPr/>
      </p:nvGrpSpPr>
      <p:grpSpPr>
        <a:xfrm>
          <a:off x="0" y="0"/>
          <a:ext cx="0" cy="0"/>
          <a:chOff x="0" y="0"/>
          <a:chExt cx="0" cy="0"/>
        </a:xfrm>
      </p:grpSpPr>
      <p:sp>
        <p:nvSpPr>
          <p:cNvPr id="37" name="Google Shape;37;p8"/>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表格" type="tbl">
  <p:cSld name="TABLE">
    <p:spTree>
      <p:nvGrpSpPr>
        <p:cNvPr id="39" name="Shape 39"/>
        <p:cNvGrpSpPr/>
        <p:nvPr/>
      </p:nvGrpSpPr>
      <p:grpSpPr>
        <a:xfrm>
          <a:off x="0" y="0"/>
          <a:ext cx="0" cy="0"/>
          <a:chOff x="0" y="0"/>
          <a:chExt cx="0" cy="0"/>
        </a:xfrm>
      </p:grpSpPr>
      <p:sp>
        <p:nvSpPr>
          <p:cNvPr id="40" name="Google Shape;40;p9"/>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1" name="Google Shape;41;p9"/>
          <p:cNvSpPr/>
          <p:nvPr>
            <p:ph idx="2" type="tbl"/>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Tahoma"/>
                <a:ea typeface="Tahoma"/>
                <a:cs typeface="Tahoma"/>
                <a:sym typeface="Tahoma"/>
              </a:defRPr>
            </a:lvl1pPr>
            <a:lvl2pPr lvl="1" marR="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42" name="Google Shape;42;p9"/>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圖表或組織圖" type="dgm">
  <p:cSld name="DIAGRAM">
    <p:spTree>
      <p:nvGrpSpPr>
        <p:cNvPr id="44" name="Shape 44"/>
        <p:cNvGrpSpPr/>
        <p:nvPr/>
      </p:nvGrpSpPr>
      <p:grpSpPr>
        <a:xfrm>
          <a:off x="0" y="0"/>
          <a:ext cx="0" cy="0"/>
          <a:chOff x="0" y="0"/>
          <a:chExt cx="0" cy="0"/>
        </a:xfrm>
      </p:grpSpPr>
      <p:sp>
        <p:nvSpPr>
          <p:cNvPr id="45" name="Google Shape;45;p10"/>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6" name="Google Shape;46;p10"/>
          <p:cNvSpPr/>
          <p:nvPr>
            <p:ph idx="2" type="dgm"/>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lvl="1"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10"/>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49" name="Shape 49"/>
        <p:cNvGrpSpPr/>
        <p:nvPr/>
      </p:nvGrpSpPr>
      <p:grpSpPr>
        <a:xfrm>
          <a:off x="0" y="0"/>
          <a:ext cx="0" cy="0"/>
          <a:chOff x="0" y="0"/>
          <a:chExt cx="0" cy="0"/>
        </a:xfrm>
      </p:grpSpPr>
      <p:sp>
        <p:nvSpPr>
          <p:cNvPr id="50" name="Google Shape;50;p11"/>
          <p:cNvSpPr txBox="1"/>
          <p:nvPr>
            <p:ph type="title"/>
          </p:nvPr>
        </p:nvSpPr>
        <p:spPr>
          <a:xfrm rot="5400000">
            <a:off x="7133400" y="1956625"/>
            <a:ext cx="5811900" cy="2628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1" name="Google Shape;51;p11"/>
          <p:cNvSpPr txBox="1"/>
          <p:nvPr>
            <p:ph idx="1" type="body"/>
          </p:nvPr>
        </p:nvSpPr>
        <p:spPr>
          <a:xfrm rot="5400000">
            <a:off x="1773950" y="-570725"/>
            <a:ext cx="5811900" cy="7683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2" name="Google Shape;52;p11"/>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54" name="Shape 54"/>
        <p:cNvGrpSpPr/>
        <p:nvPr/>
      </p:nvGrpSpPr>
      <p:grpSpPr>
        <a:xfrm>
          <a:off x="0" y="0"/>
          <a:ext cx="0" cy="0"/>
          <a:chOff x="0" y="0"/>
          <a:chExt cx="0" cy="0"/>
        </a:xfrm>
      </p:grpSpPr>
      <p:sp>
        <p:nvSpPr>
          <p:cNvPr id="55" name="Google Shape;55;p12"/>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6" name="Google Shape;56;p1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7" name="Google Shape;57;p12"/>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2"/>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59" name="Shape 59"/>
        <p:cNvGrpSpPr/>
        <p:nvPr/>
      </p:nvGrpSpPr>
      <p:grpSpPr>
        <a:xfrm>
          <a:off x="0" y="0"/>
          <a:ext cx="0" cy="0"/>
          <a:chOff x="0" y="0"/>
          <a:chExt cx="0" cy="0"/>
        </a:xfrm>
      </p:grpSpPr>
      <p:sp>
        <p:nvSpPr>
          <p:cNvPr id="60" name="Google Shape;60;p13"/>
          <p:cNvSpPr txBox="1"/>
          <p:nvPr>
            <p:ph type="title"/>
          </p:nvPr>
        </p:nvSpPr>
        <p:spPr>
          <a:xfrm>
            <a:off x="840317" y="457200"/>
            <a:ext cx="39327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1" name="Google Shape;61;p13"/>
          <p:cNvSpPr/>
          <p:nvPr>
            <p:ph idx="2" type="pic"/>
          </p:nvPr>
        </p:nvSpPr>
        <p:spPr>
          <a:xfrm>
            <a:off x="5183717" y="987425"/>
            <a:ext cx="6172500" cy="4873500"/>
          </a:xfrm>
          <a:prstGeom prst="rect">
            <a:avLst/>
          </a:prstGeom>
          <a:noFill/>
          <a:ln>
            <a:noFill/>
          </a:ln>
        </p:spPr>
      </p:sp>
      <p:sp>
        <p:nvSpPr>
          <p:cNvPr id="62" name="Google Shape;62;p13"/>
          <p:cNvSpPr txBox="1"/>
          <p:nvPr>
            <p:ph idx="1" type="body"/>
          </p:nvPr>
        </p:nvSpPr>
        <p:spPr>
          <a:xfrm>
            <a:off x="840317" y="2057400"/>
            <a:ext cx="39327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63" name="Google Shape;63;p13"/>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3"/>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40317" y="457200"/>
            <a:ext cx="39327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7" name="Google Shape;67;p14"/>
          <p:cNvSpPr txBox="1"/>
          <p:nvPr>
            <p:ph idx="1" type="body"/>
          </p:nvPr>
        </p:nvSpPr>
        <p:spPr>
          <a:xfrm>
            <a:off x="5183717" y="987425"/>
            <a:ext cx="6172500" cy="48735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68" name="Google Shape;68;p14"/>
          <p:cNvSpPr txBox="1"/>
          <p:nvPr>
            <p:ph idx="2" type="body"/>
          </p:nvPr>
        </p:nvSpPr>
        <p:spPr>
          <a:xfrm>
            <a:off x="840317" y="2057400"/>
            <a:ext cx="39327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69" name="Google Shape;69;p14"/>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71" name="Shape 71"/>
        <p:cNvGrpSpPr/>
        <p:nvPr/>
      </p:nvGrpSpPr>
      <p:grpSpPr>
        <a:xfrm>
          <a:off x="0" y="0"/>
          <a:ext cx="0" cy="0"/>
          <a:chOff x="0" y="0"/>
          <a:chExt cx="0" cy="0"/>
        </a:xfrm>
      </p:grpSpPr>
      <p:sp>
        <p:nvSpPr>
          <p:cNvPr id="72" name="Google Shape;72;p15"/>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3" name="Google Shape;73;p15"/>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5"/>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75" name="Shape 75"/>
        <p:cNvGrpSpPr/>
        <p:nvPr/>
      </p:nvGrpSpPr>
      <p:grpSpPr>
        <a:xfrm>
          <a:off x="0" y="0"/>
          <a:ext cx="0" cy="0"/>
          <a:chOff x="0" y="0"/>
          <a:chExt cx="0" cy="0"/>
        </a:xfrm>
      </p:grpSpPr>
      <p:sp>
        <p:nvSpPr>
          <p:cNvPr id="76" name="Google Shape;76;p16"/>
          <p:cNvSpPr txBox="1"/>
          <p:nvPr>
            <p:ph type="title"/>
          </p:nvPr>
        </p:nvSpPr>
        <p:spPr>
          <a:xfrm>
            <a:off x="840317"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7" name="Google Shape;77;p16"/>
          <p:cNvSpPr txBox="1"/>
          <p:nvPr>
            <p:ph idx="1" type="body"/>
          </p:nvPr>
        </p:nvSpPr>
        <p:spPr>
          <a:xfrm>
            <a:off x="840317" y="1681163"/>
            <a:ext cx="51585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78" name="Google Shape;78;p16"/>
          <p:cNvSpPr txBox="1"/>
          <p:nvPr>
            <p:ph idx="2" type="body"/>
          </p:nvPr>
        </p:nvSpPr>
        <p:spPr>
          <a:xfrm>
            <a:off x="840317" y="2505075"/>
            <a:ext cx="51585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9" name="Google Shape;79;p16"/>
          <p:cNvSpPr txBox="1"/>
          <p:nvPr>
            <p:ph idx="3" type="body"/>
          </p:nvPr>
        </p:nvSpPr>
        <p:spPr>
          <a:xfrm>
            <a:off x="6172200" y="1681163"/>
            <a:ext cx="51837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80" name="Google Shape;80;p16"/>
          <p:cNvSpPr txBox="1"/>
          <p:nvPr>
            <p:ph idx="4" type="body"/>
          </p:nvPr>
        </p:nvSpPr>
        <p:spPr>
          <a:xfrm>
            <a:off x="6172200" y="2505075"/>
            <a:ext cx="51837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1" name="Google Shape;81;p16"/>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6"/>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83" name="Shape 83"/>
        <p:cNvGrpSpPr/>
        <p:nvPr/>
      </p:nvGrpSpPr>
      <p:grpSpPr>
        <a:xfrm>
          <a:off x="0" y="0"/>
          <a:ext cx="0" cy="0"/>
          <a:chOff x="0" y="0"/>
          <a:chExt cx="0" cy="0"/>
        </a:xfrm>
      </p:grpSpPr>
      <p:sp>
        <p:nvSpPr>
          <p:cNvPr id="84" name="Google Shape;84;p17"/>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85" name="Google Shape;85;p17"/>
          <p:cNvSpPr txBox="1"/>
          <p:nvPr>
            <p:ph idx="1" type="body"/>
          </p:nvPr>
        </p:nvSpPr>
        <p:spPr>
          <a:xfrm>
            <a:off x="838200" y="1825625"/>
            <a:ext cx="51564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6" name="Google Shape;86;p17"/>
          <p:cNvSpPr txBox="1"/>
          <p:nvPr>
            <p:ph idx="2" type="body"/>
          </p:nvPr>
        </p:nvSpPr>
        <p:spPr>
          <a:xfrm>
            <a:off x="6197600" y="1825625"/>
            <a:ext cx="51564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7" name="Google Shape;87;p1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89" name="Shape 89"/>
        <p:cNvGrpSpPr/>
        <p:nvPr/>
      </p:nvGrpSpPr>
      <p:grpSpPr>
        <a:xfrm>
          <a:off x="0" y="0"/>
          <a:ext cx="0" cy="0"/>
          <a:chOff x="0" y="0"/>
          <a:chExt cx="0" cy="0"/>
        </a:xfrm>
      </p:grpSpPr>
      <p:sp>
        <p:nvSpPr>
          <p:cNvPr id="90" name="Google Shape;90;p18"/>
          <p:cNvSpPr txBox="1"/>
          <p:nvPr>
            <p:ph type="title"/>
          </p:nvPr>
        </p:nvSpPr>
        <p:spPr>
          <a:xfrm>
            <a:off x="831851" y="1709738"/>
            <a:ext cx="10515600" cy="28527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1" name="Google Shape;91;p18"/>
          <p:cNvSpPr txBox="1"/>
          <p:nvPr>
            <p:ph idx="1" type="body"/>
          </p:nvPr>
        </p:nvSpPr>
        <p:spPr>
          <a:xfrm>
            <a:off x="831851" y="4589463"/>
            <a:ext cx="10515600" cy="1500300"/>
          </a:xfrm>
          <a:prstGeom prst="rect">
            <a:avLst/>
          </a:prstGeom>
          <a:noFill/>
          <a:ln>
            <a:noFill/>
          </a:ln>
        </p:spPr>
        <p:txBody>
          <a:bodyPr anchorCtr="0" anchor="t"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92" name="Google Shape;92;p18"/>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8"/>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94" name="Shape 94"/>
        <p:cNvGrpSpPr/>
        <p:nvPr/>
      </p:nvGrpSpPr>
      <p:grpSpPr>
        <a:xfrm>
          <a:off x="0" y="0"/>
          <a:ext cx="0" cy="0"/>
          <a:chOff x="0" y="0"/>
          <a:chExt cx="0" cy="0"/>
        </a:xfrm>
      </p:grpSpPr>
      <p:sp>
        <p:nvSpPr>
          <p:cNvPr id="95" name="Google Shape;95;p19"/>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6" name="Google Shape;96;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7" name="Google Shape;97;p19"/>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0"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slideLayout" Target="../slideLayouts/slideLayout17.xml"/><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1200" u="none" cap="none" strike="noStrike">
                <a:solidFill>
                  <a:schemeClr val="dk1"/>
                </a:solidFill>
                <a:latin typeface="Tahoma"/>
                <a:ea typeface="Tahoma"/>
                <a:cs typeface="Tahoma"/>
                <a:sym typeface="Tahoma"/>
              </a:defRPr>
            </a:lvl1pPr>
            <a:lvl2pPr lvl="1"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35" name="Google Shape;35;p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26.png"/><Relationship Id="rId5"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28.png"/><Relationship Id="rId9" Type="http://schemas.openxmlformats.org/officeDocument/2006/relationships/image" Target="../media/image35.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36.png"/><Relationship Id="rId8"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41.png"/><Relationship Id="rId6"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5" name="Google Shape;105;p20"/>
          <p:cNvSpPr txBox="1"/>
          <p:nvPr/>
        </p:nvSpPr>
        <p:spPr>
          <a:xfrm>
            <a:off x="433350" y="1923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Transmission Control Protocol</a:t>
            </a:r>
            <a:endParaRPr b="1" sz="5400">
              <a:solidFill>
                <a:srgbClr val="DD7E6B"/>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a:t>
            </a:r>
            <a:endParaRPr b="1" sz="5400">
              <a:solidFill>
                <a:srgbClr val="DD7E6B"/>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Part-1</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12" name="Google Shape;112;p21"/>
          <p:cNvSpPr txBox="1"/>
          <p:nvPr>
            <p:ph idx="2" type="body"/>
          </p:nvPr>
        </p:nvSpPr>
        <p:spPr>
          <a:xfrm>
            <a:off x="798700" y="1183950"/>
            <a:ext cx="6618000" cy="5259000"/>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SzPts val="2400"/>
              <a:buFont typeface="Arial"/>
              <a:buChar char="•"/>
            </a:pPr>
            <a:r>
              <a:rPr lang="en-US"/>
              <a:t>segment structure</a:t>
            </a:r>
            <a:endParaRPr/>
          </a:p>
          <a:p>
            <a:pPr indent="-288925" lvl="1" marL="746125" rtl="0" algn="l">
              <a:lnSpc>
                <a:spcPct val="90000"/>
              </a:lnSpc>
              <a:spcBef>
                <a:spcPts val="500"/>
              </a:spcBef>
              <a:spcAft>
                <a:spcPts val="0"/>
              </a:spcAft>
              <a:buSzPts val="2400"/>
              <a:buFont typeface="Arial"/>
              <a:buChar char="•"/>
            </a:pPr>
            <a:r>
              <a:rPr lang="en-US"/>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13" name="Google Shape;113;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14" name="Google Shape;114;p2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121" name="Google Shape;121;p22"/>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122" name="Google Shape;122;p22"/>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123" name="Google Shape;123;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130" name="Google Shape;130;p23"/>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1" name="Google Shape;131;p23"/>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132" name="Google Shape;132;p23"/>
          <p:cNvGrpSpPr/>
          <p:nvPr/>
        </p:nvGrpSpPr>
        <p:grpSpPr>
          <a:xfrm>
            <a:off x="4495527" y="1661300"/>
            <a:ext cx="3808446" cy="405325"/>
            <a:chOff x="4495575" y="1661300"/>
            <a:chExt cx="3450617" cy="405325"/>
          </a:xfrm>
        </p:grpSpPr>
        <p:sp>
          <p:nvSpPr>
            <p:cNvPr id="133" name="Google Shape;133;p23"/>
            <p:cNvSpPr txBox="1"/>
            <p:nvPr/>
          </p:nvSpPr>
          <p:spPr>
            <a:xfrm>
              <a:off x="4495575" y="1661300"/>
              <a:ext cx="1808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134" name="Google Shape;134;p23"/>
            <p:cNvSpPr txBox="1"/>
            <p:nvPr/>
          </p:nvSpPr>
          <p:spPr>
            <a:xfrm>
              <a:off x="6564992" y="1666425"/>
              <a:ext cx="1381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135" name="Google Shape;135;p23"/>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136" name="Google Shape;136;p23"/>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137" name="Google Shape;137;p23"/>
          <p:cNvGrpSpPr/>
          <p:nvPr/>
        </p:nvGrpSpPr>
        <p:grpSpPr>
          <a:xfrm>
            <a:off x="4324123" y="1145724"/>
            <a:ext cx="3935412" cy="366713"/>
            <a:chOff x="4324123" y="1145724"/>
            <a:chExt cx="3935412" cy="366713"/>
          </a:xfrm>
        </p:grpSpPr>
        <p:sp>
          <p:nvSpPr>
            <p:cNvPr id="138" name="Google Shape;138;p23"/>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139" name="Google Shape;139;p23"/>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140" name="Google Shape;140;p23"/>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141" name="Google Shape;141;p23"/>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2" name="Google Shape;142;p23"/>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143" name="Google Shape;143;p23"/>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4" name="Google Shape;144;p23"/>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5" name="Google Shape;145;p23"/>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146" name="Google Shape;146;p23"/>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147" name="Google Shape;147;p23"/>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48" name="Google Shape;148;p23"/>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149" name="Google Shape;149;p23"/>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150" name="Google Shape;150;p23"/>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51" name="Google Shape;151;p23"/>
          <p:cNvGrpSpPr/>
          <p:nvPr/>
        </p:nvGrpSpPr>
        <p:grpSpPr>
          <a:xfrm>
            <a:off x="6405335" y="2817362"/>
            <a:ext cx="5252586" cy="731484"/>
            <a:chOff x="6405335" y="2817362"/>
            <a:chExt cx="5252586" cy="731484"/>
          </a:xfrm>
        </p:grpSpPr>
        <p:sp>
          <p:nvSpPr>
            <p:cNvPr id="152" name="Google Shape;152;p23"/>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153" name="Google Shape;153;p23"/>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154" name="Google Shape;154;p23"/>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155" name="Google Shape;155;p23"/>
          <p:cNvGrpSpPr/>
          <p:nvPr/>
        </p:nvGrpSpPr>
        <p:grpSpPr>
          <a:xfrm>
            <a:off x="4979760" y="1674436"/>
            <a:ext cx="7040433" cy="1034129"/>
            <a:chOff x="4979760" y="1674436"/>
            <a:chExt cx="7040433" cy="1034129"/>
          </a:xfrm>
        </p:grpSpPr>
        <p:sp>
          <p:nvSpPr>
            <p:cNvPr id="156" name="Google Shape;156;p23"/>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157" name="Google Shape;157;p23"/>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158" name="Google Shape;158;p23"/>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159" name="Google Shape;159;p23"/>
          <p:cNvGrpSpPr/>
          <p:nvPr/>
        </p:nvGrpSpPr>
        <p:grpSpPr>
          <a:xfrm>
            <a:off x="5398860" y="4614412"/>
            <a:ext cx="5770816" cy="1113459"/>
            <a:chOff x="5398860" y="4614412"/>
            <a:chExt cx="5770816" cy="1113459"/>
          </a:xfrm>
        </p:grpSpPr>
        <p:sp>
          <p:nvSpPr>
            <p:cNvPr id="160" name="Google Shape;160;p23"/>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161" name="Google Shape;161;p23"/>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162" name="Google Shape;162;p23"/>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163" name="Google Shape;163;p23"/>
          <p:cNvGrpSpPr/>
          <p:nvPr/>
        </p:nvGrpSpPr>
        <p:grpSpPr>
          <a:xfrm>
            <a:off x="230393" y="1952743"/>
            <a:ext cx="7771793" cy="1241280"/>
            <a:chOff x="230393" y="1952743"/>
            <a:chExt cx="7771793" cy="1241280"/>
          </a:xfrm>
        </p:grpSpPr>
        <p:sp>
          <p:nvSpPr>
            <p:cNvPr id="164" name="Google Shape;164;p23"/>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165" name="Google Shape;165;p23"/>
            <p:cNvGrpSpPr/>
            <p:nvPr/>
          </p:nvGrpSpPr>
          <p:grpSpPr>
            <a:xfrm>
              <a:off x="230393" y="1952743"/>
              <a:ext cx="7771793" cy="971860"/>
              <a:chOff x="217867" y="1965269"/>
              <a:chExt cx="7771793" cy="971860"/>
            </a:xfrm>
          </p:grpSpPr>
          <p:sp>
            <p:nvSpPr>
              <p:cNvPr id="166" name="Google Shape;166;p23"/>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167" name="Google Shape;167;p23"/>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168" name="Google Shape;168;p23"/>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9" name="Google Shape;169;p23"/>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170" name="Google Shape;170;p23"/>
          <p:cNvGrpSpPr/>
          <p:nvPr/>
        </p:nvGrpSpPr>
        <p:grpSpPr>
          <a:xfrm>
            <a:off x="1895418" y="3659802"/>
            <a:ext cx="5828956" cy="1090980"/>
            <a:chOff x="1895418" y="3659802"/>
            <a:chExt cx="5828956" cy="1090980"/>
          </a:xfrm>
        </p:grpSpPr>
        <p:sp>
          <p:nvSpPr>
            <p:cNvPr id="171" name="Google Shape;171;p23"/>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172" name="Google Shape;172;p23"/>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173" name="Google Shape;173;p23"/>
            <p:cNvCxnSpPr>
              <a:stCxn id="172" idx="3"/>
              <a:endCxn id="171"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174" name="Google Shape;174;p23"/>
          <p:cNvGrpSpPr/>
          <p:nvPr/>
        </p:nvGrpSpPr>
        <p:grpSpPr>
          <a:xfrm>
            <a:off x="318075" y="2819126"/>
            <a:ext cx="4456458" cy="424732"/>
            <a:chOff x="318075" y="2819126"/>
            <a:chExt cx="4456458" cy="424732"/>
          </a:xfrm>
        </p:grpSpPr>
        <p:sp>
          <p:nvSpPr>
            <p:cNvPr id="175" name="Google Shape;175;p23"/>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176" name="Google Shape;176;p23"/>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177" name="Google Shape;177;p23"/>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178" name="Google Shape;178;p23"/>
          <p:cNvGrpSpPr/>
          <p:nvPr/>
        </p:nvGrpSpPr>
        <p:grpSpPr>
          <a:xfrm>
            <a:off x="-24878" y="3174115"/>
            <a:ext cx="6031751" cy="424732"/>
            <a:chOff x="-24878" y="3174115"/>
            <a:chExt cx="6031751" cy="424732"/>
          </a:xfrm>
        </p:grpSpPr>
        <p:sp>
          <p:nvSpPr>
            <p:cNvPr id="179" name="Google Shape;179;p23"/>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180" name="Google Shape;180;p23"/>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181" name="Google Shape;181;p23"/>
            <p:cNvCxnSpPr>
              <a:stCxn id="180" idx="3"/>
              <a:endCxn id="179"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182" name="Google Shape;182;p23"/>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23"/>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184" name="Google Shape;184;p23"/>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85" name="Google Shape;185;p23"/>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86" name="Google Shape;186;p23"/>
          <p:cNvGrpSpPr/>
          <p:nvPr/>
        </p:nvGrpSpPr>
        <p:grpSpPr>
          <a:xfrm>
            <a:off x="172543" y="2863949"/>
            <a:ext cx="6190466" cy="2660551"/>
            <a:chOff x="172543" y="2863949"/>
            <a:chExt cx="6190466" cy="2660551"/>
          </a:xfrm>
        </p:grpSpPr>
        <p:sp>
          <p:nvSpPr>
            <p:cNvPr id="187" name="Google Shape;187;p23"/>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188" name="Google Shape;188;p23"/>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9" name="Google Shape;189;p23"/>
            <p:cNvGrpSpPr/>
            <p:nvPr/>
          </p:nvGrpSpPr>
          <p:grpSpPr>
            <a:xfrm>
              <a:off x="5775299" y="2863949"/>
              <a:ext cx="587710" cy="339181"/>
              <a:chOff x="5775299" y="2863949"/>
              <a:chExt cx="587710" cy="339181"/>
            </a:xfrm>
          </p:grpSpPr>
          <p:sp>
            <p:nvSpPr>
              <p:cNvPr id="190" name="Google Shape;190;p23"/>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191" name="Google Shape;191;p23"/>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192" name="Google Shape;192;p23"/>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193" name="Google Shape;193;p23"/>
          <p:cNvGrpSpPr/>
          <p:nvPr/>
        </p:nvGrpSpPr>
        <p:grpSpPr>
          <a:xfrm>
            <a:off x="5277007" y="2859957"/>
            <a:ext cx="2976178" cy="719405"/>
            <a:chOff x="5277007" y="2859957"/>
            <a:chExt cx="2976178" cy="719405"/>
          </a:xfrm>
        </p:grpSpPr>
        <p:sp>
          <p:nvSpPr>
            <p:cNvPr id="194" name="Google Shape;194;p23"/>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195" name="Google Shape;195;p23"/>
            <p:cNvGrpSpPr/>
            <p:nvPr/>
          </p:nvGrpSpPr>
          <p:grpSpPr>
            <a:xfrm>
              <a:off x="5277007" y="2859957"/>
              <a:ext cx="627836" cy="345695"/>
              <a:chOff x="5527528" y="3067992"/>
              <a:chExt cx="627836" cy="345695"/>
            </a:xfrm>
          </p:grpSpPr>
          <p:sp>
            <p:nvSpPr>
              <p:cNvPr id="196" name="Google Shape;196;p23"/>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197" name="Google Shape;197;p23"/>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198" name="Google Shape;198;p23"/>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99" name="Google Shape;199;p23"/>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200" name="Google Shape;200;p23"/>
          <p:cNvGrpSpPr/>
          <p:nvPr/>
        </p:nvGrpSpPr>
        <p:grpSpPr>
          <a:xfrm>
            <a:off x="182880" y="2863950"/>
            <a:ext cx="5235245" cy="1390074"/>
            <a:chOff x="182880" y="2863950"/>
            <a:chExt cx="5235245" cy="1390074"/>
          </a:xfrm>
        </p:grpSpPr>
        <p:grpSp>
          <p:nvGrpSpPr>
            <p:cNvPr id="201" name="Google Shape;201;p23"/>
            <p:cNvGrpSpPr/>
            <p:nvPr/>
          </p:nvGrpSpPr>
          <p:grpSpPr>
            <a:xfrm>
              <a:off x="4962499" y="2863950"/>
              <a:ext cx="455626" cy="338554"/>
              <a:chOff x="4962499" y="2863950"/>
              <a:chExt cx="455626" cy="338554"/>
            </a:xfrm>
          </p:grpSpPr>
          <p:sp>
            <p:nvSpPr>
              <p:cNvPr id="202" name="Google Shape;202;p23"/>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203" name="Google Shape;203;p23"/>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204" name="Google Shape;204;p23"/>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205" name="Google Shape;205;p23"/>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6" name="Google Shape;206;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213" name="Google Shape;213;p24"/>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214" name="Google Shape;214;p24"/>
          <p:cNvGrpSpPr/>
          <p:nvPr/>
        </p:nvGrpSpPr>
        <p:grpSpPr>
          <a:xfrm>
            <a:off x="7783528" y="3989281"/>
            <a:ext cx="3086106" cy="2541588"/>
            <a:chOff x="3520" y="2404"/>
            <a:chExt cx="1944" cy="1601"/>
          </a:xfrm>
        </p:grpSpPr>
        <p:sp>
          <p:nvSpPr>
            <p:cNvPr id="215" name="Google Shape;215;p24"/>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6" name="Google Shape;216;p24"/>
            <p:cNvGrpSpPr/>
            <p:nvPr/>
          </p:nvGrpSpPr>
          <p:grpSpPr>
            <a:xfrm>
              <a:off x="3731" y="3291"/>
              <a:ext cx="1252" cy="714"/>
              <a:chOff x="1974" y="2984"/>
              <a:chExt cx="1252" cy="714"/>
            </a:xfrm>
          </p:grpSpPr>
          <p:sp>
            <p:nvSpPr>
              <p:cNvPr id="217" name="Google Shape;217;p2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 name="Google Shape;218;p2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219" name="Google Shape;219;p2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220" name="Google Shape;220;p2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221" name="Google Shape;221;p24"/>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222" name="Google Shape;222;p2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223" name="Google Shape;223;p2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4" name="Google Shape;224;p2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5" name="Google Shape;225;p2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6" name="Google Shape;226;p2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227" name="Google Shape;227;p2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228" name="Google Shape;228;p2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229" name="Google Shape;229;p2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230" name="Google Shape;230;p2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231" name="Google Shape;231;p2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232" name="Google Shape;232;p2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233" name="Google Shape;233;p24"/>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234" name="Google Shape;234;p24"/>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 name="Google Shape;235;p24"/>
          <p:cNvGrpSpPr/>
          <p:nvPr/>
        </p:nvGrpSpPr>
        <p:grpSpPr>
          <a:xfrm>
            <a:off x="8685214" y="6022869"/>
            <a:ext cx="358775" cy="304800"/>
            <a:chOff x="5144" y="3677"/>
            <a:chExt cx="226" cy="192"/>
          </a:xfrm>
        </p:grpSpPr>
        <p:sp>
          <p:nvSpPr>
            <p:cNvPr id="236" name="Google Shape;236;p24"/>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7" name="Google Shape;237;p24"/>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238" name="Google Shape;238;p24"/>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9" name="Google Shape;239;p24"/>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0" name="Google Shape;240;p24"/>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 name="Google Shape;241;p24"/>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 name="Google Shape;242;p24"/>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3" name="Google Shape;243;p24"/>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4" name="Google Shape;244;p24"/>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5" name="Google Shape;245;p24"/>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6" name="Google Shape;246;p24"/>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7" name="Google Shape;247;p24"/>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8" name="Google Shape;248;p24"/>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9" name="Google Shape;249;p24"/>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0" name="Google Shape;250;p24"/>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 name="Google Shape;251;p24"/>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2" name="Google Shape;252;p24"/>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3" name="Google Shape;253;p24"/>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4" name="Google Shape;254;p24"/>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5" name="Google Shape;255;p24"/>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6" name="Google Shape;256;p24"/>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7" name="Google Shape;257;p24"/>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8" name="Google Shape;258;p24"/>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9" name="Google Shape;259;p24"/>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 name="Google Shape;260;p24"/>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 name="Google Shape;261;p24"/>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 name="Google Shape;262;p24"/>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3" name="Google Shape;263;p24"/>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4" name="Google Shape;264;p24"/>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5" name="Google Shape;265;p24"/>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6" name="Google Shape;266;p24"/>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7" name="Google Shape;267;p24"/>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8" name="Google Shape;268;p24"/>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9" name="Google Shape;269;p24"/>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 name="Google Shape;270;p24"/>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 name="Google Shape;271;p24"/>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2" name="Google Shape;272;p24"/>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3" name="Google Shape;273;p24"/>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4" name="Google Shape;274;p24"/>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5" name="Google Shape;275;p24"/>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276" name="Google Shape;276;p24"/>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277" name="Google Shape;277;p24"/>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278" name="Google Shape;278;p24"/>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279" name="Google Shape;279;p24"/>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280" name="Google Shape;280;p24"/>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81" name="Google Shape;281;p24"/>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82" name="Google Shape;282;p24"/>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283" name="Google Shape;283;p24"/>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284" name="Google Shape;284;p24"/>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285" name="Google Shape;285;p24"/>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286" name="Google Shape;286;p24"/>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287" name="Google Shape;287;p24"/>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288" name="Google Shape;288;p24"/>
          <p:cNvGrpSpPr/>
          <p:nvPr/>
        </p:nvGrpSpPr>
        <p:grpSpPr>
          <a:xfrm>
            <a:off x="8696327" y="2882326"/>
            <a:ext cx="593725" cy="136525"/>
            <a:chOff x="4250" y="1692"/>
            <a:chExt cx="374" cy="86"/>
          </a:xfrm>
        </p:grpSpPr>
        <p:cxnSp>
          <p:nvCxnSpPr>
            <p:cNvPr id="289" name="Google Shape;289;p24"/>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90" name="Google Shape;290;p24"/>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291" name="Google Shape;291;p24"/>
          <p:cNvGrpSpPr/>
          <p:nvPr/>
        </p:nvGrpSpPr>
        <p:grpSpPr>
          <a:xfrm rot="10800000">
            <a:off x="7793040" y="2896614"/>
            <a:ext cx="593725" cy="136525"/>
            <a:chOff x="4257" y="1699"/>
            <a:chExt cx="374" cy="86"/>
          </a:xfrm>
        </p:grpSpPr>
        <p:cxnSp>
          <p:nvCxnSpPr>
            <p:cNvPr id="292" name="Google Shape;292;p24"/>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93" name="Google Shape;293;p24"/>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294" name="Google Shape;294;p24"/>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295" name="Google Shape;295;p24"/>
          <p:cNvGrpSpPr/>
          <p:nvPr/>
        </p:nvGrpSpPr>
        <p:grpSpPr>
          <a:xfrm>
            <a:off x="6321427" y="1140839"/>
            <a:ext cx="2857500" cy="1966912"/>
            <a:chOff x="2600" y="665"/>
            <a:chExt cx="1800" cy="1239"/>
          </a:xfrm>
        </p:grpSpPr>
        <p:sp>
          <p:nvSpPr>
            <p:cNvPr id="296" name="Google Shape;296;p24"/>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 name="Google Shape;297;p24"/>
            <p:cNvGrpSpPr/>
            <p:nvPr/>
          </p:nvGrpSpPr>
          <p:grpSpPr>
            <a:xfrm>
              <a:off x="2820" y="872"/>
              <a:ext cx="1275" cy="860"/>
              <a:chOff x="1976" y="2984"/>
              <a:chExt cx="1275" cy="860"/>
            </a:xfrm>
          </p:grpSpPr>
          <p:sp>
            <p:nvSpPr>
              <p:cNvPr id="298" name="Google Shape;298;p2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 name="Google Shape;299;p24"/>
              <p:cNvSpPr txBox="1"/>
              <p:nvPr/>
            </p:nvSpPr>
            <p:spPr>
              <a:xfrm>
                <a:off x="2001" y="298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300" name="Google Shape;300;p24"/>
              <p:cNvSpPr txBox="1"/>
              <p:nvPr/>
            </p:nvSpPr>
            <p:spPr>
              <a:xfrm>
                <a:off x="2648" y="2987"/>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301" name="Google Shape;301;p24"/>
              <p:cNvSpPr txBox="1"/>
              <p:nvPr/>
            </p:nvSpPr>
            <p:spPr>
              <a:xfrm>
                <a:off x="2154" y="3117"/>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302" name="Google Shape;302;p24"/>
              <p:cNvSpPr txBox="1"/>
              <p:nvPr/>
            </p:nvSpPr>
            <p:spPr>
              <a:xfrm>
                <a:off x="1976" y="3257"/>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303" name="Google Shape;303;p24"/>
              <p:cNvSpPr txBox="1"/>
              <p:nvPr/>
            </p:nvSpPr>
            <p:spPr>
              <a:xfrm>
                <a:off x="2053" y="354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304" name="Google Shape;304;p2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5" name="Google Shape;305;p2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6" name="Google Shape;306;p2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7" name="Google Shape;307;p2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308" name="Google Shape;308;p2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309" name="Google Shape;309;p2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310" name="Google Shape;310;p24"/>
              <p:cNvSpPr txBox="1"/>
              <p:nvPr/>
            </p:nvSpPr>
            <p:spPr>
              <a:xfrm>
                <a:off x="2708" y="339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311" name="Google Shape;311;p24"/>
              <p:cNvSpPr txBox="1"/>
              <p:nvPr/>
            </p:nvSpPr>
            <p:spPr>
              <a:xfrm>
                <a:off x="2651" y="354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312" name="Google Shape;312;p2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313" name="Google Shape;313;p2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314" name="Google Shape;314;p24"/>
            <p:cNvSpPr txBox="1"/>
            <p:nvPr/>
          </p:nvSpPr>
          <p:spPr>
            <a:xfrm>
              <a:off x="2600" y="665"/>
              <a:ext cx="18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315" name="Google Shape;315;p24"/>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6" name="Google Shape;316;p24"/>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317" name="Google Shape;317;p24"/>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318" name="Google Shape;31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325" name="Google Shape;325;p25"/>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326" name="Google Shape;326;p25"/>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327" name="Google Shape;327;p25"/>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328" name="Google Shape;328;p25"/>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329" name="Google Shape;329;p25"/>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330" name="Google Shape;330;p25"/>
          <p:cNvGrpSpPr/>
          <p:nvPr/>
        </p:nvGrpSpPr>
        <p:grpSpPr>
          <a:xfrm>
            <a:off x="1499000" y="2541021"/>
            <a:ext cx="5581275" cy="780392"/>
            <a:chOff x="1499000" y="2541021"/>
            <a:chExt cx="5581275" cy="780392"/>
          </a:xfrm>
        </p:grpSpPr>
        <p:cxnSp>
          <p:nvCxnSpPr>
            <p:cNvPr id="331" name="Google Shape;331;p25"/>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332" name="Google Shape;332;p25"/>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333" name="Google Shape;333;p25"/>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34" name="Google Shape;334;p25"/>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335" name="Google Shape;335;p25"/>
          <p:cNvGrpSpPr/>
          <p:nvPr/>
        </p:nvGrpSpPr>
        <p:grpSpPr>
          <a:xfrm>
            <a:off x="4264368" y="3523026"/>
            <a:ext cx="2813399" cy="800100"/>
            <a:chOff x="4264368" y="3523026"/>
            <a:chExt cx="2813399" cy="800100"/>
          </a:xfrm>
        </p:grpSpPr>
        <p:cxnSp>
          <p:nvCxnSpPr>
            <p:cNvPr id="336" name="Google Shape;336;p25"/>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337" name="Google Shape;337;p25"/>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38" name="Google Shape;338;p25"/>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339" name="Google Shape;339;p25"/>
          <p:cNvGrpSpPr/>
          <p:nvPr/>
        </p:nvGrpSpPr>
        <p:grpSpPr>
          <a:xfrm>
            <a:off x="4339949" y="4518388"/>
            <a:ext cx="2590800" cy="506413"/>
            <a:chOff x="4339949" y="4518388"/>
            <a:chExt cx="2590800" cy="506413"/>
          </a:xfrm>
        </p:grpSpPr>
        <p:cxnSp>
          <p:nvCxnSpPr>
            <p:cNvPr id="340" name="Google Shape;340;p25"/>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341" name="Google Shape;341;p25"/>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42" name="Google Shape;342;p25"/>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343" name="Google Shape;343;p25"/>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344" name="Google Shape;344;p25"/>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345" name="Google Shape;345;p25"/>
          <p:cNvGrpSpPr/>
          <p:nvPr/>
        </p:nvGrpSpPr>
        <p:grpSpPr>
          <a:xfrm>
            <a:off x="3824012" y="1687876"/>
            <a:ext cx="755650" cy="782637"/>
            <a:chOff x="-44" y="1473"/>
            <a:chExt cx="981" cy="1105"/>
          </a:xfrm>
        </p:grpSpPr>
        <p:pic>
          <p:nvPicPr>
            <p:cNvPr descr="desktop_computer_stylized_medium" id="346" name="Google Shape;346;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 name="Google Shape;347;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348" name="Google Shape;348;p25"/>
          <p:cNvGrpSpPr/>
          <p:nvPr/>
        </p:nvGrpSpPr>
        <p:grpSpPr>
          <a:xfrm flipH="1">
            <a:off x="6686274" y="1727563"/>
            <a:ext cx="788988" cy="862013"/>
            <a:chOff x="-44" y="1473"/>
            <a:chExt cx="981" cy="1105"/>
          </a:xfrm>
        </p:grpSpPr>
        <p:pic>
          <p:nvPicPr>
            <p:cNvPr descr="desktop_computer_stylized_medium" id="349" name="Google Shape;349;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50" name="Google Shape;350;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351" name="Google Shape;351;p25"/>
          <p:cNvGrpSpPr/>
          <p:nvPr/>
        </p:nvGrpSpPr>
        <p:grpSpPr>
          <a:xfrm>
            <a:off x="4692316" y="2815389"/>
            <a:ext cx="1388485" cy="1371600"/>
            <a:chOff x="4692316" y="2815389"/>
            <a:chExt cx="1388485" cy="1371600"/>
          </a:xfrm>
        </p:grpSpPr>
        <p:sp>
          <p:nvSpPr>
            <p:cNvPr id="352" name="Google Shape;352;p25"/>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3" name="Google Shape;353;p2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54" name="Google Shape;354;p25"/>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355" name="Google Shape;355;p25"/>
          <p:cNvGrpSpPr/>
          <p:nvPr/>
        </p:nvGrpSpPr>
        <p:grpSpPr>
          <a:xfrm>
            <a:off x="4684295" y="3737810"/>
            <a:ext cx="1982043" cy="1307432"/>
            <a:chOff x="4692316" y="2815389"/>
            <a:chExt cx="1982043" cy="1307432"/>
          </a:xfrm>
        </p:grpSpPr>
        <p:sp>
          <p:nvSpPr>
            <p:cNvPr id="356" name="Google Shape;356;p25"/>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7" name="Google Shape;357;p2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58" name="Google Shape;358;p25"/>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359" name="Google Shape;359;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1"/>
                                        </p:tgtEl>
                                      </p:cBhvr>
                                    </p:animEffect>
                                    <p:set>
                                      <p:cBhvr>
                                        <p:cTn dur="1" fill="hold">
                                          <p:stCondLst>
                                            <p:cond delay="500"/>
                                          </p:stCondLst>
                                        </p:cTn>
                                        <p:tgtEl>
                                          <p:spTgt spid="3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366" name="Google Shape;366;p26"/>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367" name="Google Shape;367;p26"/>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368" name="Google Shape;368;p26"/>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369" name="Google Shape;369;p26"/>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70" name="Google Shape;370;p26"/>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71" name="Google Shape;371;p26"/>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372" name="Google Shape;372;p26"/>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373" name="Google Shape;373;p26"/>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4" name="Google Shape;374;p26"/>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 name="Google Shape;375;p26"/>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6" name="Google Shape;376;p26"/>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7" name="Google Shape;377;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3"/>
                                        </p:tgtEl>
                                      </p:cBhvr>
                                    </p:animEffect>
                                    <p:set>
                                      <p:cBhvr>
                                        <p:cTn dur="1" fill="hold">
                                          <p:stCondLst>
                                            <p:cond delay="500"/>
                                          </p:stCondLst>
                                        </p:cTn>
                                        <p:tgtEl>
                                          <p:spTgt spid="3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4"/>
                                        </p:tgtEl>
                                      </p:cBhvr>
                                    </p:animEffect>
                                    <p:set>
                                      <p:cBhvr>
                                        <p:cTn dur="1" fill="hold">
                                          <p:stCondLst>
                                            <p:cond delay="500"/>
                                          </p:stCondLst>
                                        </p:cTn>
                                        <p:tgtEl>
                                          <p:spTgt spid="3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5"/>
                                        </p:tgtEl>
                                      </p:cBhvr>
                                    </p:animEffect>
                                    <p:set>
                                      <p:cBhvr>
                                        <p:cTn dur="1" fill="hold">
                                          <p:stCondLst>
                                            <p:cond delay="500"/>
                                          </p:stCondLst>
                                        </p:cTn>
                                        <p:tgtEl>
                                          <p:spTgt spid="3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6"/>
                                        </p:tgtEl>
                                      </p:cBhvr>
                                    </p:animEffect>
                                    <p:set>
                                      <p:cBhvr>
                                        <p:cTn dur="1" fill="hold">
                                          <p:stCondLst>
                                            <p:cond delay="500"/>
                                          </p:stCondLst>
                                        </p:cTn>
                                        <p:tgtEl>
                                          <p:spTgt spid="3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384" name="Google Shape;384;p27"/>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385" name="Google Shape;385;p27"/>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386" name="Google Shape;386;p27"/>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387" name="Google Shape;387;p27"/>
          <p:cNvGrpSpPr/>
          <p:nvPr/>
        </p:nvGrpSpPr>
        <p:grpSpPr>
          <a:xfrm>
            <a:off x="2032069" y="2342822"/>
            <a:ext cx="2346325" cy="571500"/>
            <a:chOff x="2032069" y="2342822"/>
            <a:chExt cx="2346325" cy="571500"/>
          </a:xfrm>
        </p:grpSpPr>
        <p:cxnSp>
          <p:nvCxnSpPr>
            <p:cNvPr id="388" name="Google Shape;388;p27"/>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389" name="Google Shape;389;p27"/>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0" name="Google Shape;390;p27"/>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391" name="Google Shape;391;p27"/>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392" name="Google Shape;392;p27"/>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393" name="Google Shape;393;p27"/>
          <p:cNvGrpSpPr/>
          <p:nvPr/>
        </p:nvGrpSpPr>
        <p:grpSpPr>
          <a:xfrm>
            <a:off x="2019369" y="4104947"/>
            <a:ext cx="2351087" cy="512763"/>
            <a:chOff x="2019369" y="4104947"/>
            <a:chExt cx="2351087" cy="512763"/>
          </a:xfrm>
        </p:grpSpPr>
        <p:cxnSp>
          <p:nvCxnSpPr>
            <p:cNvPr id="394" name="Google Shape;394;p27"/>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395" name="Google Shape;395;p27"/>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6" name="Google Shape;396;p27"/>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397" name="Google Shape;397;p27"/>
          <p:cNvGrpSpPr/>
          <p:nvPr/>
        </p:nvGrpSpPr>
        <p:grpSpPr>
          <a:xfrm>
            <a:off x="2857569" y="3004810"/>
            <a:ext cx="1484312" cy="628650"/>
            <a:chOff x="2857569" y="3004810"/>
            <a:chExt cx="1484312" cy="628650"/>
          </a:xfrm>
        </p:grpSpPr>
        <p:cxnSp>
          <p:nvCxnSpPr>
            <p:cNvPr id="398" name="Google Shape;398;p27"/>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399" name="Google Shape;399;p27"/>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0" name="Google Shape;400;p27"/>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401" name="Google Shape;401;p27"/>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402" name="Google Shape;402;p27"/>
          <p:cNvGrpSpPr/>
          <p:nvPr/>
        </p:nvGrpSpPr>
        <p:grpSpPr>
          <a:xfrm>
            <a:off x="2008256" y="4703435"/>
            <a:ext cx="2338388" cy="782637"/>
            <a:chOff x="2008256" y="4703435"/>
            <a:chExt cx="2338388" cy="782637"/>
          </a:xfrm>
        </p:grpSpPr>
        <p:cxnSp>
          <p:nvCxnSpPr>
            <p:cNvPr id="403" name="Google Shape;403;p27"/>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404" name="Google Shape;404;p27"/>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5" name="Google Shape;405;p27"/>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406" name="Google Shape;406;p27"/>
          <p:cNvGrpSpPr/>
          <p:nvPr/>
        </p:nvGrpSpPr>
        <p:grpSpPr>
          <a:xfrm>
            <a:off x="1638375" y="2058745"/>
            <a:ext cx="307800" cy="2028897"/>
            <a:chOff x="1638369" y="2347585"/>
            <a:chExt cx="307800" cy="1739900"/>
          </a:xfrm>
        </p:grpSpPr>
        <p:sp>
          <p:nvSpPr>
            <p:cNvPr id="407" name="Google Shape;407;p27"/>
            <p:cNvSpPr txBox="1"/>
            <p:nvPr/>
          </p:nvSpPr>
          <p:spPr>
            <a:xfrm rot="-5400000">
              <a:off x="1447719" y="3081035"/>
              <a:ext cx="689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408" name="Google Shape;408;p27"/>
            <p:cNvGrpSpPr/>
            <p:nvPr/>
          </p:nvGrpSpPr>
          <p:grpSpPr>
            <a:xfrm>
              <a:off x="1779656" y="2347585"/>
              <a:ext cx="104775" cy="508000"/>
              <a:chOff x="3099" y="1749"/>
              <a:chExt cx="66" cy="320"/>
            </a:xfrm>
          </p:grpSpPr>
          <p:cxnSp>
            <p:nvCxnSpPr>
              <p:cNvPr id="409" name="Google Shape;409;p2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0" name="Google Shape;410;p2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411" name="Google Shape;411;p27"/>
            <p:cNvGrpSpPr/>
            <p:nvPr/>
          </p:nvGrpSpPr>
          <p:grpSpPr>
            <a:xfrm rot="10800000">
              <a:off x="1763782" y="3579485"/>
              <a:ext cx="104775" cy="508000"/>
              <a:chOff x="3106" y="1756"/>
              <a:chExt cx="66" cy="320"/>
            </a:xfrm>
          </p:grpSpPr>
          <p:cxnSp>
            <p:nvCxnSpPr>
              <p:cNvPr id="412" name="Google Shape;412;p27"/>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3" name="Google Shape;413;p27"/>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414" name="Google Shape;414;p27"/>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415" name="Google Shape;415;p27"/>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416" name="Google Shape;416;p27"/>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417" name="Google Shape;417;p27"/>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18" name="Google Shape;418;p27"/>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419" name="Google Shape;419;p27"/>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0" name="Google Shape;420;p27"/>
          <p:cNvGrpSpPr/>
          <p:nvPr/>
        </p:nvGrpSpPr>
        <p:grpSpPr>
          <a:xfrm>
            <a:off x="7595603" y="4111297"/>
            <a:ext cx="2441575" cy="668338"/>
            <a:chOff x="7595603" y="4111297"/>
            <a:chExt cx="2441575" cy="668338"/>
          </a:xfrm>
        </p:grpSpPr>
        <p:cxnSp>
          <p:nvCxnSpPr>
            <p:cNvPr id="421" name="Google Shape;421;p27"/>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22" name="Google Shape;422;p27"/>
            <p:cNvSpPr txBox="1"/>
            <p:nvPr/>
          </p:nvSpPr>
          <p:spPr>
            <a:xfrm>
              <a:off x="8541753" y="4262110"/>
              <a:ext cx="12128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423" name="Google Shape;423;p27"/>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4" name="Google Shape;424;p27"/>
          <p:cNvGrpSpPr/>
          <p:nvPr/>
        </p:nvGrpSpPr>
        <p:grpSpPr>
          <a:xfrm>
            <a:off x="7627353" y="4814560"/>
            <a:ext cx="2338388" cy="782637"/>
            <a:chOff x="7627353" y="4814560"/>
            <a:chExt cx="2338388" cy="782637"/>
          </a:xfrm>
        </p:grpSpPr>
        <p:cxnSp>
          <p:nvCxnSpPr>
            <p:cNvPr id="425" name="Google Shape;425;p27"/>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426" name="Google Shape;426;p27"/>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427" name="Google Shape;427;p27"/>
          <p:cNvGrpSpPr/>
          <p:nvPr/>
        </p:nvGrpSpPr>
        <p:grpSpPr>
          <a:xfrm>
            <a:off x="7235250" y="2058569"/>
            <a:ext cx="307800" cy="2028897"/>
            <a:chOff x="7235241" y="2347585"/>
            <a:chExt cx="307800" cy="1739900"/>
          </a:xfrm>
        </p:grpSpPr>
        <p:sp>
          <p:nvSpPr>
            <p:cNvPr id="428" name="Google Shape;428;p27"/>
            <p:cNvSpPr txBox="1"/>
            <p:nvPr/>
          </p:nvSpPr>
          <p:spPr>
            <a:xfrm rot="-5400000">
              <a:off x="7044591" y="3081035"/>
              <a:ext cx="689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429" name="Google Shape;429;p27"/>
            <p:cNvGrpSpPr/>
            <p:nvPr/>
          </p:nvGrpSpPr>
          <p:grpSpPr>
            <a:xfrm>
              <a:off x="7376528" y="2347585"/>
              <a:ext cx="104775" cy="508000"/>
              <a:chOff x="3099" y="1749"/>
              <a:chExt cx="66" cy="320"/>
            </a:xfrm>
          </p:grpSpPr>
          <p:cxnSp>
            <p:nvCxnSpPr>
              <p:cNvPr id="430" name="Google Shape;430;p2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31" name="Google Shape;431;p2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432" name="Google Shape;432;p27"/>
            <p:cNvGrpSpPr/>
            <p:nvPr/>
          </p:nvGrpSpPr>
          <p:grpSpPr>
            <a:xfrm rot="10800000">
              <a:off x="7359066" y="3579485"/>
              <a:ext cx="104775" cy="508000"/>
              <a:chOff x="3107" y="1756"/>
              <a:chExt cx="66" cy="320"/>
            </a:xfrm>
          </p:grpSpPr>
          <p:cxnSp>
            <p:nvCxnSpPr>
              <p:cNvPr id="433" name="Google Shape;433;p27"/>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34" name="Google Shape;434;p27"/>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435" name="Google Shape;435;p27"/>
          <p:cNvGrpSpPr/>
          <p:nvPr/>
        </p:nvGrpSpPr>
        <p:grpSpPr>
          <a:xfrm>
            <a:off x="7603541" y="3004810"/>
            <a:ext cx="2339975" cy="1944687"/>
            <a:chOff x="7603541" y="3004810"/>
            <a:chExt cx="2339975" cy="1944687"/>
          </a:xfrm>
        </p:grpSpPr>
        <p:cxnSp>
          <p:nvCxnSpPr>
            <p:cNvPr id="436" name="Google Shape;436;p27"/>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437" name="Google Shape;437;p27"/>
            <p:cNvGrpSpPr/>
            <p:nvPr/>
          </p:nvGrpSpPr>
          <p:grpSpPr>
            <a:xfrm>
              <a:off x="8505241" y="3496935"/>
              <a:ext cx="949325" cy="304800"/>
              <a:chOff x="4215" y="2253"/>
              <a:chExt cx="598" cy="192"/>
            </a:xfrm>
          </p:grpSpPr>
          <p:sp>
            <p:nvSpPr>
              <p:cNvPr id="438" name="Google Shape;438;p2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9" name="Google Shape;439;p2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440" name="Google Shape;440;p27"/>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441" name="Google Shape;441;p27"/>
            <p:cNvGrpSpPr/>
            <p:nvPr/>
          </p:nvGrpSpPr>
          <p:grpSpPr>
            <a:xfrm>
              <a:off x="8744953" y="3773160"/>
              <a:ext cx="949325" cy="304800"/>
              <a:chOff x="4215" y="2253"/>
              <a:chExt cx="598" cy="192"/>
            </a:xfrm>
          </p:grpSpPr>
          <p:sp>
            <p:nvSpPr>
              <p:cNvPr id="442" name="Google Shape;442;p2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3" name="Google Shape;443;p2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444" name="Google Shape;444;p27"/>
          <p:cNvGrpSpPr/>
          <p:nvPr/>
        </p:nvGrpSpPr>
        <p:grpSpPr>
          <a:xfrm>
            <a:off x="6241474" y="4416168"/>
            <a:ext cx="1768475" cy="649110"/>
            <a:chOff x="6241476" y="4416100"/>
            <a:chExt cx="1591500" cy="649110"/>
          </a:xfrm>
        </p:grpSpPr>
        <p:sp>
          <p:nvSpPr>
            <p:cNvPr id="445" name="Google Shape;445;p27"/>
            <p:cNvSpPr txBox="1"/>
            <p:nvPr/>
          </p:nvSpPr>
          <p:spPr>
            <a:xfrm>
              <a:off x="6241476" y="4416100"/>
              <a:ext cx="1591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446" name="Google Shape;446;p27"/>
            <p:cNvSpPr txBox="1"/>
            <p:nvPr/>
          </p:nvSpPr>
          <p:spPr>
            <a:xfrm>
              <a:off x="6260516" y="4757410"/>
              <a:ext cx="1363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447" name="Google Shape;447;p27"/>
          <p:cNvSpPr txBox="1"/>
          <p:nvPr/>
        </p:nvSpPr>
        <p:spPr>
          <a:xfrm>
            <a:off x="6279576" y="5432100"/>
            <a:ext cx="1591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448" name="Google Shape;448;p27"/>
          <p:cNvGrpSpPr/>
          <p:nvPr/>
        </p:nvGrpSpPr>
        <p:grpSpPr>
          <a:xfrm>
            <a:off x="6306549" y="2187250"/>
            <a:ext cx="3668717" cy="1112835"/>
            <a:chOff x="6306549" y="2187250"/>
            <a:chExt cx="3668717" cy="1112835"/>
          </a:xfrm>
        </p:grpSpPr>
        <p:cxnSp>
          <p:nvCxnSpPr>
            <p:cNvPr id="449" name="Google Shape;449;p27"/>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50" name="Google Shape;450;p27"/>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 name="Google Shape;451;p27"/>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452" name="Google Shape;452;p27"/>
            <p:cNvGrpSpPr/>
            <p:nvPr/>
          </p:nvGrpSpPr>
          <p:grpSpPr>
            <a:xfrm>
              <a:off x="7614653" y="2728585"/>
              <a:ext cx="2346325" cy="571500"/>
              <a:chOff x="3759" y="1622"/>
              <a:chExt cx="1478" cy="360"/>
            </a:xfrm>
          </p:grpSpPr>
          <p:cxnSp>
            <p:nvCxnSpPr>
              <p:cNvPr id="453" name="Google Shape;453;p27"/>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54" name="Google Shape;454;p27"/>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5" name="Google Shape;455;p27"/>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456" name="Google Shape;456;p27"/>
            <p:cNvSpPr txBox="1"/>
            <p:nvPr/>
          </p:nvSpPr>
          <p:spPr>
            <a:xfrm>
              <a:off x="6306549" y="2187250"/>
              <a:ext cx="1484400" cy="307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457" name="Google Shape;457;p27"/>
          <p:cNvGrpSpPr/>
          <p:nvPr/>
        </p:nvGrpSpPr>
        <p:grpSpPr>
          <a:xfrm>
            <a:off x="7186028" y="1463347"/>
            <a:ext cx="630238" cy="533400"/>
            <a:chOff x="-44" y="1473"/>
            <a:chExt cx="981" cy="1105"/>
          </a:xfrm>
        </p:grpSpPr>
        <p:pic>
          <p:nvPicPr>
            <p:cNvPr descr="desktop_computer_stylized_medium" id="458" name="Google Shape;458;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9" name="Google Shape;459;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0" name="Google Shape;460;p27"/>
          <p:cNvGrpSpPr/>
          <p:nvPr/>
        </p:nvGrpSpPr>
        <p:grpSpPr>
          <a:xfrm flipH="1">
            <a:off x="9753016" y="1469697"/>
            <a:ext cx="631825" cy="622300"/>
            <a:chOff x="-44" y="1473"/>
            <a:chExt cx="981" cy="1105"/>
          </a:xfrm>
        </p:grpSpPr>
        <p:pic>
          <p:nvPicPr>
            <p:cNvPr descr="desktop_computer_stylized_medium" id="461" name="Google Shape;461;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2" name="Google Shape;462;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3" name="Google Shape;463;p27"/>
          <p:cNvGrpSpPr/>
          <p:nvPr/>
        </p:nvGrpSpPr>
        <p:grpSpPr>
          <a:xfrm>
            <a:off x="1601856" y="1474460"/>
            <a:ext cx="630238" cy="533400"/>
            <a:chOff x="-44" y="1473"/>
            <a:chExt cx="981" cy="1105"/>
          </a:xfrm>
        </p:grpSpPr>
        <p:pic>
          <p:nvPicPr>
            <p:cNvPr descr="desktop_computer_stylized_medium" id="464" name="Google Shape;464;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5" name="Google Shape;465;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6" name="Google Shape;466;p27"/>
          <p:cNvGrpSpPr/>
          <p:nvPr/>
        </p:nvGrpSpPr>
        <p:grpSpPr>
          <a:xfrm flipH="1">
            <a:off x="4179956" y="1458585"/>
            <a:ext cx="709613" cy="600075"/>
            <a:chOff x="-44" y="1473"/>
            <a:chExt cx="981" cy="1105"/>
          </a:xfrm>
        </p:grpSpPr>
        <p:pic>
          <p:nvPicPr>
            <p:cNvPr descr="desktop_computer_stylized_medium" id="467" name="Google Shape;467;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8" name="Google Shape;468;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69" name="Google Shape;469;p27"/>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ACK for 120</a:t>
            </a:r>
            <a:endParaRPr/>
          </a:p>
        </p:txBody>
      </p:sp>
      <p:sp>
        <p:nvSpPr>
          <p:cNvPr id="470" name="Google Shape;47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477" name="Google Shape;477;p28"/>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478" name="Google Shape;478;p28"/>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79" name="Google Shape;479;p28"/>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480" name="Google Shape;480;p28"/>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481" name="Google Shape;481;p28"/>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2" name="Google Shape;482;p28"/>
          <p:cNvSpPr txBox="1"/>
          <p:nvPr/>
        </p:nvSpPr>
        <p:spPr>
          <a:xfrm>
            <a:off x="2184249" y="2482400"/>
            <a:ext cx="220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483" name="Google Shape;483;p28"/>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84" name="Google Shape;484;p28"/>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485" name="Google Shape;485;p28"/>
          <p:cNvGrpSpPr/>
          <p:nvPr/>
        </p:nvGrpSpPr>
        <p:grpSpPr>
          <a:xfrm>
            <a:off x="2009637" y="4431849"/>
            <a:ext cx="2652713" cy="879475"/>
            <a:chOff x="2035037" y="4444549"/>
            <a:chExt cx="2652713" cy="879475"/>
          </a:xfrm>
        </p:grpSpPr>
        <p:cxnSp>
          <p:nvCxnSpPr>
            <p:cNvPr id="486" name="Google Shape;486;p28"/>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87" name="Google Shape;487;p28"/>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8" name="Google Shape;488;p28"/>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489" name="Google Shape;489;p28"/>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90" name="Google Shape;490;p28"/>
          <p:cNvGrpSpPr/>
          <p:nvPr/>
        </p:nvGrpSpPr>
        <p:grpSpPr>
          <a:xfrm>
            <a:off x="2025512" y="2734812"/>
            <a:ext cx="2430462" cy="609588"/>
            <a:chOff x="3759" y="1622"/>
            <a:chExt cx="1531" cy="384"/>
          </a:xfrm>
        </p:grpSpPr>
        <p:cxnSp>
          <p:nvCxnSpPr>
            <p:cNvPr id="491" name="Google Shape;491;p28"/>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92" name="Google Shape;492;p28"/>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3" name="Google Shape;493;p28"/>
            <p:cNvSpPr txBox="1"/>
            <p:nvPr/>
          </p:nvSpPr>
          <p:spPr>
            <a:xfrm>
              <a:off x="3790" y="1706"/>
              <a:ext cx="15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494" name="Google Shape;494;p28"/>
          <p:cNvGrpSpPr/>
          <p:nvPr/>
        </p:nvGrpSpPr>
        <p:grpSpPr>
          <a:xfrm>
            <a:off x="2030275" y="3011037"/>
            <a:ext cx="2324100" cy="1381125"/>
            <a:chOff x="2030275" y="3011037"/>
            <a:chExt cx="2324100" cy="1381125"/>
          </a:xfrm>
        </p:grpSpPr>
        <p:sp>
          <p:nvSpPr>
            <p:cNvPr id="495" name="Google Shape;495;p28"/>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496" name="Google Shape;496;p28"/>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497" name="Google Shape;497;p28"/>
            <p:cNvGrpSpPr/>
            <p:nvPr/>
          </p:nvGrpSpPr>
          <p:grpSpPr>
            <a:xfrm>
              <a:off x="2939912" y="3211062"/>
              <a:ext cx="949325" cy="304800"/>
              <a:chOff x="4215" y="2253"/>
              <a:chExt cx="598" cy="192"/>
            </a:xfrm>
          </p:grpSpPr>
          <p:sp>
            <p:nvSpPr>
              <p:cNvPr id="498" name="Google Shape;498;p28"/>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 name="Google Shape;499;p2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00" name="Google Shape;500;p28"/>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501" name="Google Shape;501;p28"/>
            <p:cNvGrpSpPr/>
            <p:nvPr/>
          </p:nvGrpSpPr>
          <p:grpSpPr>
            <a:xfrm>
              <a:off x="2673212" y="3768274"/>
              <a:ext cx="949325" cy="304800"/>
              <a:chOff x="4215" y="2253"/>
              <a:chExt cx="598" cy="192"/>
            </a:xfrm>
          </p:grpSpPr>
          <p:sp>
            <p:nvSpPr>
              <p:cNvPr id="502" name="Google Shape;502;p28"/>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3" name="Google Shape;503;p2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04" name="Google Shape;504;p28"/>
          <p:cNvGrpSpPr/>
          <p:nvPr/>
        </p:nvGrpSpPr>
        <p:grpSpPr>
          <a:xfrm>
            <a:off x="1598475" y="1469574"/>
            <a:ext cx="630237" cy="533400"/>
            <a:chOff x="-44" y="1473"/>
            <a:chExt cx="981" cy="1105"/>
          </a:xfrm>
        </p:grpSpPr>
        <p:pic>
          <p:nvPicPr>
            <p:cNvPr descr="desktop_computer_stylized_medium" id="505" name="Google Shape;505;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6" name="Google Shape;506;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07" name="Google Shape;507;p28"/>
          <p:cNvGrpSpPr/>
          <p:nvPr/>
        </p:nvGrpSpPr>
        <p:grpSpPr>
          <a:xfrm flipH="1">
            <a:off x="4176575" y="1464812"/>
            <a:ext cx="674687" cy="590550"/>
            <a:chOff x="-44" y="1473"/>
            <a:chExt cx="981" cy="1105"/>
          </a:xfrm>
        </p:grpSpPr>
        <p:pic>
          <p:nvPicPr>
            <p:cNvPr descr="desktop_computer_stylized_medium" id="508" name="Google Shape;508;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9" name="Google Shape;509;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10" name="Google Shape;510;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517" name="Google Shape;517;p29"/>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518" name="Google Shape;518;p29"/>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519" name="Google Shape;519;p29"/>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520" name="Google Shape;520;p29"/>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521" name="Google Shape;521;p29"/>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522" name="Google Shape;522;p29"/>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23" name="Google Shape;523;p29"/>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24" name="Google Shape;524;p29"/>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525" name="Google Shape;525;p29"/>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26" name="Google Shape;526;p29"/>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527" name="Google Shape;527;p29"/>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28" name="Google Shape;528;p29"/>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529" name="Google Shape;529;p29"/>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30" name="Google Shape;530;p29"/>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31" name="Google Shape;531;p29"/>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32" name="Google Shape;532;p29"/>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33" name="Google Shape;533;p29"/>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534" name="Google Shape;534;p29"/>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535" name="Google Shape;535;p29"/>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36" name="Google Shape;536;p29"/>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37" name="Google Shape;537;p29"/>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538" name="Google Shape;538;p29"/>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39" name="Google Shape;539;p29"/>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540" name="Google Shape;540;p29"/>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1" name="Google Shape;541;p29"/>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42" name="Google Shape;542;p29"/>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43" name="Google Shape;543;p29"/>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44" name="Google Shape;544;p29"/>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45" name="Google Shape;545;p29"/>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6" name="Google Shape;546;p29"/>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547" name="Google Shape;547;p29"/>
          <p:cNvGrpSpPr/>
          <p:nvPr/>
        </p:nvGrpSpPr>
        <p:grpSpPr>
          <a:xfrm>
            <a:off x="1696017" y="4472044"/>
            <a:ext cx="775403" cy="566176"/>
            <a:chOff x="-44" y="1473"/>
            <a:chExt cx="981" cy="1105"/>
          </a:xfrm>
        </p:grpSpPr>
        <p:pic>
          <p:nvPicPr>
            <p:cNvPr descr="desktop_computer_stylized_medium" id="548" name="Google Shape;548;p29"/>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49" name="Google Shape;549;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550" name="Google Shape;550;p29"/>
          <p:cNvGrpSpPr/>
          <p:nvPr/>
        </p:nvGrpSpPr>
        <p:grpSpPr>
          <a:xfrm>
            <a:off x="4073636" y="4451330"/>
            <a:ext cx="318750" cy="557545"/>
            <a:chOff x="4140" y="429"/>
            <a:chExt cx="1425" cy="2396"/>
          </a:xfrm>
        </p:grpSpPr>
        <p:sp>
          <p:nvSpPr>
            <p:cNvPr id="551" name="Google Shape;551;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2" name="Google Shape;552;p29"/>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3" name="Google Shape;553;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4" name="Google Shape;554;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5" name="Google Shape;555;p29"/>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56" name="Google Shape;556;p29"/>
            <p:cNvGrpSpPr/>
            <p:nvPr/>
          </p:nvGrpSpPr>
          <p:grpSpPr>
            <a:xfrm>
              <a:off x="4751" y="666"/>
              <a:ext cx="578" cy="148"/>
              <a:chOff x="617" y="2566"/>
              <a:chExt cx="721" cy="142"/>
            </a:xfrm>
          </p:grpSpPr>
          <p:sp>
            <p:nvSpPr>
              <p:cNvPr id="557" name="Google Shape;557;p29"/>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8" name="Google Shape;558;p29"/>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59" name="Google Shape;559;p29"/>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0" name="Google Shape;560;p29"/>
            <p:cNvGrpSpPr/>
            <p:nvPr/>
          </p:nvGrpSpPr>
          <p:grpSpPr>
            <a:xfrm>
              <a:off x="4745" y="993"/>
              <a:ext cx="585" cy="134"/>
              <a:chOff x="611" y="2567"/>
              <a:chExt cx="730" cy="139"/>
            </a:xfrm>
          </p:grpSpPr>
          <p:sp>
            <p:nvSpPr>
              <p:cNvPr id="561" name="Google Shape;561;p29"/>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2" name="Google Shape;562;p29"/>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63" name="Google Shape;563;p29"/>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4" name="Google Shape;564;p29"/>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5" name="Google Shape;565;p29"/>
            <p:cNvGrpSpPr/>
            <p:nvPr/>
          </p:nvGrpSpPr>
          <p:grpSpPr>
            <a:xfrm>
              <a:off x="4738" y="1630"/>
              <a:ext cx="578" cy="149"/>
              <a:chOff x="618" y="2571"/>
              <a:chExt cx="720" cy="137"/>
            </a:xfrm>
          </p:grpSpPr>
          <p:sp>
            <p:nvSpPr>
              <p:cNvPr id="566" name="Google Shape;566;p29"/>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7" name="Google Shape;567;p29"/>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68" name="Google Shape;568;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9" name="Google Shape;569;p29"/>
            <p:cNvGrpSpPr/>
            <p:nvPr/>
          </p:nvGrpSpPr>
          <p:grpSpPr>
            <a:xfrm>
              <a:off x="4738" y="1327"/>
              <a:ext cx="584" cy="141"/>
              <a:chOff x="613" y="2568"/>
              <a:chExt cx="728" cy="141"/>
            </a:xfrm>
          </p:grpSpPr>
          <p:sp>
            <p:nvSpPr>
              <p:cNvPr id="570" name="Google Shape;570;p29"/>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1" name="Google Shape;571;p29"/>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2" name="Google Shape;572;p29"/>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3" name="Google Shape;573;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4" name="Google Shape;574;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 name="Google Shape;575;p29"/>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 name="Google Shape;576;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 name="Google Shape;577;p29"/>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 name="Google Shape;578;p29"/>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 name="Google Shape;579;p29"/>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 name="Google Shape;580;p29"/>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581" name="Google Shape;581;p29"/>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2" name="Google Shape;582;p29"/>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83" name="Google Shape;583;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90" name="Google Shape;590;p30"/>
          <p:cNvGrpSpPr/>
          <p:nvPr/>
        </p:nvGrpSpPr>
        <p:grpSpPr>
          <a:xfrm>
            <a:off x="435655" y="1435139"/>
            <a:ext cx="3855401" cy="3186116"/>
            <a:chOff x="435655" y="1990325"/>
            <a:chExt cx="3855401" cy="3186116"/>
          </a:xfrm>
        </p:grpSpPr>
        <p:cxnSp>
          <p:nvCxnSpPr>
            <p:cNvPr id="591" name="Google Shape;591;p30"/>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92" name="Google Shape;592;p30"/>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593" name="Google Shape;593;p30"/>
            <p:cNvGrpSpPr/>
            <p:nvPr/>
          </p:nvGrpSpPr>
          <p:grpSpPr>
            <a:xfrm>
              <a:off x="1386567" y="4700191"/>
              <a:ext cx="2405063" cy="476250"/>
              <a:chOff x="1097" y="2807"/>
              <a:chExt cx="1515" cy="300"/>
            </a:xfrm>
          </p:grpSpPr>
          <p:cxnSp>
            <p:nvCxnSpPr>
              <p:cNvPr id="594" name="Google Shape;594;p30"/>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95" name="Google Shape;595;p30"/>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96" name="Google Shape;596;p30"/>
            <p:cNvGrpSpPr/>
            <p:nvPr/>
          </p:nvGrpSpPr>
          <p:grpSpPr>
            <a:xfrm>
              <a:off x="435655" y="1990325"/>
              <a:ext cx="3389313" cy="2136775"/>
              <a:chOff x="484" y="1100"/>
              <a:chExt cx="2135" cy="1346"/>
            </a:xfrm>
          </p:grpSpPr>
          <p:sp>
            <p:nvSpPr>
              <p:cNvPr id="597" name="Google Shape;597;p30"/>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8" name="Google Shape;598;p30"/>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599" name="Google Shape;599;p30"/>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600" name="Google Shape;600;p30"/>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 name="Google Shape;601;p30"/>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02" name="Google Shape;602;p30"/>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 name="Google Shape;603;p30"/>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04" name="Google Shape;604;p30"/>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05" name="Google Shape;605;p30"/>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06" name="Google Shape;606;p30"/>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07" name="Google Shape;607;p30"/>
              <p:cNvGrpSpPr/>
              <p:nvPr/>
            </p:nvGrpSpPr>
            <p:grpSpPr>
              <a:xfrm>
                <a:off x="1277" y="1861"/>
                <a:ext cx="803" cy="212"/>
                <a:chOff x="1065" y="2085"/>
                <a:chExt cx="803" cy="212"/>
              </a:xfrm>
            </p:grpSpPr>
            <p:sp>
              <p:nvSpPr>
                <p:cNvPr id="608" name="Google Shape;608;p30"/>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9" name="Google Shape;609;p30"/>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610" name="Google Shape;610;p30"/>
              <p:cNvGrpSpPr/>
              <p:nvPr/>
            </p:nvGrpSpPr>
            <p:grpSpPr>
              <a:xfrm>
                <a:off x="834" y="1112"/>
                <a:ext cx="391" cy="307"/>
                <a:chOff x="-44" y="1473"/>
                <a:chExt cx="981" cy="1105"/>
              </a:xfrm>
            </p:grpSpPr>
            <p:pic>
              <p:nvPicPr>
                <p:cNvPr descr="desktop_computer_stylized_medium" id="611" name="Google Shape;611;p3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12" name="Google Shape;612;p3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13" name="Google Shape;613;p30"/>
              <p:cNvGrpSpPr/>
              <p:nvPr/>
            </p:nvGrpSpPr>
            <p:grpSpPr>
              <a:xfrm>
                <a:off x="1973" y="1100"/>
                <a:ext cx="212" cy="323"/>
                <a:chOff x="4140" y="429"/>
                <a:chExt cx="1425" cy="2396"/>
              </a:xfrm>
            </p:grpSpPr>
            <p:sp>
              <p:nvSpPr>
                <p:cNvPr id="614" name="Google Shape;614;p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5" name="Google Shape;615;p30"/>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6" name="Google Shape;616;p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7" name="Google Shape;617;p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8" name="Google Shape;618;p30"/>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9" name="Google Shape;619;p30"/>
                <p:cNvGrpSpPr/>
                <p:nvPr/>
              </p:nvGrpSpPr>
              <p:grpSpPr>
                <a:xfrm>
                  <a:off x="4751" y="666"/>
                  <a:ext cx="578" cy="148"/>
                  <a:chOff x="617" y="2566"/>
                  <a:chExt cx="721" cy="142"/>
                </a:xfrm>
              </p:grpSpPr>
              <p:sp>
                <p:nvSpPr>
                  <p:cNvPr id="620" name="Google Shape;620;p30"/>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1" name="Google Shape;621;p30"/>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2" name="Google Shape;622;p30"/>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3" name="Google Shape;623;p30"/>
                <p:cNvGrpSpPr/>
                <p:nvPr/>
              </p:nvGrpSpPr>
              <p:grpSpPr>
                <a:xfrm>
                  <a:off x="4745" y="993"/>
                  <a:ext cx="585" cy="134"/>
                  <a:chOff x="611" y="2567"/>
                  <a:chExt cx="730" cy="139"/>
                </a:xfrm>
              </p:grpSpPr>
              <p:sp>
                <p:nvSpPr>
                  <p:cNvPr id="624" name="Google Shape;624;p30"/>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 name="Google Shape;625;p30"/>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 name="Google Shape;626;p30"/>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 name="Google Shape;627;p30"/>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8" name="Google Shape;628;p30"/>
                <p:cNvGrpSpPr/>
                <p:nvPr/>
              </p:nvGrpSpPr>
              <p:grpSpPr>
                <a:xfrm>
                  <a:off x="4738" y="1630"/>
                  <a:ext cx="578" cy="149"/>
                  <a:chOff x="618" y="2571"/>
                  <a:chExt cx="720" cy="137"/>
                </a:xfrm>
              </p:grpSpPr>
              <p:sp>
                <p:nvSpPr>
                  <p:cNvPr id="629" name="Google Shape;629;p30"/>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 name="Google Shape;630;p30"/>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 name="Google Shape;631;p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2" name="Google Shape;632;p30"/>
                <p:cNvGrpSpPr/>
                <p:nvPr/>
              </p:nvGrpSpPr>
              <p:grpSpPr>
                <a:xfrm>
                  <a:off x="4738" y="1327"/>
                  <a:ext cx="584" cy="141"/>
                  <a:chOff x="613" y="2568"/>
                  <a:chExt cx="728" cy="141"/>
                </a:xfrm>
              </p:grpSpPr>
              <p:sp>
                <p:nvSpPr>
                  <p:cNvPr id="633" name="Google Shape;633;p30"/>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4" name="Google Shape;634;p30"/>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5" name="Google Shape;635;p30"/>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6" name="Google Shape;636;p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7" name="Google Shape;637;p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8" name="Google Shape;638;p30"/>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9" name="Google Shape;639;p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0" name="Google Shape;640;p30"/>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 name="Google Shape;641;p30"/>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2" name="Google Shape;642;p30"/>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 name="Google Shape;643;p30"/>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4" name="Google Shape;644;p30"/>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 name="Google Shape;645;p30"/>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646" name="Google Shape;646;p30"/>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647" name="Google Shape;647;p30"/>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8" name="Google Shape;648;p30"/>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 name="Google Shape;649;p30"/>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50" name="Google Shape;650;p30"/>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1" name="Google Shape;651;p30"/>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52" name="Google Shape;652;p30"/>
            <p:cNvGrpSpPr/>
            <p:nvPr/>
          </p:nvGrpSpPr>
          <p:grpSpPr>
            <a:xfrm flipH="1">
              <a:off x="1449388" y="4279047"/>
              <a:ext cx="1539875" cy="390924"/>
              <a:chOff x="796245" y="5993547"/>
              <a:chExt cx="1539875" cy="390924"/>
            </a:xfrm>
          </p:grpSpPr>
          <p:cxnSp>
            <p:nvCxnSpPr>
              <p:cNvPr id="653" name="Google Shape;653;p30"/>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54" name="Google Shape;654;p30"/>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5" name="Google Shape;655;p30"/>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56" name="Google Shape;656;p30"/>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657" name="Google Shape;657;p30"/>
          <p:cNvGrpSpPr/>
          <p:nvPr/>
        </p:nvGrpSpPr>
        <p:grpSpPr>
          <a:xfrm>
            <a:off x="1273629" y="5146706"/>
            <a:ext cx="1773114" cy="1003723"/>
            <a:chOff x="1273629" y="5146706"/>
            <a:chExt cx="1773114" cy="1003723"/>
          </a:xfrm>
        </p:grpSpPr>
        <p:sp>
          <p:nvSpPr>
            <p:cNvPr id="658" name="Google Shape;658;p30"/>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659" name="Google Shape;659;p30"/>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660" name="Google Shape;660;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xit" presetID="10" presetSubtype="0">
                                  <p:stCondLst>
                                    <p:cond delay="0"/>
                                  </p:stCondLst>
                                  <p:childTnLst>
                                    <p:animEffect filter="fade" transition="out">
                                      <p:cBhvr>
                                        <p:cTn dur="500"/>
                                        <p:tgtEl>
                                          <p:spTgt spid="590"/>
                                        </p:tgtEl>
                                      </p:cBhvr>
                                    </p:animEffect>
                                    <p:set>
                                      <p:cBhvr>
                                        <p:cTn dur="1" fill="hold">
                                          <p:stCondLst>
                                            <p:cond delay="500"/>
                                          </p:stCondLst>
                                        </p:cTn>
                                        <p:tgtEl>
                                          <p:spTgt spid="59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7"/>
                                        </p:tgtEl>
                                      </p:cBhvr>
                                    </p:animEffect>
                                    <p:set>
                                      <p:cBhvr>
                                        <p:cTn dur="1" fill="hold">
                                          <p:stCondLst>
                                            <p:cond delay="500"/>
                                          </p:stCondLst>
                                        </p:cTn>
                                        <p:tgtEl>
                                          <p:spTgt spid="6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67" name="Google Shape;667;p31"/>
          <p:cNvGrpSpPr/>
          <p:nvPr/>
        </p:nvGrpSpPr>
        <p:grpSpPr>
          <a:xfrm>
            <a:off x="5262108" y="1983508"/>
            <a:ext cx="1530350" cy="4033838"/>
            <a:chOff x="5276623" y="2475192"/>
            <a:chExt cx="1530350" cy="4033838"/>
          </a:xfrm>
        </p:grpSpPr>
        <p:cxnSp>
          <p:nvCxnSpPr>
            <p:cNvPr id="668" name="Google Shape;668;p31"/>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69" name="Google Shape;669;p31"/>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670" name="Google Shape;670;p31"/>
          <p:cNvGrpSpPr/>
          <p:nvPr/>
        </p:nvGrpSpPr>
        <p:grpSpPr>
          <a:xfrm>
            <a:off x="6768421" y="5356225"/>
            <a:ext cx="847724" cy="336550"/>
            <a:chOff x="11151735" y="5148718"/>
            <a:chExt cx="847724" cy="336550"/>
          </a:xfrm>
        </p:grpSpPr>
        <p:sp>
          <p:nvSpPr>
            <p:cNvPr id="671" name="Google Shape;671;p31"/>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72" name="Google Shape;672;p31"/>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673" name="Google Shape;673;p31"/>
          <p:cNvGrpSpPr/>
          <p:nvPr/>
        </p:nvGrpSpPr>
        <p:grpSpPr>
          <a:xfrm>
            <a:off x="3998688" y="2674935"/>
            <a:ext cx="2841623" cy="2849565"/>
            <a:chOff x="8352974" y="2492829"/>
            <a:chExt cx="2841623" cy="2849565"/>
          </a:xfrm>
        </p:grpSpPr>
        <p:sp>
          <p:nvSpPr>
            <p:cNvPr id="674" name="Google Shape;674;p31"/>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75" name="Google Shape;675;p31"/>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6" name="Google Shape;676;p31"/>
            <p:cNvGrpSpPr/>
            <p:nvPr/>
          </p:nvGrpSpPr>
          <p:grpSpPr>
            <a:xfrm>
              <a:off x="9764261" y="3386592"/>
              <a:ext cx="1273174" cy="336550"/>
              <a:chOff x="1065" y="2085"/>
              <a:chExt cx="802" cy="212"/>
            </a:xfrm>
          </p:grpSpPr>
          <p:sp>
            <p:nvSpPr>
              <p:cNvPr id="677" name="Google Shape;677;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 name="Google Shape;678;p31"/>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679" name="Google Shape;679;p31"/>
          <p:cNvGrpSpPr/>
          <p:nvPr/>
        </p:nvGrpSpPr>
        <p:grpSpPr>
          <a:xfrm>
            <a:off x="4105048" y="4123231"/>
            <a:ext cx="3830638" cy="715962"/>
            <a:chOff x="406" y="2807"/>
            <a:chExt cx="2413" cy="451"/>
          </a:xfrm>
        </p:grpSpPr>
        <p:cxnSp>
          <p:nvCxnSpPr>
            <p:cNvPr id="680" name="Google Shape;680;p31"/>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81" name="Google Shape;681;p31"/>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682" name="Google Shape;682;p31"/>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683" name="Google Shape;683;p31"/>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84" name="Google Shape;684;p31"/>
          <p:cNvGrpSpPr/>
          <p:nvPr/>
        </p:nvGrpSpPr>
        <p:grpSpPr>
          <a:xfrm>
            <a:off x="4222070" y="1980106"/>
            <a:ext cx="3389313" cy="1671637"/>
            <a:chOff x="7865155" y="1602735"/>
            <a:chExt cx="3389313" cy="1671637"/>
          </a:xfrm>
        </p:grpSpPr>
        <p:sp>
          <p:nvSpPr>
            <p:cNvPr id="685" name="Google Shape;685;p31"/>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86" name="Google Shape;686;p31"/>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687" name="Google Shape;687;p31"/>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688" name="Google Shape;688;p31"/>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9" name="Google Shape;689;p31"/>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90" name="Google Shape;690;p31"/>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1" name="Google Shape;691;p31"/>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92" name="Google Shape;692;p31"/>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93" name="Google Shape;693;p31"/>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94" name="Google Shape;694;p31"/>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95" name="Google Shape;695;p31"/>
            <p:cNvGrpSpPr/>
            <p:nvPr/>
          </p:nvGrpSpPr>
          <p:grpSpPr>
            <a:xfrm>
              <a:off x="9124043" y="2345685"/>
              <a:ext cx="1274763" cy="336550"/>
              <a:chOff x="1065" y="2085"/>
              <a:chExt cx="803" cy="212"/>
            </a:xfrm>
          </p:grpSpPr>
          <p:sp>
            <p:nvSpPr>
              <p:cNvPr id="696" name="Google Shape;696;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 name="Google Shape;697;p31"/>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98" name="Google Shape;698;p31"/>
          <p:cNvGrpSpPr/>
          <p:nvPr/>
        </p:nvGrpSpPr>
        <p:grpSpPr>
          <a:xfrm>
            <a:off x="4879295" y="1432418"/>
            <a:ext cx="620713" cy="487363"/>
            <a:chOff x="-44" y="1473"/>
            <a:chExt cx="981" cy="1105"/>
          </a:xfrm>
        </p:grpSpPr>
        <p:pic>
          <p:nvPicPr>
            <p:cNvPr descr="desktop_computer_stylized_medium" id="699" name="Google Shape;699;p3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0" name="Google Shape;700;p3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1" name="Google Shape;701;p31"/>
          <p:cNvGrpSpPr/>
          <p:nvPr/>
        </p:nvGrpSpPr>
        <p:grpSpPr>
          <a:xfrm>
            <a:off x="6687458" y="1413368"/>
            <a:ext cx="336550" cy="512763"/>
            <a:chOff x="4140" y="429"/>
            <a:chExt cx="1425" cy="2396"/>
          </a:xfrm>
        </p:grpSpPr>
        <p:sp>
          <p:nvSpPr>
            <p:cNvPr id="702" name="Google Shape;702;p3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 name="Google Shape;703;p31"/>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4" name="Google Shape;704;p3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5" name="Google Shape;705;p3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6" name="Google Shape;706;p31"/>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 name="Google Shape;707;p31"/>
            <p:cNvGrpSpPr/>
            <p:nvPr/>
          </p:nvGrpSpPr>
          <p:grpSpPr>
            <a:xfrm>
              <a:off x="4751" y="666"/>
              <a:ext cx="578" cy="148"/>
              <a:chOff x="617" y="2566"/>
              <a:chExt cx="721" cy="142"/>
            </a:xfrm>
          </p:grpSpPr>
          <p:sp>
            <p:nvSpPr>
              <p:cNvPr id="708" name="Google Shape;708;p31"/>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9" name="Google Shape;709;p31"/>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0" name="Google Shape;710;p31"/>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1" name="Google Shape;711;p31"/>
            <p:cNvGrpSpPr/>
            <p:nvPr/>
          </p:nvGrpSpPr>
          <p:grpSpPr>
            <a:xfrm>
              <a:off x="4745" y="993"/>
              <a:ext cx="585" cy="134"/>
              <a:chOff x="611" y="2567"/>
              <a:chExt cx="730" cy="139"/>
            </a:xfrm>
          </p:grpSpPr>
          <p:sp>
            <p:nvSpPr>
              <p:cNvPr id="712" name="Google Shape;712;p31"/>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 name="Google Shape;713;p31"/>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4" name="Google Shape;714;p31"/>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 name="Google Shape;715;p31"/>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 name="Google Shape;716;p31"/>
            <p:cNvGrpSpPr/>
            <p:nvPr/>
          </p:nvGrpSpPr>
          <p:grpSpPr>
            <a:xfrm>
              <a:off x="4738" y="1630"/>
              <a:ext cx="578" cy="149"/>
              <a:chOff x="618" y="2571"/>
              <a:chExt cx="720" cy="137"/>
            </a:xfrm>
          </p:grpSpPr>
          <p:sp>
            <p:nvSpPr>
              <p:cNvPr id="717" name="Google Shape;717;p31"/>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 name="Google Shape;718;p31"/>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9" name="Google Shape;719;p3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0" name="Google Shape;720;p31"/>
            <p:cNvGrpSpPr/>
            <p:nvPr/>
          </p:nvGrpSpPr>
          <p:grpSpPr>
            <a:xfrm>
              <a:off x="4738" y="1327"/>
              <a:ext cx="584" cy="141"/>
              <a:chOff x="613" y="2568"/>
              <a:chExt cx="728" cy="141"/>
            </a:xfrm>
          </p:grpSpPr>
          <p:sp>
            <p:nvSpPr>
              <p:cNvPr id="721" name="Google Shape;721;p31"/>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 name="Google Shape;722;p31"/>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 name="Google Shape;723;p31"/>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 name="Google Shape;724;p3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5" name="Google Shape;725;p3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6" name="Google Shape;726;p31"/>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7" name="Google Shape;727;p3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8" name="Google Shape;728;p31"/>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9" name="Google Shape;729;p31"/>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0" name="Google Shape;730;p31"/>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1" name="Google Shape;731;p31"/>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32" name="Google Shape;732;p31"/>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3" name="Google Shape;733;p31"/>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34" name="Google Shape;734;p31"/>
          <p:cNvGrpSpPr/>
          <p:nvPr/>
        </p:nvGrpSpPr>
        <p:grpSpPr>
          <a:xfrm>
            <a:off x="4917394" y="5539014"/>
            <a:ext cx="1889805" cy="662028"/>
            <a:chOff x="9620023" y="2667000"/>
            <a:chExt cx="1889805" cy="662028"/>
          </a:xfrm>
        </p:grpSpPr>
        <p:cxnSp>
          <p:nvCxnSpPr>
            <p:cNvPr id="735" name="Google Shape;735;p31"/>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736" name="Google Shape;736;p31"/>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7" name="Google Shape;737;p31"/>
            <p:cNvGrpSpPr/>
            <p:nvPr/>
          </p:nvGrpSpPr>
          <p:grpSpPr>
            <a:xfrm>
              <a:off x="9998301" y="2802885"/>
              <a:ext cx="1274763" cy="336550"/>
              <a:chOff x="1065" y="2085"/>
              <a:chExt cx="803" cy="212"/>
            </a:xfrm>
          </p:grpSpPr>
          <p:sp>
            <p:nvSpPr>
              <p:cNvPr id="738" name="Google Shape;738;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 name="Google Shape;739;p31"/>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740" name="Google Shape;740;p31"/>
          <p:cNvGrpSpPr/>
          <p:nvPr/>
        </p:nvGrpSpPr>
        <p:grpSpPr>
          <a:xfrm>
            <a:off x="4080329" y="5732236"/>
            <a:ext cx="4134756" cy="1082222"/>
            <a:chOff x="3673928" y="5775778"/>
            <a:chExt cx="4134756" cy="1082222"/>
          </a:xfrm>
        </p:grpSpPr>
        <p:sp>
          <p:nvSpPr>
            <p:cNvPr id="741" name="Google Shape;741;p31"/>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42" name="Google Shape;742;p31"/>
            <p:cNvGrpSpPr/>
            <p:nvPr/>
          </p:nvGrpSpPr>
          <p:grpSpPr>
            <a:xfrm>
              <a:off x="3673928" y="5804239"/>
              <a:ext cx="3829958" cy="830263"/>
              <a:chOff x="4588327" y="5819777"/>
              <a:chExt cx="3829958" cy="830263"/>
            </a:xfrm>
          </p:grpSpPr>
          <p:sp>
            <p:nvSpPr>
              <p:cNvPr id="743" name="Google Shape;743;p31"/>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744" name="Google Shape;744;p31"/>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745" name="Google Shape;745;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2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752" name="Google Shape;752;p32"/>
          <p:cNvGrpSpPr/>
          <p:nvPr/>
        </p:nvGrpSpPr>
        <p:grpSpPr>
          <a:xfrm>
            <a:off x="8173174" y="1342839"/>
            <a:ext cx="3933825" cy="4568825"/>
            <a:chOff x="3150" y="1107"/>
            <a:chExt cx="2478" cy="2878"/>
          </a:xfrm>
        </p:grpSpPr>
        <p:cxnSp>
          <p:nvCxnSpPr>
            <p:cNvPr id="753" name="Google Shape;753;p32"/>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754" name="Google Shape;754;p32"/>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755" name="Google Shape;755;p32"/>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756" name="Google Shape;756;p32"/>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757" name="Google Shape;757;p32"/>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8" name="Google Shape;758;p32"/>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759" name="Google Shape;759;p32"/>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760" name="Google Shape;760;p32"/>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1" name="Google Shape;761;p32"/>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762" name="Google Shape;762;p32"/>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3" name="Google Shape;763;p32"/>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764" name="Google Shape;764;p32"/>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765" name="Google Shape;765;p32"/>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766" name="Google Shape;766;p32"/>
            <p:cNvGrpSpPr/>
            <p:nvPr/>
          </p:nvGrpSpPr>
          <p:grpSpPr>
            <a:xfrm>
              <a:off x="4006" y="1848"/>
              <a:ext cx="803" cy="212"/>
              <a:chOff x="1065" y="2085"/>
              <a:chExt cx="803" cy="212"/>
            </a:xfrm>
          </p:grpSpPr>
          <p:sp>
            <p:nvSpPr>
              <p:cNvPr id="767" name="Google Shape;767;p32"/>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8" name="Google Shape;768;p32"/>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769" name="Google Shape;769;p32"/>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770" name="Google Shape;770;p32"/>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1" name="Google Shape;771;p32"/>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772" name="Google Shape;772;p32"/>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773" name="Google Shape;773;p32"/>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774" name="Google Shape;774;p32"/>
            <p:cNvGrpSpPr/>
            <p:nvPr/>
          </p:nvGrpSpPr>
          <p:grpSpPr>
            <a:xfrm>
              <a:off x="3826" y="2803"/>
              <a:ext cx="1515" cy="300"/>
              <a:chOff x="3818" y="2796"/>
              <a:chExt cx="1515" cy="300"/>
            </a:xfrm>
          </p:grpSpPr>
          <p:cxnSp>
            <p:nvCxnSpPr>
              <p:cNvPr id="775" name="Google Shape;775;p32"/>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776" name="Google Shape;776;p32"/>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777" name="Google Shape;777;p32"/>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778" name="Google Shape;778;p32"/>
            <p:cNvGrpSpPr/>
            <p:nvPr/>
          </p:nvGrpSpPr>
          <p:grpSpPr>
            <a:xfrm>
              <a:off x="3570" y="1119"/>
              <a:ext cx="391" cy="307"/>
              <a:chOff x="-44" y="1473"/>
              <a:chExt cx="981" cy="1105"/>
            </a:xfrm>
          </p:grpSpPr>
          <p:pic>
            <p:nvPicPr>
              <p:cNvPr descr="desktop_computer_stylized_medium" id="779" name="Google Shape;779;p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0" name="Google Shape;780;p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81" name="Google Shape;781;p32"/>
            <p:cNvGrpSpPr/>
            <p:nvPr/>
          </p:nvGrpSpPr>
          <p:grpSpPr>
            <a:xfrm>
              <a:off x="4709" y="1107"/>
              <a:ext cx="212" cy="323"/>
              <a:chOff x="4140" y="429"/>
              <a:chExt cx="1425" cy="2396"/>
            </a:xfrm>
          </p:grpSpPr>
          <p:sp>
            <p:nvSpPr>
              <p:cNvPr id="782" name="Google Shape;782;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 name="Google Shape;783;p3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 name="Google Shape;784;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 name="Google Shape;785;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3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7" name="Google Shape;787;p32"/>
              <p:cNvGrpSpPr/>
              <p:nvPr/>
            </p:nvGrpSpPr>
            <p:grpSpPr>
              <a:xfrm>
                <a:off x="4751" y="666"/>
                <a:ext cx="578" cy="148"/>
                <a:chOff x="617" y="2566"/>
                <a:chExt cx="721" cy="142"/>
              </a:xfrm>
            </p:grpSpPr>
            <p:sp>
              <p:nvSpPr>
                <p:cNvPr id="788" name="Google Shape;788;p3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9" name="Google Shape;789;p3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0" name="Google Shape;790;p3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1" name="Google Shape;791;p32"/>
              <p:cNvGrpSpPr/>
              <p:nvPr/>
            </p:nvGrpSpPr>
            <p:grpSpPr>
              <a:xfrm>
                <a:off x="4745" y="993"/>
                <a:ext cx="585" cy="134"/>
                <a:chOff x="611" y="2567"/>
                <a:chExt cx="730" cy="139"/>
              </a:xfrm>
            </p:grpSpPr>
            <p:sp>
              <p:nvSpPr>
                <p:cNvPr id="792" name="Google Shape;792;p3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 name="Google Shape;793;p3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 name="Google Shape;794;p3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 name="Google Shape;795;p3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6" name="Google Shape;796;p32"/>
              <p:cNvGrpSpPr/>
              <p:nvPr/>
            </p:nvGrpSpPr>
            <p:grpSpPr>
              <a:xfrm>
                <a:off x="4738" y="1630"/>
                <a:ext cx="578" cy="149"/>
                <a:chOff x="618" y="2571"/>
                <a:chExt cx="720" cy="137"/>
              </a:xfrm>
            </p:grpSpPr>
            <p:sp>
              <p:nvSpPr>
                <p:cNvPr id="797" name="Google Shape;797;p3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8" name="Google Shape;798;p3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9" name="Google Shape;799;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0" name="Google Shape;800;p32"/>
              <p:cNvGrpSpPr/>
              <p:nvPr/>
            </p:nvGrpSpPr>
            <p:grpSpPr>
              <a:xfrm>
                <a:off x="4738" y="1327"/>
                <a:ext cx="584" cy="141"/>
                <a:chOff x="613" y="2568"/>
                <a:chExt cx="728" cy="141"/>
              </a:xfrm>
            </p:grpSpPr>
            <p:sp>
              <p:nvSpPr>
                <p:cNvPr id="801" name="Google Shape;801;p3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2" name="Google Shape;802;p3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03" name="Google Shape;803;p3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4" name="Google Shape;804;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5" name="Google Shape;805;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6" name="Google Shape;806;p3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7" name="Google Shape;807;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8" name="Google Shape;808;p3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 name="Google Shape;809;p3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 name="Google Shape;810;p3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 name="Google Shape;811;p3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12" name="Google Shape;812;p3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 name="Google Shape;813;p3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814" name="Google Shape;814;p32"/>
          <p:cNvGrpSpPr/>
          <p:nvPr/>
        </p:nvGrpSpPr>
        <p:grpSpPr>
          <a:xfrm>
            <a:off x="9120415" y="5983461"/>
            <a:ext cx="3548742" cy="830997"/>
            <a:chOff x="8757558" y="5903267"/>
            <a:chExt cx="3548742" cy="830997"/>
          </a:xfrm>
        </p:grpSpPr>
        <p:sp>
          <p:nvSpPr>
            <p:cNvPr id="815" name="Google Shape;815;p32"/>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816" name="Google Shape;816;p32"/>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817" name="Google Shape;817;p32"/>
          <p:cNvGrpSpPr/>
          <p:nvPr/>
        </p:nvGrpSpPr>
        <p:grpSpPr>
          <a:xfrm>
            <a:off x="8091532" y="3683267"/>
            <a:ext cx="3997325" cy="2365375"/>
            <a:chOff x="3185703" y="3422010"/>
            <a:chExt cx="3997325" cy="2365375"/>
          </a:xfrm>
        </p:grpSpPr>
        <p:sp>
          <p:nvSpPr>
            <p:cNvPr id="818" name="Google Shape;818;p32"/>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9" name="Google Shape;819;p32"/>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 name="Google Shape;820;p32"/>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821" name="Google Shape;821;p32"/>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2" name="Google Shape;822;p32"/>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823" name="Google Shape;823;p32"/>
          <p:cNvGrpSpPr/>
          <p:nvPr/>
        </p:nvGrpSpPr>
        <p:grpSpPr>
          <a:xfrm>
            <a:off x="7997186" y="2493962"/>
            <a:ext cx="3646488" cy="2992438"/>
            <a:chOff x="3134903" y="2369497"/>
            <a:chExt cx="3646488" cy="2992438"/>
          </a:xfrm>
        </p:grpSpPr>
        <p:grpSp>
          <p:nvGrpSpPr>
            <p:cNvPr id="824" name="Google Shape;824;p32"/>
            <p:cNvGrpSpPr/>
            <p:nvPr/>
          </p:nvGrpSpPr>
          <p:grpSpPr>
            <a:xfrm>
              <a:off x="3134903" y="2369497"/>
              <a:ext cx="3646488" cy="2992438"/>
              <a:chOff x="3134903" y="2369497"/>
              <a:chExt cx="3646488" cy="2992438"/>
            </a:xfrm>
          </p:grpSpPr>
          <p:grpSp>
            <p:nvGrpSpPr>
              <p:cNvPr id="825" name="Google Shape;825;p32"/>
              <p:cNvGrpSpPr/>
              <p:nvPr/>
            </p:nvGrpSpPr>
            <p:grpSpPr>
              <a:xfrm>
                <a:off x="3134903" y="2369497"/>
                <a:ext cx="3646488" cy="2992438"/>
                <a:chOff x="3134903" y="2369497"/>
                <a:chExt cx="3646488" cy="2992438"/>
              </a:xfrm>
            </p:grpSpPr>
            <p:sp>
              <p:nvSpPr>
                <p:cNvPr id="826" name="Google Shape;826;p32"/>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7" name="Google Shape;827;p32"/>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8" name="Google Shape;828;p32"/>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829" name="Google Shape;829;p32"/>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830" name="Google Shape;830;p32"/>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1" name="Google Shape;831;p32"/>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832" name="Google Shape;832;p32"/>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5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3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839" name="Google Shape;839;p33"/>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840" name="Google Shape;840;p33"/>
          <p:cNvGrpSpPr/>
          <p:nvPr/>
        </p:nvGrpSpPr>
        <p:grpSpPr>
          <a:xfrm>
            <a:off x="2335999" y="2977025"/>
            <a:ext cx="4968882" cy="984286"/>
            <a:chOff x="511" y="1345"/>
            <a:chExt cx="3130" cy="620"/>
          </a:xfrm>
        </p:grpSpPr>
        <p:cxnSp>
          <p:nvCxnSpPr>
            <p:cNvPr id="841" name="Google Shape;841;p33"/>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842" name="Google Shape;842;p33"/>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3" name="Google Shape;843;p33"/>
            <p:cNvSpPr txBox="1"/>
            <p:nvPr/>
          </p:nvSpPr>
          <p:spPr>
            <a:xfrm>
              <a:off x="2310" y="162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844" name="Google Shape;844;p33"/>
            <p:cNvSpPr txBox="1"/>
            <p:nvPr/>
          </p:nvSpPr>
          <p:spPr>
            <a:xfrm>
              <a:off x="511" y="1345"/>
              <a:ext cx="150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845" name="Google Shape;845;p33"/>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846" name="Google Shape;846;p33"/>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847" name="Google Shape;847;p33"/>
          <p:cNvGrpSpPr/>
          <p:nvPr/>
        </p:nvGrpSpPr>
        <p:grpSpPr>
          <a:xfrm>
            <a:off x="4795044" y="3675561"/>
            <a:ext cx="4519612" cy="1425575"/>
            <a:chOff x="2060" y="1785"/>
            <a:chExt cx="2847" cy="898"/>
          </a:xfrm>
        </p:grpSpPr>
        <p:cxnSp>
          <p:nvCxnSpPr>
            <p:cNvPr id="848" name="Google Shape;848;p33"/>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849" name="Google Shape;849;p33"/>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 name="Google Shape;850;p33"/>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851" name="Google Shape;851;p33"/>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852" name="Google Shape;852;p33"/>
          <p:cNvGrpSpPr/>
          <p:nvPr/>
        </p:nvGrpSpPr>
        <p:grpSpPr>
          <a:xfrm>
            <a:off x="2512219" y="4774111"/>
            <a:ext cx="6630987" cy="1373188"/>
            <a:chOff x="622" y="2477"/>
            <a:chExt cx="4177" cy="865"/>
          </a:xfrm>
        </p:grpSpPr>
        <p:cxnSp>
          <p:nvCxnSpPr>
            <p:cNvPr id="853" name="Google Shape;853;p33"/>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854" name="Google Shape;854;p33"/>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 name="Google Shape;855;p33"/>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856" name="Google Shape;856;p33"/>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857" name="Google Shape;857;p33"/>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858" name="Google Shape;858;p33"/>
          <p:cNvGrpSpPr/>
          <p:nvPr/>
        </p:nvGrpSpPr>
        <p:grpSpPr>
          <a:xfrm>
            <a:off x="1395203" y="3043736"/>
            <a:ext cx="1428749" cy="839788"/>
            <a:chOff x="-82" y="1387"/>
            <a:chExt cx="900" cy="529"/>
          </a:xfrm>
        </p:grpSpPr>
        <p:sp>
          <p:nvSpPr>
            <p:cNvPr id="859" name="Google Shape;859;p33"/>
            <p:cNvSpPr txBox="1"/>
            <p:nvPr/>
          </p:nvSpPr>
          <p:spPr>
            <a:xfrm>
              <a:off x="-82" y="1616"/>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860" name="Google Shape;860;p33"/>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861" name="Google Shape;861;p33"/>
          <p:cNvGrpSpPr/>
          <p:nvPr/>
        </p:nvGrpSpPr>
        <p:grpSpPr>
          <a:xfrm>
            <a:off x="1815306" y="3704136"/>
            <a:ext cx="771525" cy="1622425"/>
            <a:chOff x="183" y="1803"/>
            <a:chExt cx="486" cy="1022"/>
          </a:xfrm>
        </p:grpSpPr>
        <p:sp>
          <p:nvSpPr>
            <p:cNvPr id="862" name="Google Shape;862;p33"/>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863" name="Google Shape;863;p33"/>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864" name="Google Shape;864;p33"/>
          <p:cNvGrpSpPr/>
          <p:nvPr/>
        </p:nvGrpSpPr>
        <p:grpSpPr>
          <a:xfrm>
            <a:off x="9268619" y="3099299"/>
            <a:ext cx="1119187" cy="1192212"/>
            <a:chOff x="4878" y="1422"/>
            <a:chExt cx="705" cy="751"/>
          </a:xfrm>
        </p:grpSpPr>
        <p:sp>
          <p:nvSpPr>
            <p:cNvPr id="865" name="Google Shape;865;p33"/>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866" name="Google Shape;866;p33"/>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867" name="Google Shape;867;p33"/>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868" name="Google Shape;868;p33"/>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869" name="Google Shape;869;p33"/>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870" name="Google Shape;870;p33"/>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871" name="Google Shape;871;p33"/>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872" name="Google Shape;872;p33"/>
          <p:cNvGrpSpPr/>
          <p:nvPr/>
        </p:nvGrpSpPr>
        <p:grpSpPr>
          <a:xfrm>
            <a:off x="4464473" y="2492809"/>
            <a:ext cx="642937" cy="600075"/>
            <a:chOff x="-44" y="1473"/>
            <a:chExt cx="981" cy="1105"/>
          </a:xfrm>
        </p:grpSpPr>
        <p:pic>
          <p:nvPicPr>
            <p:cNvPr descr="desktop_computer_stylized_medium" id="873" name="Google Shape;873;p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4" name="Google Shape;874;p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5" name="Google Shape;875;p33"/>
          <p:cNvGrpSpPr/>
          <p:nvPr/>
        </p:nvGrpSpPr>
        <p:grpSpPr>
          <a:xfrm>
            <a:off x="7221809" y="2580121"/>
            <a:ext cx="336550" cy="512763"/>
            <a:chOff x="4140" y="429"/>
            <a:chExt cx="1425" cy="2396"/>
          </a:xfrm>
        </p:grpSpPr>
        <p:sp>
          <p:nvSpPr>
            <p:cNvPr id="876" name="Google Shape;876;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7" name="Google Shape;877;p33"/>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8" name="Google Shape;878;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9" name="Google Shape;879;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 name="Google Shape;880;p33"/>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1" name="Google Shape;881;p33"/>
            <p:cNvGrpSpPr/>
            <p:nvPr/>
          </p:nvGrpSpPr>
          <p:grpSpPr>
            <a:xfrm>
              <a:off x="4751" y="666"/>
              <a:ext cx="578" cy="148"/>
              <a:chOff x="617" y="2566"/>
              <a:chExt cx="721" cy="142"/>
            </a:xfrm>
          </p:grpSpPr>
          <p:sp>
            <p:nvSpPr>
              <p:cNvPr id="882" name="Google Shape;882;p33"/>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 name="Google Shape;883;p33"/>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4" name="Google Shape;884;p33"/>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5" name="Google Shape;885;p33"/>
            <p:cNvGrpSpPr/>
            <p:nvPr/>
          </p:nvGrpSpPr>
          <p:grpSpPr>
            <a:xfrm>
              <a:off x="4745" y="993"/>
              <a:ext cx="585" cy="134"/>
              <a:chOff x="611" y="2567"/>
              <a:chExt cx="730" cy="139"/>
            </a:xfrm>
          </p:grpSpPr>
          <p:sp>
            <p:nvSpPr>
              <p:cNvPr id="886" name="Google Shape;886;p33"/>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7" name="Google Shape;887;p33"/>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8" name="Google Shape;888;p33"/>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9" name="Google Shape;889;p33"/>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90" name="Google Shape;890;p33"/>
            <p:cNvGrpSpPr/>
            <p:nvPr/>
          </p:nvGrpSpPr>
          <p:grpSpPr>
            <a:xfrm>
              <a:off x="4738" y="1630"/>
              <a:ext cx="578" cy="149"/>
              <a:chOff x="618" y="2571"/>
              <a:chExt cx="720" cy="137"/>
            </a:xfrm>
          </p:grpSpPr>
          <p:sp>
            <p:nvSpPr>
              <p:cNvPr id="891" name="Google Shape;891;p33"/>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2" name="Google Shape;892;p33"/>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93" name="Google Shape;893;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94" name="Google Shape;894;p33"/>
            <p:cNvGrpSpPr/>
            <p:nvPr/>
          </p:nvGrpSpPr>
          <p:grpSpPr>
            <a:xfrm>
              <a:off x="4738" y="1327"/>
              <a:ext cx="584" cy="141"/>
              <a:chOff x="613" y="2568"/>
              <a:chExt cx="728" cy="141"/>
            </a:xfrm>
          </p:grpSpPr>
          <p:sp>
            <p:nvSpPr>
              <p:cNvPr id="895" name="Google Shape;895;p33"/>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6" name="Google Shape;896;p33"/>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97" name="Google Shape;897;p33"/>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8" name="Google Shape;898;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9" name="Google Shape;899;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0" name="Google Shape;900;p33"/>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1" name="Google Shape;901;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2" name="Google Shape;902;p33"/>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3" name="Google Shape;903;p33"/>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 name="Google Shape;904;p33"/>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 name="Google Shape;905;p33"/>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06" name="Google Shape;906;p33"/>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 name="Google Shape;907;p33"/>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8" name="Google Shape;908;p33"/>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909" name="Google Shape;909;p33"/>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33"/>
          <p:cNvSpPr txBox="1"/>
          <p:nvPr/>
        </p:nvSpPr>
        <p:spPr>
          <a:xfrm>
            <a:off x="276543" y="2694832"/>
            <a:ext cx="4433100" cy="263100"/>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911" name="Google Shape;91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5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500"/>
                                        <p:tgtEl>
                                          <p:spTgt spid="864"/>
                                        </p:tgtEl>
                                      </p:cBhvr>
                                    </p:animEffect>
                                  </p:childTnLst>
                                </p:cTn>
                              </p:par>
                              <p:par>
                                <p:cTn fill="hold" nodeType="with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500"/>
                                        <p:tgtEl>
                                          <p:spTgt spid="846"/>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3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918" name="Google Shape;918;p34"/>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919" name="Google Shape;919;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3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26" name="Google Shape;926;p3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27" name="Google Shape;927;p35"/>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928" name="Google Shape;928;p3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9" name="Google Shape;929;p3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0" name="Google Shape;930;p3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1" name="Google Shape;931;p3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2" name="Google Shape;932;p3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3" name="Google Shape;933;p3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4" name="Google Shape;934;p3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35" name="Google Shape;935;p35"/>
          <p:cNvPicPr preferRelativeResize="0"/>
          <p:nvPr/>
        </p:nvPicPr>
        <p:blipFill rotWithShape="1">
          <a:blip r:embed="rId3">
            <a:alphaModFix/>
          </a:blip>
          <a:srcRect b="0" l="0" r="0" t="0"/>
          <a:stretch/>
        </p:blipFill>
        <p:spPr>
          <a:xfrm>
            <a:off x="2006600" y="1244600"/>
            <a:ext cx="8437564" cy="44704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3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42" name="Google Shape;942;p3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43" name="Google Shape;943;p3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Stream delivery</a:t>
            </a:r>
            <a:endParaRPr/>
          </a:p>
        </p:txBody>
      </p:sp>
      <p:sp>
        <p:nvSpPr>
          <p:cNvPr id="944" name="Google Shape;944;p3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5" name="Google Shape;945;p3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6" name="Google Shape;946;p3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7" name="Google Shape;947;p3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8" name="Google Shape;948;p3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9" name="Google Shape;949;p3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50" name="Google Shape;950;p3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51" name="Google Shape;951;p36"/>
          <p:cNvPicPr preferRelativeResize="0"/>
          <p:nvPr/>
        </p:nvPicPr>
        <p:blipFill rotWithShape="1">
          <a:blip r:embed="rId3">
            <a:alphaModFix/>
          </a:blip>
          <a:srcRect b="0" l="0" r="0" t="0"/>
          <a:stretch/>
        </p:blipFill>
        <p:spPr>
          <a:xfrm>
            <a:off x="1655233" y="1954212"/>
            <a:ext cx="8499474" cy="27225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3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58" name="Google Shape;958;p3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59" name="Google Shape;959;p3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Sending and receiving buffers</a:t>
            </a:r>
            <a:endParaRPr/>
          </a:p>
        </p:txBody>
      </p:sp>
      <p:sp>
        <p:nvSpPr>
          <p:cNvPr id="960" name="Google Shape;960;p3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1" name="Google Shape;961;p3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2" name="Google Shape;962;p3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3" name="Google Shape;963;p3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4" name="Google Shape;964;p3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5" name="Google Shape;965;p3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6" name="Google Shape;966;p3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67" name="Google Shape;967;p37"/>
          <p:cNvPicPr preferRelativeResize="0"/>
          <p:nvPr/>
        </p:nvPicPr>
        <p:blipFill rotWithShape="1">
          <a:blip r:embed="rId3">
            <a:alphaModFix/>
          </a:blip>
          <a:srcRect b="0" l="0" r="0" t="0"/>
          <a:stretch/>
        </p:blipFill>
        <p:spPr>
          <a:xfrm>
            <a:off x="2279649" y="2300287"/>
            <a:ext cx="2614612" cy="2820987"/>
          </a:xfrm>
          <a:prstGeom prst="rect">
            <a:avLst/>
          </a:prstGeom>
          <a:noFill/>
          <a:ln>
            <a:noFill/>
          </a:ln>
        </p:spPr>
      </p:pic>
      <p:pic>
        <p:nvPicPr>
          <p:cNvPr id="968" name="Google Shape;968;p37"/>
          <p:cNvPicPr preferRelativeResize="0"/>
          <p:nvPr/>
        </p:nvPicPr>
        <p:blipFill rotWithShape="1">
          <a:blip r:embed="rId4">
            <a:alphaModFix/>
          </a:blip>
          <a:srcRect b="0" l="0" r="0" t="0"/>
          <a:stretch/>
        </p:blipFill>
        <p:spPr>
          <a:xfrm>
            <a:off x="7393516" y="2309812"/>
            <a:ext cx="2514600" cy="2803525"/>
          </a:xfrm>
          <a:prstGeom prst="rect">
            <a:avLst/>
          </a:prstGeom>
          <a:noFill/>
          <a:ln>
            <a:noFill/>
          </a:ln>
        </p:spPr>
      </p:pic>
      <p:pic>
        <p:nvPicPr>
          <p:cNvPr id="969" name="Google Shape;969;p37"/>
          <p:cNvPicPr preferRelativeResize="0"/>
          <p:nvPr/>
        </p:nvPicPr>
        <p:blipFill rotWithShape="1">
          <a:blip r:embed="rId5">
            <a:alphaModFix/>
          </a:blip>
          <a:srcRect b="0" l="0" r="0" t="0"/>
          <a:stretch/>
        </p:blipFill>
        <p:spPr>
          <a:xfrm>
            <a:off x="4760383" y="4414837"/>
            <a:ext cx="3025773" cy="4905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20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2000"/>
                                        <p:tgtEl>
                                          <p:spTgt spid="9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2000"/>
                                        <p:tgtEl>
                                          <p:spTgt spid="9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3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76" name="Google Shape;976;p3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77" name="Google Shape;977;p38"/>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segments</a:t>
            </a:r>
            <a:endParaRPr/>
          </a:p>
        </p:txBody>
      </p:sp>
      <p:sp>
        <p:nvSpPr>
          <p:cNvPr id="978" name="Google Shape;978;p3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79" name="Google Shape;979;p3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0" name="Google Shape;980;p3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1" name="Google Shape;981;p3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2" name="Google Shape;982;p3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3" name="Google Shape;983;p3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4" name="Google Shape;984;p3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85" name="Google Shape;985;p38"/>
          <p:cNvPicPr preferRelativeResize="0"/>
          <p:nvPr/>
        </p:nvPicPr>
        <p:blipFill rotWithShape="1">
          <a:blip r:embed="rId3">
            <a:alphaModFix/>
          </a:blip>
          <a:srcRect b="0" l="0" r="0" t="0"/>
          <a:stretch/>
        </p:blipFill>
        <p:spPr>
          <a:xfrm>
            <a:off x="2233083" y="2300287"/>
            <a:ext cx="2614612" cy="2820987"/>
          </a:xfrm>
          <a:prstGeom prst="rect">
            <a:avLst/>
          </a:prstGeom>
          <a:noFill/>
          <a:ln>
            <a:noFill/>
          </a:ln>
        </p:spPr>
      </p:pic>
      <p:pic>
        <p:nvPicPr>
          <p:cNvPr id="986" name="Google Shape;986;p38"/>
          <p:cNvPicPr preferRelativeResize="0"/>
          <p:nvPr/>
        </p:nvPicPr>
        <p:blipFill rotWithShape="1">
          <a:blip r:embed="rId4">
            <a:alphaModFix/>
          </a:blip>
          <a:srcRect b="0" l="0" r="0" t="0"/>
          <a:stretch/>
        </p:blipFill>
        <p:spPr>
          <a:xfrm>
            <a:off x="7266516" y="2309812"/>
            <a:ext cx="2514600" cy="2803525"/>
          </a:xfrm>
          <a:prstGeom prst="rect">
            <a:avLst/>
          </a:prstGeom>
          <a:noFill/>
          <a:ln>
            <a:noFill/>
          </a:ln>
        </p:spPr>
      </p:pic>
      <p:pic>
        <p:nvPicPr>
          <p:cNvPr id="987" name="Google Shape;987;p38"/>
          <p:cNvPicPr preferRelativeResize="0"/>
          <p:nvPr/>
        </p:nvPicPr>
        <p:blipFill rotWithShape="1">
          <a:blip r:embed="rId5">
            <a:alphaModFix/>
          </a:blip>
          <a:srcRect b="0" l="0" r="0" t="0"/>
          <a:stretch/>
        </p:blipFill>
        <p:spPr>
          <a:xfrm>
            <a:off x="5010149" y="4379912"/>
            <a:ext cx="2293938" cy="554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2000"/>
                                        <p:tgtEl>
                                          <p:spTgt spid="9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2000"/>
                                        <p:tgtEl>
                                          <p:spTgt spid="9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992" name="Shape 992"/>
        <p:cNvGrpSpPr/>
        <p:nvPr/>
      </p:nvGrpSpPr>
      <p:grpSpPr>
        <a:xfrm>
          <a:off x="0" y="0"/>
          <a:ext cx="0" cy="0"/>
          <a:chOff x="0" y="0"/>
          <a:chExt cx="0" cy="0"/>
        </a:xfrm>
      </p:grpSpPr>
      <p:sp>
        <p:nvSpPr>
          <p:cNvPr id="993" name="Google Shape;993;p3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94" name="Google Shape;994;p3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95" name="Google Shape;995;p39"/>
          <p:cNvSpPr txBox="1"/>
          <p:nvPr/>
        </p:nvSpPr>
        <p:spPr>
          <a:xfrm>
            <a:off x="6096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996" name="Google Shape;996;p39"/>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7" name="Google Shape;997;p39"/>
          <p:cNvSpPr txBox="1"/>
          <p:nvPr/>
        </p:nvSpPr>
        <p:spPr>
          <a:xfrm>
            <a:off x="635000" y="10652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Numbering System</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Flow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Error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Congestion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0"/>
                                        <p:tgtEl>
                                          <p:spTgt spid="9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4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04" name="Google Shape;1004;p4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05" name="Google Shape;1005;p4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6" name="Google Shape;1006;p4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7" name="Google Shape;1007;p4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8" name="Google Shape;1008;p4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9" name="Google Shape;1009;p4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0" name="Google Shape;1010;p4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1" name="Google Shape;1011;p4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12" name="Google Shape;1012;p40"/>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13" name="Google Shape;1013;p40"/>
          <p:cNvCxnSpPr/>
          <p:nvPr/>
        </p:nvCxnSpPr>
        <p:spPr>
          <a:xfrm>
            <a:off x="812800" y="53340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14" name="Google Shape;1014;p40"/>
          <p:cNvSpPr txBox="1"/>
          <p:nvPr/>
        </p:nvSpPr>
        <p:spPr>
          <a:xfrm>
            <a:off x="863600" y="2716212"/>
            <a:ext cx="10769700" cy="25551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bytes of data being transferred in each connection are numbered by TCP.</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numbering starts with an  arbitrarily generated number.</a:t>
            </a:r>
            <a:endParaRPr/>
          </a:p>
        </p:txBody>
      </p:sp>
      <p:grpSp>
        <p:nvGrpSpPr>
          <p:cNvPr id="1015" name="Google Shape;1015;p40"/>
          <p:cNvGrpSpPr/>
          <p:nvPr/>
        </p:nvGrpSpPr>
        <p:grpSpPr>
          <a:xfrm>
            <a:off x="812800" y="1981200"/>
            <a:ext cx="1523899" cy="566741"/>
            <a:chOff x="1200" y="1248"/>
            <a:chExt cx="720" cy="357"/>
          </a:xfrm>
        </p:grpSpPr>
        <p:pic>
          <p:nvPicPr>
            <p:cNvPr id="1016" name="Google Shape;1016;p4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17" name="Google Shape;1017;p40"/>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500"/>
                                        <p:tgtEl>
                                          <p:spTgt spid="10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4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24" name="Google Shape;1024;p4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25" name="Google Shape;1025;p41"/>
          <p:cNvSpPr txBox="1"/>
          <p:nvPr/>
        </p:nvSpPr>
        <p:spPr>
          <a:xfrm>
            <a:off x="101600" y="696912"/>
            <a:ext cx="11836500" cy="230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Suppose a TCP connection is transferring a file of 5,000 bytes. The first byte is numbered 10,001. What are the sequence numbers for each segment if data are sent in five segments, each carrying 1,000 bytes?</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1" lang="en-US" sz="2400" u="none">
                <a:solidFill>
                  <a:schemeClr val="hlink"/>
                </a:solidFill>
                <a:latin typeface="Arimo"/>
                <a:ea typeface="Arimo"/>
                <a:cs typeface="Arimo"/>
                <a:sym typeface="Arimo"/>
              </a:rPr>
              <a:t>Solution</a:t>
            </a:r>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following shows the sequence number for each segment:</a:t>
            </a:r>
            <a:endParaRPr/>
          </a:p>
        </p:txBody>
      </p:sp>
      <p:grpSp>
        <p:nvGrpSpPr>
          <p:cNvPr id="1026" name="Google Shape;1026;p41"/>
          <p:cNvGrpSpPr/>
          <p:nvPr/>
        </p:nvGrpSpPr>
        <p:grpSpPr>
          <a:xfrm>
            <a:off x="0" y="0"/>
            <a:ext cx="12065000" cy="476250"/>
            <a:chOff x="0" y="2448"/>
            <a:chExt cx="5700" cy="300"/>
          </a:xfrm>
        </p:grpSpPr>
        <p:sp>
          <p:nvSpPr>
            <p:cNvPr id="1027" name="Google Shape;1027;p4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28" name="Google Shape;1028;p41"/>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15.1</a:t>
              </a:r>
              <a:endParaRPr/>
            </a:p>
          </p:txBody>
        </p:sp>
      </p:grpSp>
      <p:pic>
        <p:nvPicPr>
          <p:cNvPr id="1029" name="Google Shape;1029;p41"/>
          <p:cNvPicPr preferRelativeResize="0"/>
          <p:nvPr/>
        </p:nvPicPr>
        <p:blipFill rotWithShape="1">
          <a:blip r:embed="rId3">
            <a:alphaModFix/>
          </a:blip>
          <a:srcRect b="0" l="0" r="0" t="0"/>
          <a:stretch/>
        </p:blipFill>
        <p:spPr>
          <a:xfrm>
            <a:off x="279400" y="3895725"/>
            <a:ext cx="11308998" cy="2308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36" name="Google Shape;1036;p4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37" name="Google Shape;1037;p4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8" name="Google Shape;1038;p4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9" name="Google Shape;1039;p4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0" name="Google Shape;1040;p4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1" name="Google Shape;1041;p4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2" name="Google Shape;1042;p4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3" name="Google Shape;1043;p4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44" name="Google Shape;1044;p42"/>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45" name="Google Shape;1045;p42"/>
          <p:cNvCxnSpPr/>
          <p:nvPr/>
        </p:nvCxnSpPr>
        <p:spPr>
          <a:xfrm>
            <a:off x="812800" y="48768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46" name="Google Shape;1046;p42"/>
          <p:cNvSpPr txBox="1"/>
          <p:nvPr/>
        </p:nvSpPr>
        <p:spPr>
          <a:xfrm>
            <a:off x="863600" y="2716212"/>
            <a:ext cx="10769700" cy="20625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in the sequence number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field of a segment defines the number assigned to the first data byte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contained in that segment.</a:t>
            </a:r>
            <a:endParaRPr/>
          </a:p>
        </p:txBody>
      </p:sp>
      <p:grpSp>
        <p:nvGrpSpPr>
          <p:cNvPr id="1047" name="Google Shape;1047;p42"/>
          <p:cNvGrpSpPr/>
          <p:nvPr/>
        </p:nvGrpSpPr>
        <p:grpSpPr>
          <a:xfrm>
            <a:off x="812800" y="1981200"/>
            <a:ext cx="1523899" cy="566741"/>
            <a:chOff x="1200" y="1248"/>
            <a:chExt cx="720" cy="357"/>
          </a:xfrm>
        </p:grpSpPr>
        <p:pic>
          <p:nvPicPr>
            <p:cNvPr id="1048" name="Google Shape;1048;p4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49" name="Google Shape;1049;p42"/>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4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56" name="Google Shape;1056;p4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57" name="Google Shape;1057;p4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8" name="Google Shape;1058;p4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9" name="Google Shape;1059;p4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0" name="Google Shape;1060;p4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1" name="Google Shape;1061;p4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2" name="Google Shape;1062;p4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3" name="Google Shape;1063;p4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64" name="Google Shape;1064;p43"/>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65" name="Google Shape;1065;p43"/>
          <p:cNvCxnSpPr/>
          <p:nvPr/>
        </p:nvCxnSpPr>
        <p:spPr>
          <a:xfrm>
            <a:off x="812800" y="5867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66" name="Google Shape;1066;p43"/>
          <p:cNvSpPr txBox="1"/>
          <p:nvPr/>
        </p:nvSpPr>
        <p:spPr>
          <a:xfrm>
            <a:off x="863600" y="2716212"/>
            <a:ext cx="10769700" cy="25551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of the acknowledgment field in a segment defines the number of the next byte a party expects to receive. </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acknowledgment number is cumulative.</a:t>
            </a:r>
            <a:endParaRPr/>
          </a:p>
        </p:txBody>
      </p:sp>
      <p:grpSp>
        <p:nvGrpSpPr>
          <p:cNvPr id="1067" name="Google Shape;1067;p43"/>
          <p:cNvGrpSpPr/>
          <p:nvPr/>
        </p:nvGrpSpPr>
        <p:grpSpPr>
          <a:xfrm>
            <a:off x="812800" y="1981200"/>
            <a:ext cx="1523899" cy="566741"/>
            <a:chOff x="1200" y="1248"/>
            <a:chExt cx="720" cy="357"/>
          </a:xfrm>
        </p:grpSpPr>
        <p:pic>
          <p:nvPicPr>
            <p:cNvPr id="1068" name="Google Shape;1068;p4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69" name="Google Shape;1069;p43"/>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4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76" name="Google Shape;1076;p4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77" name="Google Shape;1077;p44"/>
          <p:cNvSpPr txBox="1"/>
          <p:nvPr/>
        </p:nvSpPr>
        <p:spPr>
          <a:xfrm>
            <a:off x="0" y="0"/>
            <a:ext cx="12192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78" name="Google Shape;1078;p44"/>
          <p:cNvSpPr txBox="1"/>
          <p:nvPr/>
        </p:nvSpPr>
        <p:spPr>
          <a:xfrm>
            <a:off x="304800" y="355600"/>
            <a:ext cx="47289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15-3  SEGMENT</a:t>
            </a:r>
            <a:endParaRPr/>
          </a:p>
        </p:txBody>
      </p:sp>
      <p:sp>
        <p:nvSpPr>
          <p:cNvPr id="1079" name="Google Shape;1079;p44"/>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0" name="Google Shape;1080;p44"/>
          <p:cNvSpPr txBox="1"/>
          <p:nvPr/>
        </p:nvSpPr>
        <p:spPr>
          <a:xfrm>
            <a:off x="508000" y="1524000"/>
            <a:ext cx="113793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Before discussing TCP in more detail, let us discuss the TCP packets themselves. A packet in TCP is called a segment.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085" name="Shape 1085"/>
        <p:cNvGrpSpPr/>
        <p:nvPr/>
      </p:nvGrpSpPr>
      <p:grpSpPr>
        <a:xfrm>
          <a:off x="0" y="0"/>
          <a:ext cx="0" cy="0"/>
          <a:chOff x="0" y="0"/>
          <a:chExt cx="0" cy="0"/>
        </a:xfrm>
      </p:grpSpPr>
      <p:sp>
        <p:nvSpPr>
          <p:cNvPr id="1086" name="Google Shape;1086;p4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87" name="Google Shape;1087;p4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88" name="Google Shape;1088;p45"/>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089" name="Google Shape;1089;p45"/>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90" name="Google Shape;1090;p45"/>
          <p:cNvSpPr txBox="1"/>
          <p:nvPr/>
        </p:nvSpPr>
        <p:spPr>
          <a:xfrm>
            <a:off x="406400" y="989012"/>
            <a:ext cx="11175900" cy="1172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Format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Encapsulation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0"/>
                                        <p:tgtEl>
                                          <p:spTgt spid="10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4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97" name="Google Shape;1097;p4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98" name="Google Shape;1098;p4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 format</a:t>
            </a:r>
            <a:endParaRPr/>
          </a:p>
        </p:txBody>
      </p:sp>
      <p:sp>
        <p:nvSpPr>
          <p:cNvPr id="1099" name="Google Shape;1099;p4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0" name="Google Shape;1100;p4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1" name="Google Shape;1101;p4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2" name="Google Shape;1102;p4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3" name="Google Shape;1103;p4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4" name="Google Shape;1104;p4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5" name="Google Shape;1105;p4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06" name="Google Shape;1106;p46"/>
          <p:cNvPicPr preferRelativeResize="0"/>
          <p:nvPr/>
        </p:nvPicPr>
        <p:blipFill rotWithShape="1">
          <a:blip r:embed="rId3">
            <a:alphaModFix/>
          </a:blip>
          <a:srcRect b="0" l="0" r="0" t="0"/>
          <a:stretch/>
        </p:blipFill>
        <p:spPr>
          <a:xfrm>
            <a:off x="3468501" y="942324"/>
            <a:ext cx="5376001" cy="1227775"/>
          </a:xfrm>
          <a:prstGeom prst="rect">
            <a:avLst/>
          </a:prstGeom>
          <a:noFill/>
          <a:ln>
            <a:noFill/>
          </a:ln>
        </p:spPr>
      </p:pic>
      <p:pic>
        <p:nvPicPr>
          <p:cNvPr id="1107" name="Google Shape;1107;p46"/>
          <p:cNvPicPr preferRelativeResize="0"/>
          <p:nvPr/>
        </p:nvPicPr>
        <p:blipFill rotWithShape="1">
          <a:blip r:embed="rId4">
            <a:alphaModFix/>
          </a:blip>
          <a:srcRect b="0" l="0" r="0" t="0"/>
          <a:stretch/>
        </p:blipFill>
        <p:spPr>
          <a:xfrm>
            <a:off x="2027451" y="2250725"/>
            <a:ext cx="8293951" cy="4273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3000"/>
                                        <p:tgtEl>
                                          <p:spTgt spid="1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4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14" name="Google Shape;1114;p4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15" name="Google Shape;1115;p4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Control field</a:t>
            </a:r>
            <a:endParaRPr/>
          </a:p>
        </p:txBody>
      </p:sp>
      <p:sp>
        <p:nvSpPr>
          <p:cNvPr id="1116" name="Google Shape;1116;p4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7" name="Google Shape;1117;p4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8" name="Google Shape;1118;p4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9" name="Google Shape;1119;p4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0" name="Google Shape;1120;p4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1" name="Google Shape;1121;p4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2" name="Google Shape;1122;p4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23" name="Google Shape;1123;p47"/>
          <p:cNvPicPr preferRelativeResize="0"/>
          <p:nvPr/>
        </p:nvPicPr>
        <p:blipFill rotWithShape="1">
          <a:blip r:embed="rId3">
            <a:alphaModFix/>
          </a:blip>
          <a:srcRect b="0" l="0" r="0" t="0"/>
          <a:stretch/>
        </p:blipFill>
        <p:spPr>
          <a:xfrm>
            <a:off x="1917700" y="2289175"/>
            <a:ext cx="8410575" cy="2816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4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30" name="Google Shape;1130;p4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31" name="Google Shape;1131;p48"/>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Pseudoheader added to the TCP segment</a:t>
            </a:r>
            <a:endParaRPr/>
          </a:p>
        </p:txBody>
      </p:sp>
      <p:sp>
        <p:nvSpPr>
          <p:cNvPr id="1132" name="Google Shape;1132;p4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3" name="Google Shape;1133;p4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4" name="Google Shape;1134;p4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5" name="Google Shape;1135;p4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6" name="Google Shape;1136;p4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7" name="Google Shape;1137;p4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8" name="Google Shape;1138;p4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39" name="Google Shape;1139;p48"/>
          <p:cNvPicPr preferRelativeResize="0"/>
          <p:nvPr/>
        </p:nvPicPr>
        <p:blipFill rotWithShape="1">
          <a:blip r:embed="rId3">
            <a:alphaModFix/>
          </a:blip>
          <a:srcRect b="0" l="0" r="0" t="0"/>
          <a:stretch/>
        </p:blipFill>
        <p:spPr>
          <a:xfrm>
            <a:off x="2446876" y="2536369"/>
            <a:ext cx="7389800" cy="2165975"/>
          </a:xfrm>
          <a:prstGeom prst="rect">
            <a:avLst/>
          </a:prstGeom>
          <a:noFill/>
          <a:ln>
            <a:noFill/>
          </a:ln>
        </p:spPr>
      </p:pic>
      <p:pic>
        <p:nvPicPr>
          <p:cNvPr id="1140" name="Google Shape;1140;p48"/>
          <p:cNvPicPr preferRelativeResize="0"/>
          <p:nvPr/>
        </p:nvPicPr>
        <p:blipFill rotWithShape="1">
          <a:blip r:embed="rId4">
            <a:alphaModFix/>
          </a:blip>
          <a:srcRect b="0" l="0" r="0" t="0"/>
          <a:stretch/>
        </p:blipFill>
        <p:spPr>
          <a:xfrm>
            <a:off x="3101778" y="4824225"/>
            <a:ext cx="6965099" cy="1050673"/>
          </a:xfrm>
          <a:prstGeom prst="rect">
            <a:avLst/>
          </a:prstGeom>
          <a:noFill/>
          <a:ln>
            <a:noFill/>
          </a:ln>
        </p:spPr>
      </p:pic>
      <p:pic>
        <p:nvPicPr>
          <p:cNvPr id="1141" name="Google Shape;1141;p48"/>
          <p:cNvPicPr preferRelativeResize="0"/>
          <p:nvPr/>
        </p:nvPicPr>
        <p:blipFill rotWithShape="1">
          <a:blip r:embed="rId5">
            <a:alphaModFix/>
          </a:blip>
          <a:srcRect b="0" l="0" r="0" t="0"/>
          <a:stretch/>
        </p:blipFill>
        <p:spPr>
          <a:xfrm>
            <a:off x="2493654" y="1068373"/>
            <a:ext cx="7325171" cy="13128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41"/>
                                        </p:tgtEl>
                                        <p:attrNameLst>
                                          <p:attrName>style.visibility</p:attrName>
                                        </p:attrNameLst>
                                      </p:cBhvr>
                                      <p:to>
                                        <p:strVal val="visible"/>
                                      </p:to>
                                    </p:set>
                                    <p:anim calcmode="lin" valueType="num">
                                      <p:cBhvr additive="base">
                                        <p:cTn dur="500"/>
                                        <p:tgtEl>
                                          <p:spTgt spid="1141"/>
                                        </p:tgtEl>
                                        <p:attrNameLst>
                                          <p:attrName>ppt_w</p:attrName>
                                        </p:attrNameLst>
                                      </p:cBhvr>
                                      <p:tavLst>
                                        <p:tav fmla="" tm="0">
                                          <p:val>
                                            <p:strVal val="0"/>
                                          </p:val>
                                        </p:tav>
                                        <p:tav fmla="" tm="100000">
                                          <p:val>
                                            <p:strVal val="#ppt_w"/>
                                          </p:val>
                                        </p:tav>
                                      </p:tavLst>
                                    </p:anim>
                                    <p:anim calcmode="lin" valueType="num">
                                      <p:cBhvr additive="base">
                                        <p:cTn dur="500"/>
                                        <p:tgtEl>
                                          <p:spTgt spid="114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4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48" name="Google Shape;1148;p4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49" name="Google Shape;1149;p49"/>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0" name="Google Shape;1150;p49"/>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1" name="Google Shape;1151;p49"/>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2" name="Google Shape;1152;p49"/>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3" name="Google Shape;1153;p49"/>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4" name="Google Shape;1154;p49"/>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5" name="Google Shape;1155;p49"/>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156" name="Google Shape;1156;p49"/>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157" name="Google Shape;1157;p49"/>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158" name="Google Shape;1158;p49"/>
          <p:cNvSpPr txBox="1"/>
          <p:nvPr/>
        </p:nvSpPr>
        <p:spPr>
          <a:xfrm>
            <a:off x="863600" y="2716212"/>
            <a:ext cx="10769700" cy="5850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use of the checksum in TCP is mandatory.</a:t>
            </a:r>
            <a:endParaRPr/>
          </a:p>
        </p:txBody>
      </p:sp>
      <p:grpSp>
        <p:nvGrpSpPr>
          <p:cNvPr id="1159" name="Google Shape;1159;p49"/>
          <p:cNvGrpSpPr/>
          <p:nvPr/>
        </p:nvGrpSpPr>
        <p:grpSpPr>
          <a:xfrm>
            <a:off x="812800" y="1981200"/>
            <a:ext cx="1523899" cy="566741"/>
            <a:chOff x="1200" y="1248"/>
            <a:chExt cx="720" cy="357"/>
          </a:xfrm>
        </p:grpSpPr>
        <p:pic>
          <p:nvPicPr>
            <p:cNvPr id="1160" name="Google Shape;1160;p4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161" name="Google Shape;1161;p49"/>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500"/>
                                        <p:tgtEl>
                                          <p:spTgt spid="11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68" name="Google Shape;1168;p5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169" name="Google Shape;1169;p50"/>
          <p:cNvPicPr preferRelativeResize="0"/>
          <p:nvPr/>
        </p:nvPicPr>
        <p:blipFill rotWithShape="1">
          <a:blip r:embed="rId3">
            <a:alphaModFix/>
          </a:blip>
          <a:srcRect b="0" l="0" r="0" t="0"/>
          <a:stretch/>
        </p:blipFill>
        <p:spPr>
          <a:xfrm>
            <a:off x="1824575" y="3422650"/>
            <a:ext cx="6587597" cy="1197141"/>
          </a:xfrm>
          <a:prstGeom prst="rect">
            <a:avLst/>
          </a:prstGeom>
          <a:noFill/>
          <a:ln>
            <a:noFill/>
          </a:ln>
        </p:spPr>
      </p:pic>
      <p:pic>
        <p:nvPicPr>
          <p:cNvPr id="1170" name="Google Shape;1170;p50"/>
          <p:cNvPicPr preferRelativeResize="0"/>
          <p:nvPr/>
        </p:nvPicPr>
        <p:blipFill rotWithShape="1">
          <a:blip r:embed="rId4">
            <a:alphaModFix/>
          </a:blip>
          <a:srcRect b="0" l="0" r="0" t="0"/>
          <a:stretch/>
        </p:blipFill>
        <p:spPr>
          <a:xfrm>
            <a:off x="3115725" y="2203450"/>
            <a:ext cx="5319722" cy="938500"/>
          </a:xfrm>
          <a:prstGeom prst="rect">
            <a:avLst/>
          </a:prstGeom>
          <a:noFill/>
          <a:ln>
            <a:noFill/>
          </a:ln>
        </p:spPr>
      </p:pic>
      <p:sp>
        <p:nvSpPr>
          <p:cNvPr id="1171" name="Google Shape;1171;p50"/>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Encapsulation</a:t>
            </a:r>
            <a:endParaRPr/>
          </a:p>
        </p:txBody>
      </p:sp>
      <p:sp>
        <p:nvSpPr>
          <p:cNvPr id="1172" name="Google Shape;1172;p5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3" name="Google Shape;1173;p5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4" name="Google Shape;1174;p5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5" name="Google Shape;1175;p5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6" name="Google Shape;1176;p5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7" name="Google Shape;1177;p5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8" name="Google Shape;1178;p5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79" name="Google Shape;1179;p50"/>
          <p:cNvPicPr preferRelativeResize="0"/>
          <p:nvPr/>
        </p:nvPicPr>
        <p:blipFill rotWithShape="1">
          <a:blip r:embed="rId5">
            <a:alphaModFix/>
          </a:blip>
          <a:srcRect b="0" l="0" r="0" t="0"/>
          <a:stretch/>
        </p:blipFill>
        <p:spPr>
          <a:xfrm>
            <a:off x="4523316" y="1125537"/>
            <a:ext cx="3959222" cy="674687"/>
          </a:xfrm>
          <a:prstGeom prst="rect">
            <a:avLst/>
          </a:prstGeom>
          <a:noFill/>
          <a:ln>
            <a:noFill/>
          </a:ln>
        </p:spPr>
      </p:pic>
      <p:pic>
        <p:nvPicPr>
          <p:cNvPr id="1180" name="Google Shape;1180;p50"/>
          <p:cNvPicPr preferRelativeResize="0"/>
          <p:nvPr/>
        </p:nvPicPr>
        <p:blipFill rotWithShape="1">
          <a:blip r:embed="rId6">
            <a:alphaModFix/>
          </a:blip>
          <a:srcRect b="0" l="0" r="0" t="0"/>
          <a:stretch/>
        </p:blipFill>
        <p:spPr>
          <a:xfrm>
            <a:off x="2965449" y="4684712"/>
            <a:ext cx="5319714" cy="136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185" name="Shape 1185"/>
        <p:cNvGrpSpPr/>
        <p:nvPr/>
      </p:nvGrpSpPr>
      <p:grpSpPr>
        <a:xfrm>
          <a:off x="0" y="0"/>
          <a:ext cx="0" cy="0"/>
          <a:chOff x="0" y="0"/>
          <a:chExt cx="0" cy="0"/>
        </a:xfrm>
      </p:grpSpPr>
      <p:sp>
        <p:nvSpPr>
          <p:cNvPr id="1186" name="Google Shape;1186;p5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87" name="Google Shape;1187;p5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88" name="Google Shape;1188;p51"/>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189" name="Google Shape;1189;p51"/>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90" name="Google Shape;1190;p51"/>
          <p:cNvSpPr txBox="1"/>
          <p:nvPr/>
        </p:nvSpPr>
        <p:spPr>
          <a:xfrm>
            <a:off x="406400" y="9890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Establishment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Data Transfer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Termination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Reset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5000"/>
                                        <p:tgtEl>
                                          <p:spTgt spid="1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5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97" name="Google Shape;1197;p5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98" name="Google Shape;1198;p52"/>
          <p:cNvSpPr txBox="1"/>
          <p:nvPr/>
        </p:nvSpPr>
        <p:spPr>
          <a:xfrm>
            <a:off x="1320800" y="90487"/>
            <a:ext cx="1036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establishment using three-way handshake</a:t>
            </a:r>
            <a:endParaRPr/>
          </a:p>
        </p:txBody>
      </p:sp>
      <p:sp>
        <p:nvSpPr>
          <p:cNvPr id="1199" name="Google Shape;1199;p5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0" name="Google Shape;1200;p5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1" name="Google Shape;1201;p5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2" name="Google Shape;1202;p5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3" name="Google Shape;1203;p5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4" name="Google Shape;1204;p5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05" name="Google Shape;1205;p52"/>
          <p:cNvPicPr preferRelativeResize="0"/>
          <p:nvPr/>
        </p:nvPicPr>
        <p:blipFill rotWithShape="1">
          <a:blip r:embed="rId3">
            <a:alphaModFix/>
          </a:blip>
          <a:srcRect b="0" l="0" r="0" t="0"/>
          <a:stretch/>
        </p:blipFill>
        <p:spPr>
          <a:xfrm>
            <a:off x="381000" y="1292225"/>
            <a:ext cx="8262937" cy="4591050"/>
          </a:xfrm>
          <a:prstGeom prst="rect">
            <a:avLst/>
          </a:prstGeom>
          <a:noFill/>
          <a:ln>
            <a:noFill/>
          </a:ln>
        </p:spPr>
      </p:pic>
      <p:sp>
        <p:nvSpPr>
          <p:cNvPr id="1206" name="Google Shape;1206;p5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07" name="Google Shape;1207;p52"/>
          <p:cNvPicPr preferRelativeResize="0"/>
          <p:nvPr/>
        </p:nvPicPr>
        <p:blipFill rotWithShape="1">
          <a:blip r:embed="rId4">
            <a:alphaModFix/>
          </a:blip>
          <a:srcRect b="0" l="0" r="0" t="0"/>
          <a:stretch/>
        </p:blipFill>
        <p:spPr>
          <a:xfrm>
            <a:off x="1403349" y="4240212"/>
            <a:ext cx="960437" cy="474662"/>
          </a:xfrm>
          <a:prstGeom prst="rect">
            <a:avLst/>
          </a:prstGeom>
          <a:noFill/>
          <a:ln>
            <a:noFill/>
          </a:ln>
        </p:spPr>
      </p:pic>
      <p:pic>
        <p:nvPicPr>
          <p:cNvPr id="1208" name="Google Shape;1208;p52"/>
          <p:cNvPicPr preferRelativeResize="0"/>
          <p:nvPr/>
        </p:nvPicPr>
        <p:blipFill rotWithShape="1">
          <a:blip r:embed="rId5">
            <a:alphaModFix/>
          </a:blip>
          <a:srcRect b="0" l="0" r="0" t="0"/>
          <a:stretch/>
        </p:blipFill>
        <p:spPr>
          <a:xfrm>
            <a:off x="9313333" y="5108575"/>
            <a:ext cx="968375" cy="479425"/>
          </a:xfrm>
          <a:prstGeom prst="rect">
            <a:avLst/>
          </a:prstGeom>
          <a:noFill/>
          <a:ln>
            <a:noFill/>
          </a:ln>
        </p:spPr>
      </p:pic>
      <p:pic>
        <p:nvPicPr>
          <p:cNvPr id="1209" name="Google Shape;1209;p52"/>
          <p:cNvPicPr preferRelativeResize="0"/>
          <p:nvPr/>
        </p:nvPicPr>
        <p:blipFill rotWithShape="1">
          <a:blip r:embed="rId6">
            <a:alphaModFix/>
          </a:blip>
          <a:srcRect b="0" l="0" r="0" t="0"/>
          <a:stretch/>
        </p:blipFill>
        <p:spPr>
          <a:xfrm>
            <a:off x="9334500" y="2809875"/>
            <a:ext cx="941388" cy="490538"/>
          </a:xfrm>
          <a:prstGeom prst="rect">
            <a:avLst/>
          </a:prstGeom>
          <a:noFill/>
          <a:ln>
            <a:noFill/>
          </a:ln>
        </p:spPr>
      </p:pic>
      <p:pic>
        <p:nvPicPr>
          <p:cNvPr id="1210" name="Google Shape;1210;p52"/>
          <p:cNvPicPr preferRelativeResize="0"/>
          <p:nvPr/>
        </p:nvPicPr>
        <p:blipFill rotWithShape="1">
          <a:blip r:embed="rId7">
            <a:alphaModFix/>
          </a:blip>
          <a:srcRect b="0" l="0" r="0" t="0"/>
          <a:stretch/>
        </p:blipFill>
        <p:spPr>
          <a:xfrm>
            <a:off x="1409700" y="2906712"/>
            <a:ext cx="941388" cy="490538"/>
          </a:xfrm>
          <a:prstGeom prst="rect">
            <a:avLst/>
          </a:prstGeom>
          <a:noFill/>
          <a:ln>
            <a:noFill/>
          </a:ln>
        </p:spPr>
      </p:pic>
      <p:pic>
        <p:nvPicPr>
          <p:cNvPr id="1211" name="Google Shape;1211;p52"/>
          <p:cNvPicPr preferRelativeResize="0"/>
          <p:nvPr/>
        </p:nvPicPr>
        <p:blipFill rotWithShape="1">
          <a:blip r:embed="rId8">
            <a:alphaModFix/>
          </a:blip>
          <a:srcRect b="0" l="0" r="0" t="0"/>
          <a:stretch/>
        </p:blipFill>
        <p:spPr>
          <a:xfrm>
            <a:off x="2755900" y="2992437"/>
            <a:ext cx="4881561" cy="1081087"/>
          </a:xfrm>
          <a:prstGeom prst="rect">
            <a:avLst/>
          </a:prstGeom>
          <a:noFill/>
          <a:ln>
            <a:noFill/>
          </a:ln>
        </p:spPr>
      </p:pic>
      <p:pic>
        <p:nvPicPr>
          <p:cNvPr id="1212" name="Google Shape;1212;p52"/>
          <p:cNvPicPr preferRelativeResize="0"/>
          <p:nvPr/>
        </p:nvPicPr>
        <p:blipFill rotWithShape="1">
          <a:blip r:embed="rId9">
            <a:alphaModFix/>
          </a:blip>
          <a:srcRect b="0" l="0" r="0" t="0"/>
          <a:stretch/>
        </p:blipFill>
        <p:spPr>
          <a:xfrm>
            <a:off x="2688167" y="3848100"/>
            <a:ext cx="4918076" cy="1087437"/>
          </a:xfrm>
          <a:prstGeom prst="rect">
            <a:avLst/>
          </a:prstGeom>
          <a:noFill/>
          <a:ln>
            <a:noFill/>
          </a:ln>
        </p:spPr>
      </p:pic>
      <p:pic>
        <p:nvPicPr>
          <p:cNvPr id="1213" name="Google Shape;1213;p52"/>
          <p:cNvPicPr preferRelativeResize="0"/>
          <p:nvPr/>
        </p:nvPicPr>
        <p:blipFill rotWithShape="1">
          <a:blip r:embed="rId10">
            <a:alphaModFix/>
          </a:blip>
          <a:srcRect b="0" l="0" r="0" t="0"/>
          <a:stretch/>
        </p:blipFill>
        <p:spPr>
          <a:xfrm>
            <a:off x="2692400" y="4730750"/>
            <a:ext cx="4918077" cy="1066800"/>
          </a:xfrm>
          <a:prstGeom prst="rect">
            <a:avLst/>
          </a:prstGeom>
          <a:noFill/>
          <a:ln>
            <a:noFill/>
          </a:ln>
        </p:spPr>
      </p:pic>
      <p:sp>
        <p:nvSpPr>
          <p:cNvPr id="1214" name="Google Shape;1214;p52"/>
          <p:cNvSpPr/>
          <p:nvPr/>
        </p:nvSpPr>
        <p:spPr>
          <a:xfrm rot="135255">
            <a:off x="3975679" y="4719487"/>
            <a:ext cx="1624557" cy="381315"/>
          </a:xfrm>
          <a:prstGeom prst="ellipse">
            <a:avLst/>
          </a:prstGeom>
          <a:noFill/>
          <a:ln cap="flat" cmpd="sng" w="2857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15" name="Google Shape;1215;p52"/>
          <p:cNvCxnSpPr/>
          <p:nvPr/>
        </p:nvCxnSpPr>
        <p:spPr>
          <a:xfrm rot="10800000">
            <a:off x="5397600" y="4948237"/>
            <a:ext cx="507900" cy="914400"/>
          </a:xfrm>
          <a:prstGeom prst="straightConnector1">
            <a:avLst/>
          </a:prstGeom>
          <a:noFill/>
          <a:ln cap="flat" cmpd="sng" w="28575">
            <a:solidFill>
              <a:schemeClr val="folHlink"/>
            </a:solidFill>
            <a:prstDash val="solid"/>
            <a:miter lim="800000"/>
            <a:headEnd len="med" w="med" type="none"/>
            <a:tailEnd len="med" w="med" type="triangle"/>
          </a:ln>
        </p:spPr>
      </p:cxnSp>
      <p:sp>
        <p:nvSpPr>
          <p:cNvPr id="1216" name="Google Shape;1216;p52"/>
          <p:cNvSpPr txBox="1"/>
          <p:nvPr/>
        </p:nvSpPr>
        <p:spPr>
          <a:xfrm>
            <a:off x="4889500" y="5805487"/>
            <a:ext cx="285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Arial"/>
              <a:buNone/>
            </a:pPr>
            <a:r>
              <a:rPr b="1" i="1" lang="en-US" sz="1800" u="none">
                <a:solidFill>
                  <a:schemeClr val="folHlink"/>
                </a:solidFill>
                <a:latin typeface="Arial"/>
                <a:ea typeface="Arial"/>
                <a:cs typeface="Arial"/>
                <a:sym typeface="Arial"/>
              </a:rPr>
              <a:t>Means “no data” !</a:t>
            </a:r>
            <a:endParaRPr/>
          </a:p>
        </p:txBody>
      </p:sp>
      <p:sp>
        <p:nvSpPr>
          <p:cNvPr id="1217" name="Google Shape;1217;p52"/>
          <p:cNvSpPr txBox="1"/>
          <p:nvPr/>
        </p:nvSpPr>
        <p:spPr>
          <a:xfrm>
            <a:off x="4868333" y="6105525"/>
            <a:ext cx="418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ahoma"/>
              <a:buNone/>
            </a:pPr>
            <a:r>
              <a:rPr b="1" i="0" lang="en-US" sz="1800" u="none">
                <a:solidFill>
                  <a:schemeClr val="hlink"/>
                </a:solidFill>
                <a:latin typeface="Tahoma"/>
                <a:ea typeface="Tahoma"/>
                <a:cs typeface="Tahoma"/>
                <a:sym typeface="Tahoma"/>
              </a:rPr>
              <a:t>seq: 8001 if piggybacking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2000"/>
                                        <p:tgtEl>
                                          <p:spTgt spid="1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2000"/>
                                        <p:tgtEl>
                                          <p:spTgt spid="1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2000"/>
                                        <p:tgtEl>
                                          <p:spTgt spid="1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2000"/>
                                        <p:tgtEl>
                                          <p:spTgt spid="1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20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2000"/>
                                        <p:tgtEl>
                                          <p:spTgt spid="1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2000"/>
                                        <p:tgtEl>
                                          <p:spTgt spid="1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5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24" name="Google Shape;1224;p5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25" name="Google Shape;1225;p5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6" name="Google Shape;1226;p5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7" name="Google Shape;1227;p5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8" name="Google Shape;1228;p5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9" name="Google Shape;1229;p5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0" name="Google Shape;1230;p5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1" name="Google Shape;1231;p5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32" name="Google Shape;1232;p53"/>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33" name="Google Shape;1233;p53"/>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34" name="Google Shape;1234;p53"/>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segment cannot carry data, but it consumes one sequence number.</a:t>
            </a:r>
            <a:endParaRPr/>
          </a:p>
        </p:txBody>
      </p:sp>
      <p:grpSp>
        <p:nvGrpSpPr>
          <p:cNvPr id="1235" name="Google Shape;1235;p53"/>
          <p:cNvGrpSpPr/>
          <p:nvPr/>
        </p:nvGrpSpPr>
        <p:grpSpPr>
          <a:xfrm>
            <a:off x="812800" y="1981200"/>
            <a:ext cx="1523899" cy="566741"/>
            <a:chOff x="1200" y="1248"/>
            <a:chExt cx="720" cy="357"/>
          </a:xfrm>
        </p:grpSpPr>
        <p:pic>
          <p:nvPicPr>
            <p:cNvPr id="1236" name="Google Shape;1236;p5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37" name="Google Shape;1237;p53"/>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500"/>
                                        <p:tgtEl>
                                          <p:spTgt spid="12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500"/>
                                        <p:tgtEl>
                                          <p:spTgt spid="1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44" name="Google Shape;1244;p5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45" name="Google Shape;1245;p5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6" name="Google Shape;1246;p5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7" name="Google Shape;1247;p5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8" name="Google Shape;1248;p5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9" name="Google Shape;1249;p5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0" name="Google Shape;1250;p5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1" name="Google Shape;1251;p5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52" name="Google Shape;1252;p54"/>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53" name="Google Shape;1253;p54"/>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54" name="Google Shape;1254;p54"/>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 ACK segment cannot carry data, but does consume one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sequence number.</a:t>
            </a:r>
            <a:endParaRPr/>
          </a:p>
        </p:txBody>
      </p:sp>
      <p:grpSp>
        <p:nvGrpSpPr>
          <p:cNvPr id="1255" name="Google Shape;1255;p54"/>
          <p:cNvGrpSpPr/>
          <p:nvPr/>
        </p:nvGrpSpPr>
        <p:grpSpPr>
          <a:xfrm>
            <a:off x="812800" y="1981200"/>
            <a:ext cx="1523899" cy="566741"/>
            <a:chOff x="1200" y="1248"/>
            <a:chExt cx="720" cy="357"/>
          </a:xfrm>
        </p:grpSpPr>
        <p:pic>
          <p:nvPicPr>
            <p:cNvPr id="1256" name="Google Shape;1256;p5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57" name="Google Shape;1257;p54"/>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5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64" name="Google Shape;1264;p5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65" name="Google Shape;1265;p5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6" name="Google Shape;1266;p5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7" name="Google Shape;1267;p5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8" name="Google Shape;1268;p5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9" name="Google Shape;1269;p5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0" name="Google Shape;1270;p5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1" name="Google Shape;1271;p5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72" name="Google Shape;1272;p55"/>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73" name="Google Shape;1273;p55"/>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74" name="Google Shape;1274;p55"/>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An ACK segment, if carrying no data, consumes no sequence number.</a:t>
            </a:r>
            <a:endParaRPr/>
          </a:p>
        </p:txBody>
      </p:sp>
      <p:grpSp>
        <p:nvGrpSpPr>
          <p:cNvPr id="1275" name="Google Shape;1275;p55"/>
          <p:cNvGrpSpPr/>
          <p:nvPr/>
        </p:nvGrpSpPr>
        <p:grpSpPr>
          <a:xfrm>
            <a:off x="812800" y="1981200"/>
            <a:ext cx="1523899" cy="566741"/>
            <a:chOff x="1200" y="1248"/>
            <a:chExt cx="720" cy="357"/>
          </a:xfrm>
        </p:grpSpPr>
        <p:pic>
          <p:nvPicPr>
            <p:cNvPr id="1276" name="Google Shape;1276;p5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77" name="Google Shape;1277;p55"/>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500"/>
                                        <p:tgtEl>
                                          <p:spTgt spid="12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73"/>
                                        </p:tgtEl>
                                        <p:attrNameLst>
                                          <p:attrName>style.visibility</p:attrName>
                                        </p:attrNameLst>
                                      </p:cBhvr>
                                      <p:to>
                                        <p:strVal val="visible"/>
                                      </p:to>
                                    </p:set>
                                    <p:animEffect filter="fade" transition="in">
                                      <p:cBhvr>
                                        <p:cTn dur="500"/>
                                        <p:tgtEl>
                                          <p:spTgt spid="12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4"/>
                                        </p:tgtEl>
                                        <p:attrNameLst>
                                          <p:attrName>style.visibility</p:attrName>
                                        </p:attrNameLst>
                                      </p:cBhvr>
                                      <p:to>
                                        <p:strVal val="visible"/>
                                      </p:to>
                                    </p:set>
                                    <p:animEffect filter="fade" transition="in">
                                      <p:cBhvr>
                                        <p:cTn dur="500"/>
                                        <p:tgtEl>
                                          <p:spTgt spid="1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56"/>
          <p:cNvSpPr txBox="1"/>
          <p:nvPr/>
        </p:nvSpPr>
        <p:spPr>
          <a:xfrm>
            <a:off x="1778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84" name="Google Shape;1284;p5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85" name="Google Shape;1285;p5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Data Transfer</a:t>
            </a:r>
            <a:endParaRPr/>
          </a:p>
        </p:txBody>
      </p:sp>
      <p:sp>
        <p:nvSpPr>
          <p:cNvPr id="1286" name="Google Shape;1286;p5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7" name="Google Shape;1287;p5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8" name="Google Shape;1288;p5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9" name="Google Shape;1289;p5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0" name="Google Shape;1290;p5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1" name="Google Shape;1291;p5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2" name="Google Shape;1292;p5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93" name="Google Shape;1293;p56"/>
          <p:cNvPicPr preferRelativeResize="0"/>
          <p:nvPr/>
        </p:nvPicPr>
        <p:blipFill rotWithShape="1">
          <a:blip r:embed="rId3">
            <a:alphaModFix/>
          </a:blip>
          <a:srcRect b="0" l="0" r="0" t="0"/>
          <a:stretch/>
        </p:blipFill>
        <p:spPr>
          <a:xfrm>
            <a:off x="3731683" y="850900"/>
            <a:ext cx="5465761" cy="5380038"/>
          </a:xfrm>
          <a:prstGeom prst="rect">
            <a:avLst/>
          </a:prstGeom>
          <a:noFill/>
          <a:ln>
            <a:noFill/>
          </a:ln>
        </p:spPr>
      </p:pic>
      <p:pic>
        <p:nvPicPr>
          <p:cNvPr id="1294" name="Google Shape;1294;p56"/>
          <p:cNvPicPr preferRelativeResize="0"/>
          <p:nvPr/>
        </p:nvPicPr>
        <p:blipFill rotWithShape="1">
          <a:blip r:embed="rId4">
            <a:alphaModFix/>
          </a:blip>
          <a:srcRect b="0" l="0" r="0" t="0"/>
          <a:stretch/>
        </p:blipFill>
        <p:spPr>
          <a:xfrm>
            <a:off x="4311649" y="2309812"/>
            <a:ext cx="4652963" cy="3271837"/>
          </a:xfrm>
          <a:prstGeom prst="rect">
            <a:avLst/>
          </a:prstGeom>
          <a:noFill/>
          <a:ln>
            <a:noFill/>
          </a:ln>
        </p:spPr>
      </p:pic>
      <p:pic>
        <p:nvPicPr>
          <p:cNvPr id="1295" name="Google Shape;1295;p56"/>
          <p:cNvPicPr preferRelativeResize="0"/>
          <p:nvPr/>
        </p:nvPicPr>
        <p:blipFill rotWithShape="1">
          <a:blip r:embed="rId5">
            <a:alphaModFix/>
          </a:blip>
          <a:srcRect b="0" l="0" r="0" t="0"/>
          <a:stretch/>
        </p:blipFill>
        <p:spPr>
          <a:xfrm>
            <a:off x="5281083" y="5680075"/>
            <a:ext cx="3235323" cy="328612"/>
          </a:xfrm>
          <a:prstGeom prst="rect">
            <a:avLst/>
          </a:prstGeom>
          <a:noFill/>
          <a:ln>
            <a:noFill/>
          </a:ln>
        </p:spPr>
      </p:pic>
      <p:pic>
        <p:nvPicPr>
          <p:cNvPr id="1296" name="Google Shape;1296;p56"/>
          <p:cNvPicPr preferRelativeResize="0"/>
          <p:nvPr/>
        </p:nvPicPr>
        <p:blipFill rotWithShape="1">
          <a:blip r:embed="rId6">
            <a:alphaModFix/>
          </a:blip>
          <a:srcRect b="0" l="0" r="0" t="0"/>
          <a:stretch/>
        </p:blipFill>
        <p:spPr>
          <a:xfrm>
            <a:off x="5278967" y="1935162"/>
            <a:ext cx="3217861" cy="312737"/>
          </a:xfrm>
          <a:prstGeom prst="rect">
            <a:avLst/>
          </a:prstGeom>
          <a:noFill/>
          <a:ln>
            <a:noFill/>
          </a:ln>
        </p:spPr>
      </p:pic>
      <p:sp>
        <p:nvSpPr>
          <p:cNvPr id="1297" name="Google Shape;1297;p56"/>
          <p:cNvSpPr txBox="1"/>
          <p:nvPr/>
        </p:nvSpPr>
        <p:spPr>
          <a:xfrm>
            <a:off x="1631949" y="4402137"/>
            <a:ext cx="22647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Pushing data</a:t>
            </a:r>
            <a:endParaRPr/>
          </a:p>
          <a:p>
            <a:pPr indent="0" lvl="0" marL="0" marR="0" rtl="0" algn="l">
              <a:lnSpc>
                <a:spcPct val="100000"/>
              </a:lnSpc>
              <a:spcBef>
                <a:spcPts val="60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Urgent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6"/>
                                        </p:tgtEl>
                                        <p:attrNameLst>
                                          <p:attrName>style.visibility</p:attrName>
                                        </p:attrNameLst>
                                      </p:cBhvr>
                                      <p:to>
                                        <p:strVal val="visible"/>
                                      </p:to>
                                    </p:set>
                                    <p:anim calcmode="lin" valueType="num">
                                      <p:cBhvr additive="base">
                                        <p:cTn dur="500"/>
                                        <p:tgtEl>
                                          <p:spTgt spid="1296"/>
                                        </p:tgtEl>
                                        <p:attrNameLst>
                                          <p:attrName>ppt_w</p:attrName>
                                        </p:attrNameLst>
                                      </p:cBhvr>
                                      <p:tavLst>
                                        <p:tav fmla="" tm="0">
                                          <p:val>
                                            <p:strVal val="0"/>
                                          </p:val>
                                        </p:tav>
                                        <p:tav fmla="" tm="100000">
                                          <p:val>
                                            <p:strVal val="#ppt_w"/>
                                          </p:val>
                                        </p:tav>
                                      </p:tavLst>
                                    </p:anim>
                                    <p:anim calcmode="lin" valueType="num">
                                      <p:cBhvr additive="base">
                                        <p:cTn dur="500"/>
                                        <p:tgtEl>
                                          <p:spTgt spid="1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2000"/>
                                        <p:tgtEl>
                                          <p:spTgt spid="1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5"/>
                                        </p:tgtEl>
                                        <p:attrNameLst>
                                          <p:attrName>style.visibility</p:attrName>
                                        </p:attrNameLst>
                                      </p:cBhvr>
                                      <p:to>
                                        <p:strVal val="visible"/>
                                      </p:to>
                                    </p:set>
                                    <p:anim calcmode="lin" valueType="num">
                                      <p:cBhvr additive="base">
                                        <p:cTn dur="500"/>
                                        <p:tgtEl>
                                          <p:spTgt spid="1295"/>
                                        </p:tgtEl>
                                        <p:attrNameLst>
                                          <p:attrName>ppt_w</p:attrName>
                                        </p:attrNameLst>
                                      </p:cBhvr>
                                      <p:tavLst>
                                        <p:tav fmla="" tm="0">
                                          <p:val>
                                            <p:strVal val="0"/>
                                          </p:val>
                                        </p:tav>
                                        <p:tav fmla="" tm="100000">
                                          <p:val>
                                            <p:strVal val="#ppt_w"/>
                                          </p:val>
                                        </p:tav>
                                      </p:tavLst>
                                    </p:anim>
                                    <p:anim calcmode="lin" valueType="num">
                                      <p:cBhvr additive="base">
                                        <p:cTn dur="500"/>
                                        <p:tgtEl>
                                          <p:spTgt spid="12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5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04" name="Google Shape;1304;p5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05" name="Google Shape;1305;p57"/>
          <p:cNvSpPr txBox="1"/>
          <p:nvPr/>
        </p:nvSpPr>
        <p:spPr>
          <a:xfrm>
            <a:off x="1320800" y="90487"/>
            <a:ext cx="1036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termination using three-way handshake</a:t>
            </a:r>
            <a:endParaRPr/>
          </a:p>
        </p:txBody>
      </p:sp>
      <p:sp>
        <p:nvSpPr>
          <p:cNvPr id="1306" name="Google Shape;1306;p5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7" name="Google Shape;1307;p5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8" name="Google Shape;1308;p5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9" name="Google Shape;1309;p5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0" name="Google Shape;1310;p5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1" name="Google Shape;1311;p5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2" name="Google Shape;1312;p5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13" name="Google Shape;1313;p57"/>
          <p:cNvPicPr preferRelativeResize="0"/>
          <p:nvPr/>
        </p:nvPicPr>
        <p:blipFill rotWithShape="1">
          <a:blip r:embed="rId3">
            <a:alphaModFix/>
          </a:blip>
          <a:srcRect b="0" l="0" r="0" t="0"/>
          <a:stretch/>
        </p:blipFill>
        <p:spPr>
          <a:xfrm>
            <a:off x="1981200" y="838200"/>
            <a:ext cx="8897510" cy="50006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5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20" name="Google Shape;1320;p5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21" name="Google Shape;1321;p5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2" name="Google Shape;1322;p5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3" name="Google Shape;1323;p5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4" name="Google Shape;1324;p5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5" name="Google Shape;1325;p5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6" name="Google Shape;1326;p5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7" name="Google Shape;1327;p5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328" name="Google Shape;1328;p58"/>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329" name="Google Shape;1329;p58"/>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330" name="Google Shape;1330;p58"/>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1331" name="Google Shape;1331;p58"/>
          <p:cNvGrpSpPr/>
          <p:nvPr/>
        </p:nvGrpSpPr>
        <p:grpSpPr>
          <a:xfrm>
            <a:off x="812800" y="1981200"/>
            <a:ext cx="1523899" cy="566741"/>
            <a:chOff x="1200" y="1248"/>
            <a:chExt cx="720" cy="357"/>
          </a:xfrm>
        </p:grpSpPr>
        <p:pic>
          <p:nvPicPr>
            <p:cNvPr id="1332" name="Google Shape;1332;p5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333" name="Google Shape;1333;p58"/>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500"/>
                                        <p:tgtEl>
                                          <p:spTgt spid="13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29"/>
                                        </p:tgtEl>
                                        <p:attrNameLst>
                                          <p:attrName>style.visibility</p:attrName>
                                        </p:attrNameLst>
                                      </p:cBhvr>
                                      <p:to>
                                        <p:strVal val="visible"/>
                                      </p:to>
                                    </p:set>
                                    <p:animEffect filter="fade" transition="in">
                                      <p:cBhvr>
                                        <p:cTn dur="500"/>
                                        <p:tgtEl>
                                          <p:spTgt spid="13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5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40" name="Google Shape;1340;p5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41" name="Google Shape;1341;p59"/>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2" name="Google Shape;1342;p59"/>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3" name="Google Shape;1343;p59"/>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4" name="Google Shape;1344;p59"/>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5" name="Google Shape;1345;p59"/>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6" name="Google Shape;1346;p59"/>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7" name="Google Shape;1347;p59"/>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348" name="Google Shape;1348;p59"/>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349" name="Google Shape;1349;p59"/>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350" name="Google Shape;1350;p59"/>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 ACK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1351" name="Google Shape;1351;p59"/>
          <p:cNvGrpSpPr/>
          <p:nvPr/>
        </p:nvGrpSpPr>
        <p:grpSpPr>
          <a:xfrm>
            <a:off x="812800" y="1981200"/>
            <a:ext cx="1523899" cy="566741"/>
            <a:chOff x="1200" y="1248"/>
            <a:chExt cx="720" cy="357"/>
          </a:xfrm>
        </p:grpSpPr>
        <p:pic>
          <p:nvPicPr>
            <p:cNvPr id="1352" name="Google Shape;1352;p5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353" name="Google Shape;1353;p59"/>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500"/>
                                        <p:tgtEl>
                                          <p:spTgt spid="13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500"/>
                                        <p:tgtEl>
                                          <p:spTgt spid="1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