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4"/>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057"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128" r:id="rId40"/>
    <p:sldId id="258" r:id="rId41"/>
    <p:sldId id="1076" r:id="rId42"/>
    <p:sldId id="1077" r:id="rId43"/>
    <p:sldId id="1078" r:id="rId44"/>
    <p:sldId id="1081" r:id="rId45"/>
    <p:sldId id="1213" r:id="rId46"/>
    <p:sldId id="1082" r:id="rId47"/>
    <p:sldId id="1083" r:id="rId48"/>
    <p:sldId id="1084" r:id="rId49"/>
    <p:sldId id="1085" r:id="rId50"/>
    <p:sldId id="1086" r:id="rId51"/>
    <p:sldId id="1087" r:id="rId52"/>
    <p:sldId id="1088" r:id="rId53"/>
    <p:sldId id="1089" r:id="rId54"/>
    <p:sldId id="1090" r:id="rId55"/>
    <p:sldId id="1091" r:id="rId56"/>
    <p:sldId id="1093" r:id="rId57"/>
    <p:sldId id="1092" r:id="rId58"/>
    <p:sldId id="1095" r:id="rId59"/>
    <p:sldId id="1096" r:id="rId60"/>
    <p:sldId id="1098" r:id="rId61"/>
    <p:sldId id="1214" r:id="rId62"/>
    <p:sldId id="1097" r:id="rId63"/>
    <p:sldId id="1104" r:id="rId64"/>
    <p:sldId id="1099" r:id="rId65"/>
    <p:sldId id="1100" r:id="rId66"/>
    <p:sldId id="1102" r:id="rId67"/>
    <p:sldId id="1101" r:id="rId68"/>
    <p:sldId id="1103" r:id="rId69"/>
    <p:sldId id="1105" r:id="rId70"/>
    <p:sldId id="1107" r:id="rId71"/>
    <p:sldId id="1108" r:id="rId72"/>
    <p:sldId id="1109" r:id="rId73"/>
    <p:sldId id="1218" r:id="rId74"/>
    <p:sldId id="1216" r:id="rId75"/>
    <p:sldId id="1110" r:id="rId76"/>
    <p:sldId id="1219" r:id="rId77"/>
    <p:sldId id="1111" r:id="rId78"/>
    <p:sldId id="1112" r:id="rId79"/>
    <p:sldId id="1113" r:id="rId80"/>
    <p:sldId id="1114" r:id="rId81"/>
    <p:sldId id="1115" r:id="rId82"/>
    <p:sldId id="1116" r:id="rId83"/>
    <p:sldId id="1117" r:id="rId84"/>
    <p:sldId id="1118" r:id="rId85"/>
    <p:sldId id="1194" r:id="rId86"/>
    <p:sldId id="1119" r:id="rId87"/>
    <p:sldId id="1192" r:id="rId88"/>
    <p:sldId id="1220" r:id="rId89"/>
    <p:sldId id="1120" r:id="rId90"/>
    <p:sldId id="1121" r:id="rId91"/>
    <p:sldId id="1221" r:id="rId92"/>
    <p:sldId id="1122" r:id="rId93"/>
    <p:sldId id="1123" r:id="rId94"/>
    <p:sldId id="1125" r:id="rId95"/>
    <p:sldId id="1223" r:id="rId96"/>
    <p:sldId id="1224" r:id="rId97"/>
    <p:sldId id="1127" r:id="rId98"/>
    <p:sldId id="1222" r:id="rId99"/>
    <p:sldId id="1038" r:id="rId100"/>
    <p:sldId id="1079" r:id="rId101"/>
    <p:sldId id="1080" r:id="rId102"/>
    <p:sldId id="1094" r:id="rId10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726" autoAdjust="0"/>
    <p:restoredTop sz="92506" autoAdjust="0"/>
  </p:normalViewPr>
  <p:slideViewPr>
    <p:cSldViewPr snapToGrid="0" snapToObjects="1">
      <p:cViewPr varScale="1">
        <p:scale>
          <a:sx n="114" d="100"/>
          <a:sy n="114" d="100"/>
        </p:scale>
        <p:origin x="432" y="84"/>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heme" Target="theme/theme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8/3/2025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91016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a:p>
        </p:txBody>
      </p:sp>
    </p:spTree>
    <p:extLst>
      <p:ext uri="{BB962C8B-B14F-4D97-AF65-F5344CB8AC3E}">
        <p14:creationId xmlns:p14="http://schemas.microsoft.com/office/powerpoint/2010/main" val="8152441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2.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4.png"/><Relationship Id="rId10" Type="http://schemas.openxmlformats.org/officeDocument/2006/relationships/image" Target="../media/image45.png"/><Relationship Id="rId4" Type="http://schemas.openxmlformats.org/officeDocument/2006/relationships/image" Target="../media/image43.png"/><Relationship Id="rId9" Type="http://schemas.openxmlformats.org/officeDocument/2006/relationships/image" Target="../media/image18.png"/></Relationships>
</file>

<file path=ppt/slides/_rels/slide9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a:t>
            </a:r>
            <a:r>
              <a:rPr lang="en-US" dirty="0" err="1"/>
              <a:t>msec</a:t>
            </a:r>
            <a:r>
              <a:rPr lang="en-US" dirty="0"/>
              <a:t>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1080375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err="1">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Tbps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t>
              </a:r>
              <a:r>
                <a:rPr kumimoji="0" lang="en-US" altLang="en-US" sz="20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abric</a:t>
              </a:r>
              <a:endPar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a:t>
            </a:r>
            <a:r>
              <a:rPr lang="en-US" altLang="ja-JP" dirty="0" err="1">
                <a:ea typeface="ＭＳ Ｐゴシック" panose="020B0600070205080204" pitchFamily="34" charset="-128"/>
                <a:cs typeface="ＭＳ Ｐゴシック" panose="020B0600070205080204" pitchFamily="34" charset="-128"/>
              </a:rPr>
              <a:t>msec</a:t>
            </a:r>
            <a:r>
              <a:rPr lang="en-US" altLang="ja-JP" dirty="0">
                <a:ea typeface="ＭＳ Ｐゴシック" panose="020B0600070205080204" pitchFamily="34" charset="-128"/>
                <a:cs typeface="ＭＳ Ｐゴシック" panose="020B0600070205080204" pitchFamily="34" charset="-128"/>
              </a:rPr>
              <a:t>)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a:t>
            </a:r>
            <a:r>
              <a:rPr kumimoji="0" lang="en-US" altLang="en-US" sz="26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realtime</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err="1">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26752" y="2964551"/>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44534" y="4190101"/>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09290" y="5558526"/>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Saltzer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99</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102</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err="1"/>
              <a:t>Bootp</a:t>
            </a:r>
            <a:r>
              <a:rPr lang="en-US" altLang="en-US" sz="1400" dirty="0"/>
              <a:t>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err="1"/>
              <a:t>Bootp</a:t>
            </a:r>
            <a:r>
              <a:rPr lang="en-US" altLang="en-US" sz="1400" dirty="0"/>
              <a:t>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13421</TotalTime>
  <Words>8873</Words>
  <Application>Microsoft Office PowerPoint</Application>
  <PresentationFormat>Widescreen</PresentationFormat>
  <Paragraphs>2494</Paragraphs>
  <Slides>102</Slides>
  <Notes>100</Notes>
  <HiddenSlides>0</HiddenSlides>
  <MMClips>0</MMClips>
  <ScaleCrop>false</ScaleCrop>
  <HeadingPairs>
    <vt:vector size="6" baseType="variant">
      <vt:variant>
        <vt:lpstr>Fonts Used</vt:lpstr>
      </vt:variant>
      <vt:variant>
        <vt:i4>17</vt:i4>
      </vt:variant>
      <vt:variant>
        <vt:lpstr>Theme</vt:lpstr>
      </vt:variant>
      <vt:variant>
        <vt:i4>1</vt:i4>
      </vt:variant>
      <vt:variant>
        <vt:lpstr>Slide Titles</vt:lpstr>
      </vt:variant>
      <vt:variant>
        <vt:i4>102</vt:i4>
      </vt:variant>
    </vt:vector>
  </HeadingPairs>
  <TitlesOfParts>
    <vt:vector size="120" baseType="lpstr">
      <vt:lpstr>MS PGothic</vt:lpstr>
      <vt:lpstr>MS PGothic</vt:lpstr>
      <vt:lpstr>新細明體</vt:lpstr>
      <vt:lpstr>Arial</vt:lpstr>
      <vt:lpstr>Calibri</vt:lpstr>
      <vt:lpstr>Calibri Light</vt:lpstr>
      <vt:lpstr>Comic Sans MS</vt:lpstr>
      <vt:lpstr>Courier New</vt:lpstr>
      <vt:lpstr>Gill Sans MT</vt:lpstr>
      <vt:lpstr>Mangal</vt:lpstr>
      <vt:lpstr>Symbol</vt:lpstr>
      <vt:lpstr>Tahoma</vt:lpstr>
      <vt:lpstr>Times</vt:lpstr>
      <vt:lpstr>Times New Roman</vt:lpstr>
      <vt:lpstr>Wingdings</vt:lpstr>
      <vt:lpstr>ZapfDingbats</vt:lpstr>
      <vt:lpstr>ヒラギノ角ゴ Pro W3</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Sakhawat Hossain</cp:lastModifiedBy>
  <cp:revision>526</cp:revision>
  <dcterms:created xsi:type="dcterms:W3CDTF">2020-01-18T07:24:59Z</dcterms:created>
  <dcterms:modified xsi:type="dcterms:W3CDTF">2025-08-03T18:44:04Z</dcterms:modified>
</cp:coreProperties>
</file>